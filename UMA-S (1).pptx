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1pPr>
    <a:lvl2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2pPr>
    <a:lvl3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3pPr>
    <a:lvl4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4pPr>
    <a:lvl5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5pPr>
    <a:lvl6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6pPr>
    <a:lvl7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7pPr>
    <a:lvl8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8pPr>
    <a:lvl9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FCFF"/>
          </a:solidFill>
        </a:fill>
      </a:tcStyle>
    </a:wholeTbl>
    <a:band2H>
      <a:tcTxStyle b="def" i="def"/>
      <a:tcStyle>
        <a:tcBdr/>
        <a:fill>
          <a:solidFill>
            <a:srgbClr val="EEFD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2FF"/>
          </a:solidFill>
        </a:fill>
      </a:tcStyle>
    </a:wholeTbl>
    <a:band2H>
      <a:tcTxStyle b="def" i="def"/>
      <a:tcStyle>
        <a:tcBdr/>
        <a:fill>
          <a:solidFill>
            <a:srgbClr val="F0F1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D3"/>
          </a:solidFill>
        </a:fill>
      </a:tcStyle>
    </a:wholeTbl>
    <a:band2H>
      <a:tcTxStyle b="def" i="def"/>
      <a:tcStyle>
        <a:tcBdr/>
        <a:fill>
          <a:solidFill>
            <a:srgbClr val="E6E6E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10" name="Shape 1610"/>
          <p:cNvSpPr/>
          <p:nvPr>
            <p:ph type="sldImg"/>
          </p:nvPr>
        </p:nvSpPr>
        <p:spPr>
          <a:xfrm>
            <a:off x="1143000" y="685800"/>
            <a:ext cx="4572000" cy="3429000"/>
          </a:xfrm>
          <a:prstGeom prst="rect">
            <a:avLst/>
          </a:prstGeom>
        </p:spPr>
        <p:txBody>
          <a:bodyPr/>
          <a:lstStyle/>
          <a:p>
            <a:pPr/>
          </a:p>
        </p:txBody>
      </p:sp>
      <p:sp>
        <p:nvSpPr>
          <p:cNvPr id="1611" name="Shape 161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37" name="Title Text"/>
          <p:cNvSpPr txBox="1"/>
          <p:nvPr>
            <p:ph type="title"/>
          </p:nvPr>
        </p:nvSpPr>
        <p:spPr>
          <a:xfrm>
            <a:off x="713099" y="1166625"/>
            <a:ext cx="4640103" cy="2232300"/>
          </a:xfrm>
          <a:prstGeom prst="rect">
            <a:avLst/>
          </a:prstGeom>
        </p:spPr>
        <p:txBody>
          <a:bodyPr/>
          <a:lstStyle>
            <a:lvl1pPr algn="l">
              <a:defRPr sz="3100">
                <a:solidFill>
                  <a:schemeClr val="accent1"/>
                </a:solidFill>
              </a:defRPr>
            </a:lvl1pPr>
          </a:lstStyle>
          <a:p>
            <a:pPr/>
            <a:r>
              <a:t>Title Text</a:t>
            </a:r>
          </a:p>
        </p:txBody>
      </p:sp>
      <p:sp>
        <p:nvSpPr>
          <p:cNvPr id="38" name="Body Level One…"/>
          <p:cNvSpPr txBox="1"/>
          <p:nvPr>
            <p:ph type="body" sz="quarter" idx="1"/>
          </p:nvPr>
        </p:nvSpPr>
        <p:spPr>
          <a:xfrm>
            <a:off x="713093" y="3398923"/>
            <a:ext cx="4232701" cy="475802"/>
          </a:xfrm>
          <a:prstGeom prst="rect">
            <a:avLst/>
          </a:prstGeom>
        </p:spPr>
        <p:txBody>
          <a:bodyPr/>
          <a:lstStyle>
            <a:lvl1pPr marL="177800" indent="-38100">
              <a:buClrTx/>
              <a:buSzTx/>
              <a:buNone/>
              <a:defRPr sz="1600"/>
            </a:lvl1pPr>
            <a:lvl2pPr marL="177800" indent="139700">
              <a:buClrTx/>
              <a:buSzTx/>
              <a:buNone/>
              <a:defRPr sz="1600"/>
            </a:lvl2pPr>
            <a:lvl3pPr marL="177800" indent="139700">
              <a:buClrTx/>
              <a:buSzTx/>
              <a:buNone/>
              <a:defRPr sz="1600"/>
            </a:lvl3pPr>
            <a:lvl4pPr marL="177800" indent="139700">
              <a:buClrTx/>
              <a:buSzTx/>
              <a:buNone/>
              <a:defRPr sz="1600"/>
            </a:lvl4pPr>
            <a:lvl5pPr marL="1778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51" name="Google Shape;11;p2"/>
          <p:cNvGrpSpPr/>
          <p:nvPr/>
        </p:nvGrpSpPr>
        <p:grpSpPr>
          <a:xfrm>
            <a:off x="198626" y="452706"/>
            <a:ext cx="232347" cy="973666"/>
            <a:chOff x="0" y="-1"/>
            <a:chExt cx="232345" cy="973664"/>
          </a:xfrm>
        </p:grpSpPr>
        <p:sp>
          <p:nvSpPr>
            <p:cNvPr id="39" name="Google Shape;12;p2"/>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0" name="Google Shape;13;p2"/>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 name="Google Shape;14;p2"/>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2" name="Google Shape;15;p2"/>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3" name="Google Shape;16;p2"/>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 name="Google Shape;17;p2"/>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 name="Google Shape;18;p2"/>
            <p:cNvSpPr/>
            <p:nvPr/>
          </p:nvSpPr>
          <p:spPr>
            <a:xfrm>
              <a:off x="140655" y="51675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 name="Google Shape;19;p2"/>
            <p:cNvSpPr/>
            <p:nvPr/>
          </p:nvSpPr>
          <p:spPr>
            <a:xfrm>
              <a:off x="140655" y="69936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7" name="Google Shape;20;p2"/>
            <p:cNvSpPr/>
            <p:nvPr/>
          </p:nvSpPr>
          <p:spPr>
            <a:xfrm>
              <a:off x="141424" y="882741"/>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 name="Google Shape;21;p2"/>
            <p:cNvSpPr/>
            <p:nvPr/>
          </p:nvSpPr>
          <p:spPr>
            <a:xfrm>
              <a:off x="0" y="51675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9" name="Google Shape;22;p2"/>
            <p:cNvSpPr/>
            <p:nvPr/>
          </p:nvSpPr>
          <p:spPr>
            <a:xfrm>
              <a:off x="0" y="69936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 name="Google Shape;23;p2"/>
            <p:cNvSpPr/>
            <p:nvPr/>
          </p:nvSpPr>
          <p:spPr>
            <a:xfrm>
              <a:off x="0" y="882741"/>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8" name="Google Shape;24;p2"/>
          <p:cNvGrpSpPr/>
          <p:nvPr/>
        </p:nvGrpSpPr>
        <p:grpSpPr>
          <a:xfrm>
            <a:off x="783956" y="4261730"/>
            <a:ext cx="518248" cy="328056"/>
            <a:chOff x="-2" y="0"/>
            <a:chExt cx="518247" cy="328055"/>
          </a:xfrm>
        </p:grpSpPr>
        <p:sp>
          <p:nvSpPr>
            <p:cNvPr id="52" name="Google Shape;25;p2"/>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57" name="Google Shape;26;p2"/>
            <p:cNvGrpSpPr/>
            <p:nvPr/>
          </p:nvGrpSpPr>
          <p:grpSpPr>
            <a:xfrm>
              <a:off x="-3" y="-1"/>
              <a:ext cx="518248" cy="328057"/>
              <a:chOff x="-1" y="0"/>
              <a:chExt cx="518246" cy="328055"/>
            </a:xfrm>
          </p:grpSpPr>
          <p:sp>
            <p:nvSpPr>
              <p:cNvPr id="53" name="Google Shape;27;p2"/>
              <p:cNvSpPr/>
              <p:nvPr/>
            </p:nvSpPr>
            <p:spPr>
              <a:xfrm>
                <a:off x="432552" y="63593"/>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4" name="Google Shape;28;p2"/>
              <p:cNvSpPr/>
              <p:nvPr/>
            </p:nvSpPr>
            <p:spPr>
              <a:xfrm>
                <a:off x="274064" y="242359"/>
                <a:ext cx="8475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5" name="Google Shape;29;p2"/>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 name="Google Shape;30;p2"/>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67" name="Google Shape;31;p2"/>
          <p:cNvGrpSpPr/>
          <p:nvPr/>
        </p:nvGrpSpPr>
        <p:grpSpPr>
          <a:xfrm>
            <a:off x="107088" y="345675"/>
            <a:ext cx="4178278" cy="4176865"/>
            <a:chOff x="0" y="0"/>
            <a:chExt cx="4178276" cy="4176863"/>
          </a:xfrm>
        </p:grpSpPr>
        <p:sp>
          <p:nvSpPr>
            <p:cNvPr id="59" name="Google Shape;32;p2"/>
            <p:cNvSpPr/>
            <p:nvPr/>
          </p:nvSpPr>
          <p:spPr>
            <a:xfrm>
              <a:off x="3926866" y="-1"/>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 name="Google Shape;33;p2"/>
            <p:cNvSpPr/>
            <p:nvPr/>
          </p:nvSpPr>
          <p:spPr>
            <a:xfrm>
              <a:off x="3827359" y="97681"/>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 name="Google Shape;34;p2"/>
            <p:cNvSpPr/>
            <p:nvPr/>
          </p:nvSpPr>
          <p:spPr>
            <a:xfrm>
              <a:off x="4028052"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2" name="Google Shape;35;p2"/>
            <p:cNvSpPr/>
            <p:nvPr/>
          </p:nvSpPr>
          <p:spPr>
            <a:xfrm>
              <a:off x="3609202" y="4091170"/>
              <a:ext cx="84783"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3" name="Google Shape;36;p2"/>
            <p:cNvSpPr/>
            <p:nvPr/>
          </p:nvSpPr>
          <p:spPr>
            <a:xfrm>
              <a:off x="3485716" y="3745384"/>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4" name="Google Shape;37;p2"/>
            <p:cNvSpPr/>
            <p:nvPr/>
          </p:nvSpPr>
          <p:spPr>
            <a:xfrm>
              <a:off x="-1" y="2916867"/>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5" name="Google Shape;38;p2"/>
            <p:cNvSpPr/>
            <p:nvPr/>
          </p:nvSpPr>
          <p:spPr>
            <a:xfrm>
              <a:off x="143735" y="3051402"/>
              <a:ext cx="8569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 name="Google Shape;39;p2"/>
            <p:cNvSpPr/>
            <p:nvPr/>
          </p:nvSpPr>
          <p:spPr>
            <a:xfrm>
              <a:off x="122852" y="2737165"/>
              <a:ext cx="191065" cy="171636"/>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1" name="Google Shape;40;p2"/>
          <p:cNvGrpSpPr/>
          <p:nvPr/>
        </p:nvGrpSpPr>
        <p:grpSpPr>
          <a:xfrm>
            <a:off x="1714289" y="4261739"/>
            <a:ext cx="1271350" cy="625080"/>
            <a:chOff x="0" y="0"/>
            <a:chExt cx="1271348" cy="625079"/>
          </a:xfrm>
        </p:grpSpPr>
        <p:sp>
          <p:nvSpPr>
            <p:cNvPr id="68" name="Google Shape;41;p2"/>
            <p:cNvSpPr/>
            <p:nvPr/>
          </p:nvSpPr>
          <p:spPr>
            <a:xfrm>
              <a:off x="1129590" y="0"/>
              <a:ext cx="141759"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 name="Google Shape;42;p2"/>
            <p:cNvSpPr/>
            <p:nvPr/>
          </p:nvSpPr>
          <p:spPr>
            <a:xfrm>
              <a:off x="0" y="293032"/>
              <a:ext cx="257551" cy="25880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 name="Google Shape;43;p2"/>
            <p:cNvSpPr/>
            <p:nvPr/>
          </p:nvSpPr>
          <p:spPr>
            <a:xfrm>
              <a:off x="154803" y="44784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6" name="Google Shape;44;p2"/>
          <p:cNvGrpSpPr/>
          <p:nvPr/>
        </p:nvGrpSpPr>
        <p:grpSpPr>
          <a:xfrm>
            <a:off x="1476312" y="221824"/>
            <a:ext cx="609542" cy="583576"/>
            <a:chOff x="0" y="0"/>
            <a:chExt cx="609541" cy="583575"/>
          </a:xfrm>
        </p:grpSpPr>
        <p:sp>
          <p:nvSpPr>
            <p:cNvPr id="72" name="Google Shape;45;p2"/>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3" name="Google Shape;46;p2"/>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4" name="Google Shape;47;p2"/>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 name="Google Shape;48;p2"/>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4" name="Google Shape;49;p2"/>
          <p:cNvGrpSpPr/>
          <p:nvPr/>
        </p:nvGrpSpPr>
        <p:grpSpPr>
          <a:xfrm>
            <a:off x="3963663" y="-2091202"/>
            <a:ext cx="8043478" cy="8043428"/>
            <a:chOff x="0" y="0"/>
            <a:chExt cx="8043477" cy="8043426"/>
          </a:xfrm>
        </p:grpSpPr>
        <p:sp>
          <p:nvSpPr>
            <p:cNvPr id="77" name="Google Shape;50;p2"/>
            <p:cNvSpPr/>
            <p:nvPr/>
          </p:nvSpPr>
          <p:spPr>
            <a:xfrm>
              <a:off x="0" y="-1"/>
              <a:ext cx="8043478" cy="8043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8" name="Google Shape;51;p2"/>
            <p:cNvSpPr/>
            <p:nvPr/>
          </p:nvSpPr>
          <p:spPr>
            <a:xfrm>
              <a:off x="546373" y="545600"/>
              <a:ext cx="6950729" cy="6951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9" name="Google Shape;52;p2"/>
            <p:cNvSpPr/>
            <p:nvPr/>
          </p:nvSpPr>
          <p:spPr>
            <a:xfrm>
              <a:off x="1091975" y="1091950"/>
              <a:ext cx="5859528" cy="5860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 name="Google Shape;53;p2"/>
            <p:cNvSpPr/>
            <p:nvPr/>
          </p:nvSpPr>
          <p:spPr>
            <a:xfrm>
              <a:off x="1637574" y="1637550"/>
              <a:ext cx="4768327" cy="4768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1" name="Google Shape;54;p2"/>
            <p:cNvSpPr/>
            <p:nvPr/>
          </p:nvSpPr>
          <p:spPr>
            <a:xfrm>
              <a:off x="2183949" y="2183926"/>
              <a:ext cx="3675604" cy="3675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 name="Google Shape;55;p2"/>
            <p:cNvSpPr/>
            <p:nvPr/>
          </p:nvSpPr>
          <p:spPr>
            <a:xfrm>
              <a:off x="2730299" y="2731050"/>
              <a:ext cx="2583628" cy="258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 name="Google Shape;56;p2"/>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92" name="Title Text"/>
          <p:cNvSpPr txBox="1"/>
          <p:nvPr>
            <p:ph type="title"/>
          </p:nvPr>
        </p:nvSpPr>
        <p:spPr>
          <a:xfrm>
            <a:off x="728363" y="2063200"/>
            <a:ext cx="3520200" cy="1541402"/>
          </a:xfrm>
          <a:prstGeom prst="rect">
            <a:avLst/>
          </a:prstGeom>
        </p:spPr>
        <p:txBody>
          <a:bodyPr/>
          <a:lstStyle>
            <a:lvl1pPr>
              <a:defRPr sz="4500">
                <a:solidFill>
                  <a:schemeClr val="accent1"/>
                </a:solidFill>
              </a:defRPr>
            </a:lvl1pPr>
          </a:lstStyle>
          <a:p>
            <a:pPr/>
            <a:r>
              <a:t>Title Text</a:t>
            </a:r>
          </a:p>
        </p:txBody>
      </p:sp>
      <p:sp>
        <p:nvSpPr>
          <p:cNvPr id="93" name="Body Level One…"/>
          <p:cNvSpPr txBox="1"/>
          <p:nvPr>
            <p:ph type="body" sz="quarter" idx="1"/>
          </p:nvPr>
        </p:nvSpPr>
        <p:spPr>
          <a:xfrm>
            <a:off x="728363" y="3604717"/>
            <a:ext cx="3520200" cy="408602"/>
          </a:xfrm>
          <a:prstGeom prst="rect">
            <a:avLst/>
          </a:prstGeom>
        </p:spPr>
        <p:txBody>
          <a:bodyPr anchor="ctr"/>
          <a:lstStyle>
            <a:lvl1pPr marL="177800" indent="-38100" algn="ctr">
              <a:buClrTx/>
              <a:buSzTx/>
              <a:buNone/>
              <a:defRPr sz="1400"/>
            </a:lvl1pPr>
            <a:lvl2pPr marL="177800" indent="139700" algn="ctr">
              <a:buClrTx/>
              <a:buSzTx/>
              <a:buNone/>
              <a:defRPr sz="1400"/>
            </a:lvl2pPr>
            <a:lvl3pPr marL="177800" indent="139700" algn="ctr">
              <a:buClrTx/>
              <a:buSzTx/>
              <a:buNone/>
              <a:defRPr sz="1400"/>
            </a:lvl3pPr>
            <a:lvl4pPr marL="177800" indent="139700" algn="ctr">
              <a:buClrTx/>
              <a:buSzTx/>
              <a:buNone/>
              <a:defRPr sz="1400"/>
            </a:lvl4pPr>
            <a:lvl5pPr marL="1778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21" name="Google Shape;61;p3"/>
          <p:cNvGrpSpPr/>
          <p:nvPr/>
        </p:nvGrpSpPr>
        <p:grpSpPr>
          <a:xfrm>
            <a:off x="107088" y="345675"/>
            <a:ext cx="5576755" cy="4450009"/>
            <a:chOff x="0" y="0"/>
            <a:chExt cx="5576753" cy="4450007"/>
          </a:xfrm>
        </p:grpSpPr>
        <p:grpSp>
          <p:nvGrpSpPr>
            <p:cNvPr id="98" name="Google Shape;62;p3"/>
            <p:cNvGrpSpPr/>
            <p:nvPr/>
          </p:nvGrpSpPr>
          <p:grpSpPr>
            <a:xfrm>
              <a:off x="4928445" y="3800820"/>
              <a:ext cx="648309" cy="649188"/>
              <a:chOff x="0" y="0"/>
              <a:chExt cx="648307" cy="649186"/>
            </a:xfrm>
          </p:grpSpPr>
          <p:sp>
            <p:nvSpPr>
              <p:cNvPr id="94" name="Google Shape;63;p3"/>
              <p:cNvSpPr/>
              <p:nvPr/>
            </p:nvSpPr>
            <p:spPr>
              <a:xfrm>
                <a:off x="0" y="-1"/>
                <a:ext cx="235468"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 name="Google Shape;64;p3"/>
              <p:cNvSpPr/>
              <p:nvPr/>
            </p:nvSpPr>
            <p:spPr>
              <a:xfrm>
                <a:off x="134828" y="133905"/>
                <a:ext cx="166236"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 name="Google Shape;65;p3"/>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7" name="Google Shape;66;p3"/>
              <p:cNvSpPr/>
              <p:nvPr/>
            </p:nvSpPr>
            <p:spPr>
              <a:xfrm>
                <a:off x="271500" y="510665"/>
                <a:ext cx="138516"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1" name="Google Shape;67;p3"/>
            <p:cNvGrpSpPr/>
            <p:nvPr/>
          </p:nvGrpSpPr>
          <p:grpSpPr>
            <a:xfrm>
              <a:off x="91537" y="107030"/>
              <a:ext cx="232348" cy="973667"/>
              <a:chOff x="0" y="0"/>
              <a:chExt cx="232346" cy="973665"/>
            </a:xfrm>
          </p:grpSpPr>
          <p:sp>
            <p:nvSpPr>
              <p:cNvPr id="99" name="Google Shape;68;p3"/>
              <p:cNvSpPr/>
              <p:nvPr/>
            </p:nvSpPr>
            <p:spPr>
              <a:xfrm>
                <a:off x="140654" y="-1"/>
                <a:ext cx="91692"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 name="Google Shape;69;p3"/>
              <p:cNvSpPr/>
              <p:nvPr/>
            </p:nvSpPr>
            <p:spPr>
              <a:xfrm>
                <a:off x="140654" y="181840"/>
                <a:ext cx="9169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1" name="Google Shape;70;p3"/>
              <p:cNvSpPr/>
              <p:nvPr/>
            </p:nvSpPr>
            <p:spPr>
              <a:xfrm>
                <a:off x="140654" y="364449"/>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 name="Google Shape;71;p3"/>
              <p:cNvSpPr/>
              <p:nvPr/>
            </p:nvSpPr>
            <p:spPr>
              <a:xfrm>
                <a:off x="0" y="-1"/>
                <a:ext cx="91713"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 name="Google Shape;72;p3"/>
              <p:cNvSpPr/>
              <p:nvPr/>
            </p:nvSpPr>
            <p:spPr>
              <a:xfrm>
                <a:off x="0" y="181840"/>
                <a:ext cx="9171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 name="Google Shape;73;p3"/>
              <p:cNvSpPr/>
              <p:nvPr/>
            </p:nvSpPr>
            <p:spPr>
              <a:xfrm>
                <a:off x="0" y="364449"/>
                <a:ext cx="9171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 name="Google Shape;74;p3"/>
              <p:cNvSpPr/>
              <p:nvPr/>
            </p:nvSpPr>
            <p:spPr>
              <a:xfrm>
                <a:off x="140654" y="516753"/>
                <a:ext cx="9169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6" name="Google Shape;75;p3"/>
              <p:cNvSpPr/>
              <p:nvPr/>
            </p:nvSpPr>
            <p:spPr>
              <a:xfrm>
                <a:off x="140654" y="699363"/>
                <a:ext cx="9169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 name="Google Shape;76;p3"/>
              <p:cNvSpPr/>
              <p:nvPr/>
            </p:nvSpPr>
            <p:spPr>
              <a:xfrm>
                <a:off x="141423" y="882742"/>
                <a:ext cx="9092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 name="Google Shape;77;p3"/>
              <p:cNvSpPr/>
              <p:nvPr/>
            </p:nvSpPr>
            <p:spPr>
              <a:xfrm>
                <a:off x="0" y="516753"/>
                <a:ext cx="9171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 name="Google Shape;78;p3"/>
              <p:cNvSpPr/>
              <p:nvPr/>
            </p:nvSpPr>
            <p:spPr>
              <a:xfrm>
                <a:off x="0" y="699363"/>
                <a:ext cx="9171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0" name="Google Shape;79;p3"/>
              <p:cNvSpPr/>
              <p:nvPr/>
            </p:nvSpPr>
            <p:spPr>
              <a:xfrm>
                <a:off x="0" y="882742"/>
                <a:ext cx="9171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0" name="Google Shape;80;p3"/>
            <p:cNvGrpSpPr/>
            <p:nvPr/>
          </p:nvGrpSpPr>
          <p:grpSpPr>
            <a:xfrm>
              <a:off x="-1" y="-1"/>
              <a:ext cx="4178280" cy="4176867"/>
              <a:chOff x="0" y="0"/>
              <a:chExt cx="4178278" cy="4176865"/>
            </a:xfrm>
          </p:grpSpPr>
          <p:sp>
            <p:nvSpPr>
              <p:cNvPr id="112" name="Google Shape;81;p3"/>
              <p:cNvSpPr/>
              <p:nvPr/>
            </p:nvSpPr>
            <p:spPr>
              <a:xfrm>
                <a:off x="3926869" y="-1"/>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3" name="Google Shape;82;p3"/>
              <p:cNvSpPr/>
              <p:nvPr/>
            </p:nvSpPr>
            <p:spPr>
              <a:xfrm>
                <a:off x="3827361" y="97682"/>
                <a:ext cx="212853"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 name="Google Shape;83;p3"/>
              <p:cNvSpPr/>
              <p:nvPr/>
            </p:nvSpPr>
            <p:spPr>
              <a:xfrm>
                <a:off x="4028055" y="241804"/>
                <a:ext cx="150224"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 name="Google Shape;84;p3"/>
              <p:cNvSpPr/>
              <p:nvPr/>
            </p:nvSpPr>
            <p:spPr>
              <a:xfrm>
                <a:off x="3609204" y="4091172"/>
                <a:ext cx="8478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 name="Google Shape;85;p3"/>
              <p:cNvSpPr/>
              <p:nvPr/>
            </p:nvSpPr>
            <p:spPr>
              <a:xfrm>
                <a:off x="3485719" y="3745386"/>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 name="Google Shape;86;p3"/>
              <p:cNvSpPr/>
              <p:nvPr/>
            </p:nvSpPr>
            <p:spPr>
              <a:xfrm>
                <a:off x="-1" y="2916868"/>
                <a:ext cx="6909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8" name="Google Shape;87;p3"/>
              <p:cNvSpPr/>
              <p:nvPr/>
            </p:nvSpPr>
            <p:spPr>
              <a:xfrm>
                <a:off x="143735" y="3051403"/>
                <a:ext cx="8569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 name="Google Shape;88;p3"/>
              <p:cNvSpPr/>
              <p:nvPr/>
            </p:nvSpPr>
            <p:spPr>
              <a:xfrm>
                <a:off x="122852" y="2737166"/>
                <a:ext cx="191065" cy="171636"/>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29" name="Google Shape;89;p3"/>
          <p:cNvGrpSpPr/>
          <p:nvPr/>
        </p:nvGrpSpPr>
        <p:grpSpPr>
          <a:xfrm>
            <a:off x="3967105" y="-2089641"/>
            <a:ext cx="8043478" cy="8043429"/>
            <a:chOff x="0" y="0"/>
            <a:chExt cx="8043477" cy="8043427"/>
          </a:xfrm>
        </p:grpSpPr>
        <p:sp>
          <p:nvSpPr>
            <p:cNvPr id="122" name="Google Shape;90;p3"/>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3" name="Google Shape;91;p3"/>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 name="Google Shape;92;p3"/>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5" name="Google Shape;93;p3"/>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 name="Google Shape;94;p3"/>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 name="Google Shape;95;p3"/>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8" name="Google Shape;96;p3"/>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37" name="Title Text"/>
          <p:cNvSpPr txBox="1"/>
          <p:nvPr>
            <p:ph type="title"/>
          </p:nvPr>
        </p:nvSpPr>
        <p:spPr>
          <a:prstGeom prst="rect">
            <a:avLst/>
          </a:prstGeom>
        </p:spPr>
        <p:txBody>
          <a:bodyPr/>
          <a:lstStyle/>
          <a:p>
            <a:pPr/>
            <a:r>
              <a:t>Title Text</a:t>
            </a:r>
          </a:p>
        </p:txBody>
      </p:sp>
      <p:sp>
        <p:nvSpPr>
          <p:cNvPr id="138"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TWO_COLUMNS">
    <p:spTree>
      <p:nvGrpSpPr>
        <p:cNvPr id="1" name=""/>
        <p:cNvGrpSpPr/>
        <p:nvPr/>
      </p:nvGrpSpPr>
      <p:grpSpPr>
        <a:xfrm>
          <a:off x="0" y="0"/>
          <a:ext cx="0" cy="0"/>
          <a:chOff x="0" y="0"/>
          <a:chExt cx="0" cy="0"/>
        </a:xfrm>
      </p:grpSpPr>
      <p:sp>
        <p:nvSpPr>
          <p:cNvPr id="146" name="Title Text"/>
          <p:cNvSpPr txBox="1"/>
          <p:nvPr>
            <p:ph type="title"/>
          </p:nvPr>
        </p:nvSpPr>
        <p:spPr>
          <a:xfrm>
            <a:off x="713099" y="1260275"/>
            <a:ext cx="3535503" cy="558902"/>
          </a:xfrm>
          <a:prstGeom prst="rect">
            <a:avLst/>
          </a:prstGeom>
        </p:spPr>
        <p:txBody>
          <a:bodyPr/>
          <a:lstStyle>
            <a:lvl1pPr algn="r">
              <a:defRPr sz="2000">
                <a:solidFill>
                  <a:schemeClr val="accent1"/>
                </a:solidFill>
              </a:defRPr>
            </a:lvl1pPr>
          </a:lstStyle>
          <a:p>
            <a:pPr/>
            <a:r>
              <a:t>Title Text</a:t>
            </a:r>
          </a:p>
        </p:txBody>
      </p:sp>
      <p:sp>
        <p:nvSpPr>
          <p:cNvPr id="147" name="Body Level One…"/>
          <p:cNvSpPr txBox="1"/>
          <p:nvPr>
            <p:ph type="body" sz="quarter" idx="1"/>
          </p:nvPr>
        </p:nvSpPr>
        <p:spPr>
          <a:xfrm>
            <a:off x="4895400" y="3753979"/>
            <a:ext cx="3535501" cy="689702"/>
          </a:xfrm>
          <a:prstGeom prst="rect">
            <a:avLst/>
          </a:prstGeom>
        </p:spPr>
        <p:txBody>
          <a:bodyPr anchor="ctr"/>
          <a:lstStyle>
            <a:lvl1pPr marL="177800" indent="-38100">
              <a:buClrTx/>
              <a:buSzTx/>
              <a:buNone/>
              <a:defRPr sz="1400"/>
            </a:lvl1pPr>
            <a:lvl2pPr marL="177800" indent="139700">
              <a:buClrTx/>
              <a:buSzTx/>
              <a:buNone/>
              <a:defRPr sz="1400"/>
            </a:lvl2pPr>
            <a:lvl3pPr marL="177800" indent="139700">
              <a:buClrTx/>
              <a:buSzTx/>
              <a:buNone/>
              <a:defRPr sz="1400"/>
            </a:lvl3pPr>
            <a:lvl4pPr marL="177800" indent="139700">
              <a:buClrTx/>
              <a:buSzTx/>
              <a:buNone/>
              <a:defRPr sz="1400"/>
            </a:lvl4pPr>
            <a:lvl5pPr marL="177800" indent="139700">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55" name="Google Shape;132;p5"/>
          <p:cNvGrpSpPr/>
          <p:nvPr/>
        </p:nvGrpSpPr>
        <p:grpSpPr>
          <a:xfrm>
            <a:off x="4800605" y="-2897841"/>
            <a:ext cx="8043478" cy="8043429"/>
            <a:chOff x="0" y="0"/>
            <a:chExt cx="8043477" cy="8043427"/>
          </a:xfrm>
        </p:grpSpPr>
        <p:sp>
          <p:nvSpPr>
            <p:cNvPr id="148" name="Google Shape;133;p5"/>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9" name="Google Shape;134;p5"/>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0" name="Google Shape;135;p5"/>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1" name="Google Shape;136;p5"/>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2" name="Google Shape;137;p5"/>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3" name="Google Shape;138;p5"/>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4" name="Google Shape;139;p5"/>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5" name="Google Shape;140;p5"/>
          <p:cNvGrpSpPr/>
          <p:nvPr/>
        </p:nvGrpSpPr>
        <p:grpSpPr>
          <a:xfrm>
            <a:off x="220725" y="193696"/>
            <a:ext cx="8725142" cy="4796099"/>
            <a:chOff x="-1" y="-1"/>
            <a:chExt cx="8725140" cy="4796097"/>
          </a:xfrm>
        </p:grpSpPr>
        <p:grpSp>
          <p:nvGrpSpPr>
            <p:cNvPr id="160" name="Google Shape;141;p5"/>
            <p:cNvGrpSpPr/>
            <p:nvPr/>
          </p:nvGrpSpPr>
          <p:grpSpPr>
            <a:xfrm>
              <a:off x="330458" y="-2"/>
              <a:ext cx="609543" cy="583577"/>
              <a:chOff x="0" y="0"/>
              <a:chExt cx="609541" cy="583575"/>
            </a:xfrm>
          </p:grpSpPr>
          <p:sp>
            <p:nvSpPr>
              <p:cNvPr id="156" name="Google Shape;142;p5"/>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 name="Google Shape;143;p5"/>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 name="Google Shape;144;p5"/>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9" name="Google Shape;145;p5"/>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64" name="Google Shape;146;p5"/>
            <p:cNvGrpSpPr/>
            <p:nvPr/>
          </p:nvGrpSpPr>
          <p:grpSpPr>
            <a:xfrm>
              <a:off x="389487" y="4058267"/>
              <a:ext cx="631788" cy="457730"/>
              <a:chOff x="0" y="0"/>
              <a:chExt cx="631786" cy="457729"/>
            </a:xfrm>
          </p:grpSpPr>
          <p:sp>
            <p:nvSpPr>
              <p:cNvPr id="161" name="Google Shape;147;p5"/>
              <p:cNvSpPr/>
              <p:nvPr/>
            </p:nvSpPr>
            <p:spPr>
              <a:xfrm>
                <a:off x="490027" y="0"/>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 name="Google Shape;148;p5"/>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 name="Google Shape;149;p5"/>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69" name="Google Shape;150;p5"/>
            <p:cNvGrpSpPr/>
            <p:nvPr/>
          </p:nvGrpSpPr>
          <p:grpSpPr>
            <a:xfrm>
              <a:off x="8076831" y="4146910"/>
              <a:ext cx="648309" cy="649187"/>
              <a:chOff x="0" y="0"/>
              <a:chExt cx="648307" cy="649186"/>
            </a:xfrm>
          </p:grpSpPr>
          <p:sp>
            <p:nvSpPr>
              <p:cNvPr id="165" name="Google Shape;151;p5"/>
              <p:cNvSpPr/>
              <p:nvPr/>
            </p:nvSpPr>
            <p:spPr>
              <a:xfrm>
                <a:off x="0" y="-1"/>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 name="Google Shape;152;p5"/>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 name="Google Shape;153;p5"/>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 name="Google Shape;154;p5"/>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74" name="Google Shape;155;p5"/>
            <p:cNvGrpSpPr/>
            <p:nvPr/>
          </p:nvGrpSpPr>
          <p:grpSpPr>
            <a:xfrm>
              <a:off x="7029731" y="1584294"/>
              <a:ext cx="365845" cy="328054"/>
              <a:chOff x="-1" y="0"/>
              <a:chExt cx="365844" cy="328053"/>
            </a:xfrm>
          </p:grpSpPr>
          <p:sp>
            <p:nvSpPr>
              <p:cNvPr id="170" name="Google Shape;156;p5"/>
              <p:cNvSpPr/>
              <p:nvPr/>
            </p:nvSpPr>
            <p:spPr>
              <a:xfrm>
                <a:off x="280149"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 name="Google Shape;157;p5"/>
              <p:cNvSpPr/>
              <p:nvPr/>
            </p:nvSpPr>
            <p:spPr>
              <a:xfrm>
                <a:off x="121662" y="242358"/>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 name="Google Shape;158;p5"/>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 name="Google Shape;159;p5"/>
              <p:cNvSpPr/>
              <p:nvPr/>
            </p:nvSpPr>
            <p:spPr>
              <a:xfrm>
                <a:off x="-2"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75" name="Google Shape;160;p5"/>
            <p:cNvSpPr/>
            <p:nvPr/>
          </p:nvSpPr>
          <p:spPr>
            <a:xfrm>
              <a:off x="1250301" y="3866899"/>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81" name="Google Shape;161;p5"/>
            <p:cNvGrpSpPr/>
            <p:nvPr/>
          </p:nvGrpSpPr>
          <p:grpSpPr>
            <a:xfrm>
              <a:off x="8345782" y="211314"/>
              <a:ext cx="355672" cy="1888163"/>
              <a:chOff x="0" y="0"/>
              <a:chExt cx="355670" cy="1888161"/>
            </a:xfrm>
          </p:grpSpPr>
          <p:sp>
            <p:nvSpPr>
              <p:cNvPr id="176" name="Google Shape;162;p5"/>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7" name="Google Shape;163;p5"/>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8" name="Google Shape;164;p5"/>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 name="Google Shape;165;p5"/>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0" name="Google Shape;166;p5"/>
              <p:cNvSpPr/>
              <p:nvPr/>
            </p:nvSpPr>
            <p:spPr>
              <a:xfrm>
                <a:off x="269977" y="1802467"/>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4" name="Google Shape;167;p5"/>
            <p:cNvGrpSpPr/>
            <p:nvPr/>
          </p:nvGrpSpPr>
          <p:grpSpPr>
            <a:xfrm>
              <a:off x="-2" y="2315184"/>
              <a:ext cx="232348" cy="973666"/>
              <a:chOff x="0" y="0"/>
              <a:chExt cx="232346" cy="973665"/>
            </a:xfrm>
          </p:grpSpPr>
          <p:sp>
            <p:nvSpPr>
              <p:cNvPr id="182" name="Google Shape;168;p5"/>
              <p:cNvSpPr/>
              <p:nvPr/>
            </p:nvSpPr>
            <p:spPr>
              <a:xfrm>
                <a:off x="140656" y="-1"/>
                <a:ext cx="91690"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 name="Google Shape;169;p5"/>
              <p:cNvSpPr/>
              <p:nvPr/>
            </p:nvSpPr>
            <p:spPr>
              <a:xfrm>
                <a:off x="140656"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 name="Google Shape;170;p5"/>
              <p:cNvSpPr/>
              <p:nvPr/>
            </p:nvSpPr>
            <p:spPr>
              <a:xfrm>
                <a:off x="140656" y="364449"/>
                <a:ext cx="91690"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 name="Google Shape;171;p5"/>
              <p:cNvSpPr/>
              <p:nvPr/>
            </p:nvSpPr>
            <p:spPr>
              <a:xfrm>
                <a:off x="-1" y="-1"/>
                <a:ext cx="91715"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 name="Google Shape;172;p5"/>
              <p:cNvSpPr/>
              <p:nvPr/>
            </p:nvSpPr>
            <p:spPr>
              <a:xfrm>
                <a:off x="-1" y="18184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 name="Google Shape;173;p5"/>
              <p:cNvSpPr/>
              <p:nvPr/>
            </p:nvSpPr>
            <p:spPr>
              <a:xfrm>
                <a:off x="-1" y="364449"/>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 name="Google Shape;174;p5"/>
              <p:cNvSpPr/>
              <p:nvPr/>
            </p:nvSpPr>
            <p:spPr>
              <a:xfrm>
                <a:off x="140656" y="51675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9" name="Google Shape;175;p5"/>
              <p:cNvSpPr/>
              <p:nvPr/>
            </p:nvSpPr>
            <p:spPr>
              <a:xfrm>
                <a:off x="140656" y="69936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 name="Google Shape;176;p5"/>
              <p:cNvSpPr/>
              <p:nvPr/>
            </p:nvSpPr>
            <p:spPr>
              <a:xfrm>
                <a:off x="141425" y="882742"/>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 name="Google Shape;177;p5"/>
              <p:cNvSpPr/>
              <p:nvPr/>
            </p:nvSpPr>
            <p:spPr>
              <a:xfrm>
                <a:off x="-1" y="51675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 name="Google Shape;178;p5"/>
              <p:cNvSpPr/>
              <p:nvPr/>
            </p:nvSpPr>
            <p:spPr>
              <a:xfrm>
                <a:off x="-1" y="69936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 name="Google Shape;179;p5"/>
              <p:cNvSpPr/>
              <p:nvPr/>
            </p:nvSpPr>
            <p:spPr>
              <a:xfrm>
                <a:off x="-1" y="882742"/>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grpSp>
        <p:nvGrpSpPr>
          <p:cNvPr id="210" name="Google Shape;182;p6"/>
          <p:cNvGrpSpPr/>
          <p:nvPr/>
        </p:nvGrpSpPr>
        <p:grpSpPr>
          <a:xfrm>
            <a:off x="4800605" y="-2897841"/>
            <a:ext cx="8043478" cy="8043429"/>
            <a:chOff x="0" y="0"/>
            <a:chExt cx="8043477" cy="8043427"/>
          </a:xfrm>
        </p:grpSpPr>
        <p:sp>
          <p:nvSpPr>
            <p:cNvPr id="203" name="Google Shape;183;p6"/>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04" name="Google Shape;184;p6"/>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05" name="Google Shape;185;p6"/>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06" name="Google Shape;186;p6"/>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07" name="Google Shape;187;p6"/>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08" name="Google Shape;188;p6"/>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09" name="Google Shape;189;p6"/>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14" name="Google Shape;190;p6"/>
          <p:cNvGrpSpPr/>
          <p:nvPr/>
        </p:nvGrpSpPr>
        <p:grpSpPr>
          <a:xfrm>
            <a:off x="149114" y="4565313"/>
            <a:ext cx="631788" cy="457730"/>
            <a:chOff x="0" y="0"/>
            <a:chExt cx="631786" cy="457728"/>
          </a:xfrm>
        </p:grpSpPr>
        <p:sp>
          <p:nvSpPr>
            <p:cNvPr id="211" name="Google Shape;191;p6"/>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2" name="Google Shape;192;p6"/>
            <p:cNvSpPr/>
            <p:nvPr/>
          </p:nvSpPr>
          <p:spPr>
            <a:xfrm>
              <a:off x="-1" y="125681"/>
              <a:ext cx="257551"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3" name="Google Shape;193;p6"/>
            <p:cNvSpPr/>
            <p:nvPr/>
          </p:nvSpPr>
          <p:spPr>
            <a:xfrm>
              <a:off x="154803" y="280491"/>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18" name="Google Shape;194;p6"/>
          <p:cNvGrpSpPr/>
          <p:nvPr/>
        </p:nvGrpSpPr>
        <p:grpSpPr>
          <a:xfrm>
            <a:off x="8566487" y="4536499"/>
            <a:ext cx="482555" cy="515283"/>
            <a:chOff x="0" y="0"/>
            <a:chExt cx="482554" cy="515281"/>
          </a:xfrm>
        </p:grpSpPr>
        <p:sp>
          <p:nvSpPr>
            <p:cNvPr id="215" name="Google Shape;195;p6"/>
            <p:cNvSpPr/>
            <p:nvPr/>
          </p:nvSpPr>
          <p:spPr>
            <a:xfrm>
              <a:off x="0" y="277301"/>
              <a:ext cx="166236"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 name="Google Shape;196;p6"/>
            <p:cNvSpPr/>
            <p:nvPr/>
          </p:nvSpPr>
          <p:spPr>
            <a:xfrm>
              <a:off x="380938" y="0"/>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 name="Google Shape;197;p6"/>
            <p:cNvSpPr/>
            <p:nvPr/>
          </p:nvSpPr>
          <p:spPr>
            <a:xfrm>
              <a:off x="105748" y="376760"/>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24" name="Google Shape;198;p6"/>
          <p:cNvGrpSpPr/>
          <p:nvPr/>
        </p:nvGrpSpPr>
        <p:grpSpPr>
          <a:xfrm>
            <a:off x="8566509" y="405014"/>
            <a:ext cx="355672" cy="1888160"/>
            <a:chOff x="0" y="0"/>
            <a:chExt cx="355670" cy="1888159"/>
          </a:xfrm>
        </p:grpSpPr>
        <p:sp>
          <p:nvSpPr>
            <p:cNvPr id="219" name="Google Shape;199;p6"/>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 name="Google Shape;200;p6"/>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 name="Google Shape;201;p6"/>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 name="Google Shape;202;p6"/>
            <p:cNvSpPr/>
            <p:nvPr/>
          </p:nvSpPr>
          <p:spPr>
            <a:xfrm>
              <a:off x="126241" y="1667931"/>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 name="Google Shape;203;p6"/>
            <p:cNvSpPr/>
            <p:nvPr/>
          </p:nvSpPr>
          <p:spPr>
            <a:xfrm>
              <a:off x="269977"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37" name="Google Shape;204;p6"/>
          <p:cNvGrpSpPr/>
          <p:nvPr/>
        </p:nvGrpSpPr>
        <p:grpSpPr>
          <a:xfrm>
            <a:off x="149051" y="264131"/>
            <a:ext cx="232347" cy="973666"/>
            <a:chOff x="0" y="-1"/>
            <a:chExt cx="232345" cy="973664"/>
          </a:xfrm>
        </p:grpSpPr>
        <p:sp>
          <p:nvSpPr>
            <p:cNvPr id="225" name="Google Shape;205;p6"/>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6" name="Google Shape;206;p6"/>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7" name="Google Shape;207;p6"/>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8" name="Google Shape;208;p6"/>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9" name="Google Shape;209;p6"/>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0" name="Google Shape;210;p6"/>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1" name="Google Shape;211;p6"/>
            <p:cNvSpPr/>
            <p:nvPr/>
          </p:nvSpPr>
          <p:spPr>
            <a:xfrm>
              <a:off x="140655" y="51675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2" name="Google Shape;212;p6"/>
            <p:cNvSpPr/>
            <p:nvPr/>
          </p:nvSpPr>
          <p:spPr>
            <a:xfrm>
              <a:off x="140655" y="69936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3" name="Google Shape;213;p6"/>
            <p:cNvSpPr/>
            <p:nvPr/>
          </p:nvSpPr>
          <p:spPr>
            <a:xfrm>
              <a:off x="141424" y="882741"/>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4" name="Google Shape;214;p6"/>
            <p:cNvSpPr/>
            <p:nvPr/>
          </p:nvSpPr>
          <p:spPr>
            <a:xfrm>
              <a:off x="0" y="51675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5" name="Google Shape;215;p6"/>
            <p:cNvSpPr/>
            <p:nvPr/>
          </p:nvSpPr>
          <p:spPr>
            <a:xfrm>
              <a:off x="0" y="69936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6" name="Google Shape;216;p6"/>
            <p:cNvSpPr/>
            <p:nvPr/>
          </p:nvSpPr>
          <p:spPr>
            <a:xfrm>
              <a:off x="0" y="882741"/>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42" name="Google Shape;217;p6"/>
          <p:cNvGrpSpPr/>
          <p:nvPr/>
        </p:nvGrpSpPr>
        <p:grpSpPr>
          <a:xfrm>
            <a:off x="7173810" y="193699"/>
            <a:ext cx="609543" cy="583576"/>
            <a:chOff x="0" y="0"/>
            <a:chExt cx="609541" cy="583575"/>
          </a:xfrm>
        </p:grpSpPr>
        <p:sp>
          <p:nvSpPr>
            <p:cNvPr id="238" name="Google Shape;218;p6"/>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9" name="Google Shape;219;p6"/>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40" name="Google Shape;220;p6"/>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41" name="Google Shape;221;p6"/>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243" name="Title Text"/>
          <p:cNvSpPr txBox="1"/>
          <p:nvPr>
            <p:ph type="title"/>
          </p:nvPr>
        </p:nvSpPr>
        <p:spPr>
          <a:prstGeom prst="rect">
            <a:avLst/>
          </a:prstGeom>
        </p:spPr>
        <p:txBody>
          <a:bodyPr/>
          <a:lstStyle/>
          <a:p>
            <a:pPr/>
            <a:r>
              <a:t>Title Text</a:t>
            </a:r>
          </a:p>
        </p:txBody>
      </p:sp>
      <p:sp>
        <p:nvSpPr>
          <p:cNvPr id="2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NE_COLUMN_TEXT">
    <p:spTree>
      <p:nvGrpSpPr>
        <p:cNvPr id="1" name=""/>
        <p:cNvGrpSpPr/>
        <p:nvPr/>
      </p:nvGrpSpPr>
      <p:grpSpPr>
        <a:xfrm>
          <a:off x="0" y="0"/>
          <a:ext cx="0" cy="0"/>
          <a:chOff x="0" y="0"/>
          <a:chExt cx="0" cy="0"/>
        </a:xfrm>
      </p:grpSpPr>
      <p:sp>
        <p:nvSpPr>
          <p:cNvPr id="251" name="Body Level One…"/>
          <p:cNvSpPr txBox="1"/>
          <p:nvPr>
            <p:ph type="body" sz="half" idx="1"/>
          </p:nvPr>
        </p:nvSpPr>
        <p:spPr>
          <a:xfrm>
            <a:off x="4419600" y="1340891"/>
            <a:ext cx="3858901" cy="2616602"/>
          </a:xfrm>
          <a:prstGeom prst="rect">
            <a:avLst/>
          </a:prstGeom>
        </p:spPr>
        <p:txBody>
          <a:bodyPr anchor="ctr"/>
          <a:lstStyle>
            <a:lvl1pPr indent="-317500">
              <a:buClr>
                <a:schemeClr val="accent1"/>
              </a:buClr>
              <a:buSzPts val="1400"/>
              <a:buFont typeface="Helvetica"/>
              <a:buChar char="●"/>
              <a:defRPr sz="1400"/>
            </a:lvl1pPr>
            <a:lvl2pPr marL="914400" indent="-317500">
              <a:buClr>
                <a:schemeClr val="accent1"/>
              </a:buClr>
              <a:buSzPts val="1400"/>
              <a:buFont typeface="Helvetica"/>
              <a:buChar char="○"/>
              <a:defRPr sz="1400"/>
            </a:lvl2pPr>
            <a:lvl3pPr marL="1371600" indent="-317500">
              <a:buClr>
                <a:schemeClr val="accent1"/>
              </a:buClr>
              <a:buSzPts val="1400"/>
              <a:buFont typeface="Helvetica"/>
              <a:buChar char="■"/>
              <a:defRPr sz="1400"/>
            </a:lvl3pPr>
            <a:lvl4pPr marL="1828800" indent="-317500">
              <a:buClr>
                <a:schemeClr val="accent1"/>
              </a:buClr>
              <a:buSzPts val="1400"/>
              <a:buFont typeface="Helvetica"/>
              <a:buChar char="●"/>
              <a:defRPr sz="1400"/>
            </a:lvl4pPr>
            <a:lvl5pPr marL="2286000" indent="-317500">
              <a:buClr>
                <a:schemeClr val="accent1"/>
              </a:buClr>
              <a:buSzPts val="1400"/>
              <a:buFont typeface="Helvetica"/>
              <a:buChar char="○"/>
              <a:defRPr sz="1400"/>
            </a:lvl5pPr>
          </a:lstStyle>
          <a:p>
            <a:pPr/>
            <a:r>
              <a:t>Body Level One</a:t>
            </a:r>
          </a:p>
          <a:p>
            <a:pPr lvl="1"/>
            <a:r>
              <a:t>Body Level Two</a:t>
            </a:r>
          </a:p>
          <a:p>
            <a:pPr lvl="2"/>
            <a:r>
              <a:t>Body Level Three</a:t>
            </a:r>
          </a:p>
          <a:p>
            <a:pPr lvl="3"/>
            <a:r>
              <a:t>Body Level Four</a:t>
            </a:r>
          </a:p>
          <a:p>
            <a:pPr lvl="4"/>
            <a:r>
              <a:t>Body Level Five</a:t>
            </a:r>
          </a:p>
        </p:txBody>
      </p:sp>
      <p:sp>
        <p:nvSpPr>
          <p:cNvPr id="252" name="Title Text"/>
          <p:cNvSpPr txBox="1"/>
          <p:nvPr>
            <p:ph type="title"/>
          </p:nvPr>
        </p:nvSpPr>
        <p:spPr>
          <a:xfrm>
            <a:off x="713099" y="2012175"/>
            <a:ext cx="2755202" cy="1047602"/>
          </a:xfrm>
          <a:prstGeom prst="rect">
            <a:avLst/>
          </a:prstGeom>
        </p:spPr>
        <p:txBody>
          <a:bodyPr/>
          <a:lstStyle>
            <a:lvl1pPr algn="l"/>
          </a:lstStyle>
          <a:p>
            <a:pPr/>
            <a:r>
              <a:t>Title Text</a:t>
            </a:r>
          </a:p>
        </p:txBody>
      </p:sp>
      <p:grpSp>
        <p:nvGrpSpPr>
          <p:cNvPr id="260" name="Google Shape;225;p7"/>
          <p:cNvGrpSpPr/>
          <p:nvPr/>
        </p:nvGrpSpPr>
        <p:grpSpPr>
          <a:xfrm>
            <a:off x="4846105" y="-5016941"/>
            <a:ext cx="8043478" cy="8043429"/>
            <a:chOff x="0" y="0"/>
            <a:chExt cx="8043477" cy="8043427"/>
          </a:xfrm>
        </p:grpSpPr>
        <p:sp>
          <p:nvSpPr>
            <p:cNvPr id="253" name="Google Shape;226;p7"/>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4" name="Google Shape;227;p7"/>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5" name="Google Shape;228;p7"/>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6" name="Google Shape;229;p7"/>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7" name="Google Shape;230;p7"/>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8" name="Google Shape;231;p7"/>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9" name="Google Shape;232;p7"/>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87" name="Google Shape;233;p7"/>
          <p:cNvGrpSpPr/>
          <p:nvPr/>
        </p:nvGrpSpPr>
        <p:grpSpPr>
          <a:xfrm>
            <a:off x="280136" y="93824"/>
            <a:ext cx="8677884" cy="4873905"/>
            <a:chOff x="0" y="0"/>
            <a:chExt cx="8677882" cy="4873904"/>
          </a:xfrm>
        </p:grpSpPr>
        <p:sp>
          <p:nvSpPr>
            <p:cNvPr id="261" name="Google Shape;234;p7"/>
            <p:cNvSpPr/>
            <p:nvPr/>
          </p:nvSpPr>
          <p:spPr>
            <a:xfrm>
              <a:off x="7321332" y="0"/>
              <a:ext cx="462362"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266" name="Google Shape;235;p7"/>
            <p:cNvGrpSpPr/>
            <p:nvPr/>
          </p:nvGrpSpPr>
          <p:grpSpPr>
            <a:xfrm>
              <a:off x="4352072" y="134269"/>
              <a:ext cx="365845" cy="328054"/>
              <a:chOff x="0" y="0"/>
              <a:chExt cx="365844" cy="328053"/>
            </a:xfrm>
          </p:grpSpPr>
          <p:sp>
            <p:nvSpPr>
              <p:cNvPr id="262" name="Google Shape;236;p7"/>
              <p:cNvSpPr/>
              <p:nvPr/>
            </p:nvSpPr>
            <p:spPr>
              <a:xfrm>
                <a:off x="280149"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63" name="Google Shape;237;p7"/>
              <p:cNvSpPr/>
              <p:nvPr/>
            </p:nvSpPr>
            <p:spPr>
              <a:xfrm>
                <a:off x="121662" y="242358"/>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64" name="Google Shape;238;p7"/>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65" name="Google Shape;239;p7"/>
              <p:cNvSpPr/>
              <p:nvPr/>
            </p:nvSpPr>
            <p:spPr>
              <a:xfrm>
                <a:off x="-1" y="98595"/>
                <a:ext cx="213793"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267" name="Google Shape;240;p7"/>
            <p:cNvSpPr/>
            <p:nvPr/>
          </p:nvSpPr>
          <p:spPr>
            <a:xfrm>
              <a:off x="580642" y="202647"/>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273" name="Google Shape;241;p7"/>
            <p:cNvGrpSpPr/>
            <p:nvPr/>
          </p:nvGrpSpPr>
          <p:grpSpPr>
            <a:xfrm>
              <a:off x="8322211" y="2368265"/>
              <a:ext cx="355672" cy="1888161"/>
              <a:chOff x="0" y="0"/>
              <a:chExt cx="355671" cy="1888160"/>
            </a:xfrm>
          </p:grpSpPr>
          <p:sp>
            <p:nvSpPr>
              <p:cNvPr id="268" name="Google Shape;242;p7"/>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69" name="Google Shape;243;p7"/>
              <p:cNvSpPr/>
              <p:nvPr/>
            </p:nvSpPr>
            <p:spPr>
              <a:xfrm>
                <a:off x="0" y="97683"/>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0" name="Google Shape;244;p7"/>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1" name="Google Shape;245;p7"/>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2" name="Google Shape;246;p7"/>
              <p:cNvSpPr/>
              <p:nvPr/>
            </p:nvSpPr>
            <p:spPr>
              <a:xfrm>
                <a:off x="269977" y="1802467"/>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78" name="Google Shape;247;p7"/>
            <p:cNvGrpSpPr/>
            <p:nvPr/>
          </p:nvGrpSpPr>
          <p:grpSpPr>
            <a:xfrm>
              <a:off x="-1" y="965849"/>
              <a:ext cx="609543" cy="583576"/>
              <a:chOff x="0" y="0"/>
              <a:chExt cx="609541" cy="583575"/>
            </a:xfrm>
          </p:grpSpPr>
          <p:sp>
            <p:nvSpPr>
              <p:cNvPr id="274" name="Google Shape;248;p7"/>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5" name="Google Shape;249;p7"/>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6" name="Google Shape;250;p7"/>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7" name="Google Shape;251;p7"/>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82" name="Google Shape;252;p7"/>
            <p:cNvGrpSpPr/>
            <p:nvPr/>
          </p:nvGrpSpPr>
          <p:grpSpPr>
            <a:xfrm>
              <a:off x="208702" y="4358465"/>
              <a:ext cx="631788" cy="457730"/>
              <a:chOff x="0" y="0"/>
              <a:chExt cx="631786" cy="457728"/>
            </a:xfrm>
          </p:grpSpPr>
          <p:sp>
            <p:nvSpPr>
              <p:cNvPr id="279" name="Google Shape;253;p7"/>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80" name="Google Shape;254;p7"/>
              <p:cNvSpPr/>
              <p:nvPr/>
            </p:nvSpPr>
            <p:spPr>
              <a:xfrm>
                <a:off x="-1" y="125681"/>
                <a:ext cx="257551"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81" name="Google Shape;255;p7"/>
              <p:cNvSpPr/>
              <p:nvPr/>
            </p:nvSpPr>
            <p:spPr>
              <a:xfrm>
                <a:off x="154803" y="280491"/>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86" name="Google Shape;256;p7"/>
            <p:cNvGrpSpPr/>
            <p:nvPr/>
          </p:nvGrpSpPr>
          <p:grpSpPr>
            <a:xfrm>
              <a:off x="7169874" y="4538651"/>
              <a:ext cx="456237" cy="335254"/>
              <a:chOff x="0" y="-1"/>
              <a:chExt cx="456235" cy="335252"/>
            </a:xfrm>
          </p:grpSpPr>
          <p:sp>
            <p:nvSpPr>
              <p:cNvPr id="283" name="Google Shape;257;p7"/>
              <p:cNvSpPr/>
              <p:nvPr/>
            </p:nvSpPr>
            <p:spPr>
              <a:xfrm>
                <a:off x="-1" y="54474"/>
                <a:ext cx="159780" cy="15886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84" name="Google Shape;258;p7"/>
              <p:cNvSpPr/>
              <p:nvPr/>
            </p:nvSpPr>
            <p:spPr>
              <a:xfrm>
                <a:off x="98851" y="148663"/>
                <a:ext cx="185609" cy="18658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85" name="Google Shape;259;p7"/>
              <p:cNvSpPr/>
              <p:nvPr/>
            </p:nvSpPr>
            <p:spPr>
              <a:xfrm>
                <a:off x="263197" y="-2"/>
                <a:ext cx="193038" cy="1930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2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MAIN_POINT">
    <p:spTree>
      <p:nvGrpSpPr>
        <p:cNvPr id="1" name=""/>
        <p:cNvGrpSpPr/>
        <p:nvPr/>
      </p:nvGrpSpPr>
      <p:grpSpPr>
        <a:xfrm>
          <a:off x="0" y="0"/>
          <a:ext cx="0" cy="0"/>
          <a:chOff x="0" y="0"/>
          <a:chExt cx="0" cy="0"/>
        </a:xfrm>
      </p:grpSpPr>
      <p:sp>
        <p:nvSpPr>
          <p:cNvPr id="295" name="Title Text"/>
          <p:cNvSpPr txBox="1"/>
          <p:nvPr>
            <p:ph type="title"/>
          </p:nvPr>
        </p:nvSpPr>
        <p:spPr>
          <a:xfrm>
            <a:off x="2447100" y="662625"/>
            <a:ext cx="5983800" cy="2529302"/>
          </a:xfrm>
          <a:prstGeom prst="rect">
            <a:avLst/>
          </a:prstGeom>
        </p:spPr>
        <p:txBody>
          <a:bodyPr/>
          <a:lstStyle>
            <a:lvl1pPr algn="r">
              <a:lnSpc>
                <a:spcPct val="90000"/>
              </a:lnSpc>
              <a:defRPr sz="7300"/>
            </a:lvl1pPr>
          </a:lstStyle>
          <a:p>
            <a:pPr/>
            <a:r>
              <a:t>Title Text</a:t>
            </a:r>
          </a:p>
        </p:txBody>
      </p:sp>
      <p:grpSp>
        <p:nvGrpSpPr>
          <p:cNvPr id="303" name="Google Shape;262;p8"/>
          <p:cNvGrpSpPr/>
          <p:nvPr/>
        </p:nvGrpSpPr>
        <p:grpSpPr>
          <a:xfrm>
            <a:off x="3963663" y="-2091202"/>
            <a:ext cx="8043478" cy="8043428"/>
            <a:chOff x="0" y="0"/>
            <a:chExt cx="8043477" cy="8043426"/>
          </a:xfrm>
        </p:grpSpPr>
        <p:sp>
          <p:nvSpPr>
            <p:cNvPr id="296" name="Google Shape;263;p8"/>
            <p:cNvSpPr/>
            <p:nvPr/>
          </p:nvSpPr>
          <p:spPr>
            <a:xfrm>
              <a:off x="0" y="-1"/>
              <a:ext cx="8043478" cy="8043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97" name="Google Shape;264;p8"/>
            <p:cNvSpPr/>
            <p:nvPr/>
          </p:nvSpPr>
          <p:spPr>
            <a:xfrm>
              <a:off x="546373" y="545600"/>
              <a:ext cx="6950729" cy="6951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98" name="Google Shape;265;p8"/>
            <p:cNvSpPr/>
            <p:nvPr/>
          </p:nvSpPr>
          <p:spPr>
            <a:xfrm>
              <a:off x="1091975" y="1091950"/>
              <a:ext cx="5859528" cy="5860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99" name="Google Shape;266;p8"/>
            <p:cNvSpPr/>
            <p:nvPr/>
          </p:nvSpPr>
          <p:spPr>
            <a:xfrm>
              <a:off x="1637574" y="1637550"/>
              <a:ext cx="4768327" cy="4768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00" name="Google Shape;267;p8"/>
            <p:cNvSpPr/>
            <p:nvPr/>
          </p:nvSpPr>
          <p:spPr>
            <a:xfrm>
              <a:off x="2183949" y="2183926"/>
              <a:ext cx="3675604" cy="3675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01" name="Google Shape;268;p8"/>
            <p:cNvSpPr/>
            <p:nvPr/>
          </p:nvSpPr>
          <p:spPr>
            <a:xfrm>
              <a:off x="2730299" y="2731050"/>
              <a:ext cx="2583628" cy="258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02" name="Google Shape;269;p8"/>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08" name="Google Shape;270;p8"/>
          <p:cNvGrpSpPr/>
          <p:nvPr/>
        </p:nvGrpSpPr>
        <p:grpSpPr>
          <a:xfrm>
            <a:off x="551185" y="193699"/>
            <a:ext cx="609544" cy="583576"/>
            <a:chOff x="0" y="0"/>
            <a:chExt cx="609542" cy="583575"/>
          </a:xfrm>
        </p:grpSpPr>
        <p:sp>
          <p:nvSpPr>
            <p:cNvPr id="304" name="Google Shape;271;p8"/>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05" name="Google Shape;272;p8"/>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06" name="Google Shape;273;p8"/>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07" name="Google Shape;274;p8"/>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13" name="Google Shape;275;p8"/>
          <p:cNvGrpSpPr/>
          <p:nvPr/>
        </p:nvGrpSpPr>
        <p:grpSpPr>
          <a:xfrm>
            <a:off x="8184043" y="317573"/>
            <a:ext cx="498708" cy="477468"/>
            <a:chOff x="0" y="-1"/>
            <a:chExt cx="498707" cy="477467"/>
          </a:xfrm>
        </p:grpSpPr>
        <p:sp>
          <p:nvSpPr>
            <p:cNvPr id="309" name="Google Shape;276;p8"/>
            <p:cNvSpPr/>
            <p:nvPr/>
          </p:nvSpPr>
          <p:spPr>
            <a:xfrm>
              <a:off x="49909" y="198579"/>
              <a:ext cx="213282" cy="21329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10" name="Google Shape;277;p8"/>
            <p:cNvSpPr/>
            <p:nvPr/>
          </p:nvSpPr>
          <p:spPr>
            <a:xfrm>
              <a:off x="188422" y="333409"/>
              <a:ext cx="144050" cy="14405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11" name="Google Shape;278;p8"/>
            <p:cNvSpPr/>
            <p:nvPr/>
          </p:nvSpPr>
          <p:spPr>
            <a:xfrm>
              <a:off x="364805" y="114535"/>
              <a:ext cx="133903" cy="1339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12" name="Google Shape;279;p8"/>
            <p:cNvSpPr/>
            <p:nvPr/>
          </p:nvSpPr>
          <p:spPr>
            <a:xfrm>
              <a:off x="0" y="-2"/>
              <a:ext cx="69282" cy="6928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17" name="Google Shape;280;p8"/>
          <p:cNvGrpSpPr/>
          <p:nvPr/>
        </p:nvGrpSpPr>
        <p:grpSpPr>
          <a:xfrm>
            <a:off x="8353510" y="4107549"/>
            <a:ext cx="456236" cy="335254"/>
            <a:chOff x="-1" y="-1"/>
            <a:chExt cx="456235" cy="335252"/>
          </a:xfrm>
        </p:grpSpPr>
        <p:sp>
          <p:nvSpPr>
            <p:cNvPr id="314" name="Google Shape;281;p8"/>
            <p:cNvSpPr/>
            <p:nvPr/>
          </p:nvSpPr>
          <p:spPr>
            <a:xfrm>
              <a:off x="-2" y="54474"/>
              <a:ext cx="159781" cy="15886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15" name="Google Shape;282;p8"/>
            <p:cNvSpPr/>
            <p:nvPr/>
          </p:nvSpPr>
          <p:spPr>
            <a:xfrm>
              <a:off x="98851" y="148663"/>
              <a:ext cx="185609" cy="18658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16" name="Google Shape;283;p8"/>
            <p:cNvSpPr/>
            <p:nvPr/>
          </p:nvSpPr>
          <p:spPr>
            <a:xfrm>
              <a:off x="263197" y="-2"/>
              <a:ext cx="193038" cy="1930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24" name="Google Shape;284;p8"/>
          <p:cNvGrpSpPr/>
          <p:nvPr/>
        </p:nvGrpSpPr>
        <p:grpSpPr>
          <a:xfrm>
            <a:off x="4713833" y="193730"/>
            <a:ext cx="518247" cy="328057"/>
            <a:chOff x="-1" y="0"/>
            <a:chExt cx="518245" cy="328055"/>
          </a:xfrm>
        </p:grpSpPr>
        <p:sp>
          <p:nvSpPr>
            <p:cNvPr id="318" name="Google Shape;285;p8"/>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323" name="Google Shape;286;p8"/>
            <p:cNvGrpSpPr/>
            <p:nvPr/>
          </p:nvGrpSpPr>
          <p:grpSpPr>
            <a:xfrm>
              <a:off x="-2" y="-1"/>
              <a:ext cx="518247" cy="328057"/>
              <a:chOff x="0" y="0"/>
              <a:chExt cx="518245" cy="328055"/>
            </a:xfrm>
          </p:grpSpPr>
          <p:sp>
            <p:nvSpPr>
              <p:cNvPr id="319" name="Google Shape;287;p8"/>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0" name="Google Shape;288;p8"/>
              <p:cNvSpPr/>
              <p:nvPr/>
            </p:nvSpPr>
            <p:spPr>
              <a:xfrm>
                <a:off x="274063" y="242359"/>
                <a:ext cx="8475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1" name="Google Shape;289;p8"/>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2" name="Google Shape;290;p8"/>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337" name="Google Shape;291;p8"/>
          <p:cNvGrpSpPr/>
          <p:nvPr/>
        </p:nvGrpSpPr>
        <p:grpSpPr>
          <a:xfrm>
            <a:off x="8682758" y="1527567"/>
            <a:ext cx="232348" cy="974434"/>
            <a:chOff x="0" y="0"/>
            <a:chExt cx="232346" cy="974433"/>
          </a:xfrm>
        </p:grpSpPr>
        <p:sp>
          <p:nvSpPr>
            <p:cNvPr id="325" name="Google Shape;292;p8"/>
            <p:cNvSpPr/>
            <p:nvPr/>
          </p:nvSpPr>
          <p:spPr>
            <a:xfrm>
              <a:off x="141425" y="-1"/>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6" name="Google Shape;293;p8"/>
            <p:cNvSpPr/>
            <p:nvPr/>
          </p:nvSpPr>
          <p:spPr>
            <a:xfrm>
              <a:off x="141425" y="18261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7" name="Google Shape;294;p8"/>
            <p:cNvSpPr/>
            <p:nvPr/>
          </p:nvSpPr>
          <p:spPr>
            <a:xfrm>
              <a:off x="141425" y="36522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8" name="Google Shape;295;p8"/>
            <p:cNvSpPr/>
            <p:nvPr/>
          </p:nvSpPr>
          <p:spPr>
            <a:xfrm>
              <a:off x="-1" y="-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29" name="Google Shape;296;p8"/>
            <p:cNvSpPr/>
            <p:nvPr/>
          </p:nvSpPr>
          <p:spPr>
            <a:xfrm>
              <a:off x="-1" y="18261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0" name="Google Shape;297;p8"/>
            <p:cNvSpPr/>
            <p:nvPr/>
          </p:nvSpPr>
          <p:spPr>
            <a:xfrm>
              <a:off x="-1" y="36445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1" name="Google Shape;298;p8"/>
            <p:cNvSpPr/>
            <p:nvPr/>
          </p:nvSpPr>
          <p:spPr>
            <a:xfrm>
              <a:off x="141425" y="518292"/>
              <a:ext cx="90922"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2" name="Google Shape;299;p8"/>
            <p:cNvSpPr/>
            <p:nvPr/>
          </p:nvSpPr>
          <p:spPr>
            <a:xfrm>
              <a:off x="141425" y="700132"/>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3" name="Google Shape;300;p8"/>
            <p:cNvSpPr/>
            <p:nvPr/>
          </p:nvSpPr>
          <p:spPr>
            <a:xfrm>
              <a:off x="141425" y="882742"/>
              <a:ext cx="9092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4" name="Google Shape;301;p8"/>
            <p:cNvSpPr/>
            <p:nvPr/>
          </p:nvSpPr>
          <p:spPr>
            <a:xfrm>
              <a:off x="-1" y="518292"/>
              <a:ext cx="91715"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5" name="Google Shape;302;p8"/>
            <p:cNvSpPr/>
            <p:nvPr/>
          </p:nvSpPr>
          <p:spPr>
            <a:xfrm>
              <a:off x="-1" y="69936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6" name="Google Shape;303;p8"/>
            <p:cNvSpPr/>
            <p:nvPr/>
          </p:nvSpPr>
          <p:spPr>
            <a:xfrm>
              <a:off x="-1" y="88197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41" name="Google Shape;304;p8"/>
          <p:cNvGrpSpPr/>
          <p:nvPr/>
        </p:nvGrpSpPr>
        <p:grpSpPr>
          <a:xfrm>
            <a:off x="4081989" y="4515389"/>
            <a:ext cx="631788" cy="457730"/>
            <a:chOff x="0" y="0"/>
            <a:chExt cx="631786" cy="457729"/>
          </a:xfrm>
        </p:grpSpPr>
        <p:sp>
          <p:nvSpPr>
            <p:cNvPr id="338" name="Google Shape;305;p8"/>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39" name="Google Shape;306;p8"/>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40" name="Google Shape;307;p8"/>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3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TITLE_AND_DESCRIPTION">
    <p:spTree>
      <p:nvGrpSpPr>
        <p:cNvPr id="1" name=""/>
        <p:cNvGrpSpPr/>
        <p:nvPr/>
      </p:nvGrpSpPr>
      <p:grpSpPr>
        <a:xfrm>
          <a:off x="0" y="0"/>
          <a:ext cx="0" cy="0"/>
          <a:chOff x="0" y="0"/>
          <a:chExt cx="0" cy="0"/>
        </a:xfrm>
      </p:grpSpPr>
      <p:sp>
        <p:nvSpPr>
          <p:cNvPr id="349" name="Title Text"/>
          <p:cNvSpPr txBox="1"/>
          <p:nvPr>
            <p:ph type="title"/>
          </p:nvPr>
        </p:nvSpPr>
        <p:spPr>
          <a:xfrm>
            <a:off x="713099" y="1685687"/>
            <a:ext cx="4695002" cy="658202"/>
          </a:xfrm>
          <a:prstGeom prst="rect">
            <a:avLst/>
          </a:prstGeom>
        </p:spPr>
        <p:txBody>
          <a:bodyPr/>
          <a:lstStyle>
            <a:lvl1pPr>
              <a:defRPr sz="4500">
                <a:solidFill>
                  <a:schemeClr val="accent1"/>
                </a:solidFill>
              </a:defRPr>
            </a:lvl1pPr>
          </a:lstStyle>
          <a:p>
            <a:pPr/>
            <a:r>
              <a:t>Title Text</a:t>
            </a:r>
          </a:p>
        </p:txBody>
      </p:sp>
      <p:sp>
        <p:nvSpPr>
          <p:cNvPr id="350" name="Body Level One…"/>
          <p:cNvSpPr txBox="1"/>
          <p:nvPr>
            <p:ph type="body" sz="quarter" idx="1"/>
          </p:nvPr>
        </p:nvSpPr>
        <p:spPr>
          <a:xfrm>
            <a:off x="713099" y="2343911"/>
            <a:ext cx="4695002" cy="1113902"/>
          </a:xfrm>
          <a:prstGeom prst="rect">
            <a:avLst/>
          </a:prstGeom>
        </p:spPr>
        <p:txBody>
          <a:bodyPr anchor="ctr"/>
          <a:lstStyle>
            <a:lvl1pPr marL="177800" indent="-38100" algn="ctr">
              <a:buClrTx/>
              <a:buSzTx/>
              <a:buNone/>
              <a:defRPr sz="1600"/>
            </a:lvl1pPr>
            <a:lvl2pPr marL="177800" indent="139700" algn="ctr">
              <a:buClrTx/>
              <a:buSzTx/>
              <a:buNone/>
              <a:defRPr sz="1600"/>
            </a:lvl2pPr>
            <a:lvl3pPr marL="177800" indent="139700" algn="ctr">
              <a:buClrTx/>
              <a:buSzTx/>
              <a:buNone/>
              <a:defRPr sz="1600"/>
            </a:lvl3pPr>
            <a:lvl4pPr marL="177800" indent="139700" algn="ctr">
              <a:buClrTx/>
              <a:buSzTx/>
              <a:buNone/>
              <a:defRPr sz="1600"/>
            </a:lvl4pPr>
            <a:lvl5pPr marL="177800" indent="139700" algn="ctr">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358" name="Google Shape;311;p9"/>
          <p:cNvGrpSpPr/>
          <p:nvPr/>
        </p:nvGrpSpPr>
        <p:grpSpPr>
          <a:xfrm>
            <a:off x="3980486" y="-2089080"/>
            <a:ext cx="8043478" cy="8043429"/>
            <a:chOff x="0" y="0"/>
            <a:chExt cx="8043477" cy="8043427"/>
          </a:xfrm>
        </p:grpSpPr>
        <p:sp>
          <p:nvSpPr>
            <p:cNvPr id="351" name="Google Shape;312;p9"/>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52" name="Google Shape;313;p9"/>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53" name="Google Shape;314;p9"/>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54" name="Google Shape;315;p9"/>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55" name="Google Shape;316;p9"/>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56" name="Google Shape;317;p9"/>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57" name="Google Shape;318;p9"/>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63" name="Google Shape;319;p9"/>
          <p:cNvGrpSpPr/>
          <p:nvPr/>
        </p:nvGrpSpPr>
        <p:grpSpPr>
          <a:xfrm>
            <a:off x="551185" y="193699"/>
            <a:ext cx="609544" cy="583576"/>
            <a:chOff x="0" y="0"/>
            <a:chExt cx="609542" cy="583575"/>
          </a:xfrm>
        </p:grpSpPr>
        <p:sp>
          <p:nvSpPr>
            <p:cNvPr id="359" name="Google Shape;320;p9"/>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60" name="Google Shape;321;p9"/>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61" name="Google Shape;322;p9"/>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62" name="Google Shape;323;p9"/>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67" name="Google Shape;324;p9"/>
          <p:cNvGrpSpPr/>
          <p:nvPr/>
        </p:nvGrpSpPr>
        <p:grpSpPr>
          <a:xfrm>
            <a:off x="3657939" y="4442864"/>
            <a:ext cx="631788" cy="457730"/>
            <a:chOff x="0" y="0"/>
            <a:chExt cx="631786" cy="457729"/>
          </a:xfrm>
        </p:grpSpPr>
        <p:sp>
          <p:nvSpPr>
            <p:cNvPr id="364" name="Google Shape;325;p9"/>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65" name="Google Shape;326;p9"/>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66" name="Google Shape;327;p9"/>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72" name="Google Shape;328;p9"/>
          <p:cNvGrpSpPr/>
          <p:nvPr/>
        </p:nvGrpSpPr>
        <p:grpSpPr>
          <a:xfrm>
            <a:off x="8184043" y="317573"/>
            <a:ext cx="498708" cy="477468"/>
            <a:chOff x="0" y="-1"/>
            <a:chExt cx="498707" cy="477467"/>
          </a:xfrm>
        </p:grpSpPr>
        <p:sp>
          <p:nvSpPr>
            <p:cNvPr id="368" name="Google Shape;329;p9"/>
            <p:cNvSpPr/>
            <p:nvPr/>
          </p:nvSpPr>
          <p:spPr>
            <a:xfrm>
              <a:off x="49909" y="198579"/>
              <a:ext cx="213282" cy="21329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69" name="Google Shape;330;p9"/>
            <p:cNvSpPr/>
            <p:nvPr/>
          </p:nvSpPr>
          <p:spPr>
            <a:xfrm>
              <a:off x="188422" y="333409"/>
              <a:ext cx="144050" cy="14405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70" name="Google Shape;331;p9"/>
            <p:cNvSpPr/>
            <p:nvPr/>
          </p:nvSpPr>
          <p:spPr>
            <a:xfrm>
              <a:off x="364805" y="114535"/>
              <a:ext cx="133903" cy="1339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71" name="Google Shape;332;p9"/>
            <p:cNvSpPr/>
            <p:nvPr/>
          </p:nvSpPr>
          <p:spPr>
            <a:xfrm>
              <a:off x="0" y="-2"/>
              <a:ext cx="69282" cy="6928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76" name="Google Shape;333;p9"/>
          <p:cNvGrpSpPr/>
          <p:nvPr/>
        </p:nvGrpSpPr>
        <p:grpSpPr>
          <a:xfrm>
            <a:off x="8353510" y="4107549"/>
            <a:ext cx="456236" cy="335254"/>
            <a:chOff x="-1" y="-1"/>
            <a:chExt cx="456235" cy="335252"/>
          </a:xfrm>
        </p:grpSpPr>
        <p:sp>
          <p:nvSpPr>
            <p:cNvPr id="373" name="Google Shape;334;p9"/>
            <p:cNvSpPr/>
            <p:nvPr/>
          </p:nvSpPr>
          <p:spPr>
            <a:xfrm>
              <a:off x="-2" y="54474"/>
              <a:ext cx="159781" cy="15886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74" name="Google Shape;335;p9"/>
            <p:cNvSpPr/>
            <p:nvPr/>
          </p:nvSpPr>
          <p:spPr>
            <a:xfrm>
              <a:off x="98851" y="148663"/>
              <a:ext cx="185609" cy="18658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75" name="Google Shape;336;p9"/>
            <p:cNvSpPr/>
            <p:nvPr/>
          </p:nvSpPr>
          <p:spPr>
            <a:xfrm>
              <a:off x="263197" y="-2"/>
              <a:ext cx="193038" cy="1930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89" name="Google Shape;337;p9"/>
          <p:cNvGrpSpPr/>
          <p:nvPr/>
        </p:nvGrpSpPr>
        <p:grpSpPr>
          <a:xfrm>
            <a:off x="8682758" y="1527567"/>
            <a:ext cx="232348" cy="974434"/>
            <a:chOff x="0" y="0"/>
            <a:chExt cx="232346" cy="974433"/>
          </a:xfrm>
        </p:grpSpPr>
        <p:sp>
          <p:nvSpPr>
            <p:cNvPr id="377" name="Google Shape;338;p9"/>
            <p:cNvSpPr/>
            <p:nvPr/>
          </p:nvSpPr>
          <p:spPr>
            <a:xfrm>
              <a:off x="141425" y="-1"/>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78" name="Google Shape;339;p9"/>
            <p:cNvSpPr/>
            <p:nvPr/>
          </p:nvSpPr>
          <p:spPr>
            <a:xfrm>
              <a:off x="141425" y="18261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79" name="Google Shape;340;p9"/>
            <p:cNvSpPr/>
            <p:nvPr/>
          </p:nvSpPr>
          <p:spPr>
            <a:xfrm>
              <a:off x="141425" y="36522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0" name="Google Shape;341;p9"/>
            <p:cNvSpPr/>
            <p:nvPr/>
          </p:nvSpPr>
          <p:spPr>
            <a:xfrm>
              <a:off x="-1" y="-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1" name="Google Shape;342;p9"/>
            <p:cNvSpPr/>
            <p:nvPr/>
          </p:nvSpPr>
          <p:spPr>
            <a:xfrm>
              <a:off x="-1" y="18261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2" name="Google Shape;343;p9"/>
            <p:cNvSpPr/>
            <p:nvPr/>
          </p:nvSpPr>
          <p:spPr>
            <a:xfrm>
              <a:off x="-1" y="36445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3" name="Google Shape;344;p9"/>
            <p:cNvSpPr/>
            <p:nvPr/>
          </p:nvSpPr>
          <p:spPr>
            <a:xfrm>
              <a:off x="141425" y="518292"/>
              <a:ext cx="90922"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4" name="Google Shape;345;p9"/>
            <p:cNvSpPr/>
            <p:nvPr/>
          </p:nvSpPr>
          <p:spPr>
            <a:xfrm>
              <a:off x="141425" y="700132"/>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5" name="Google Shape;346;p9"/>
            <p:cNvSpPr/>
            <p:nvPr/>
          </p:nvSpPr>
          <p:spPr>
            <a:xfrm>
              <a:off x="141425" y="882742"/>
              <a:ext cx="9092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6" name="Google Shape;347;p9"/>
            <p:cNvSpPr/>
            <p:nvPr/>
          </p:nvSpPr>
          <p:spPr>
            <a:xfrm>
              <a:off x="-1" y="518292"/>
              <a:ext cx="91715"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7" name="Google Shape;348;p9"/>
            <p:cNvSpPr/>
            <p:nvPr/>
          </p:nvSpPr>
          <p:spPr>
            <a:xfrm>
              <a:off x="-1" y="69936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88" name="Google Shape;349;p9"/>
            <p:cNvSpPr/>
            <p:nvPr/>
          </p:nvSpPr>
          <p:spPr>
            <a:xfrm>
              <a:off x="-1" y="88197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396" name="Google Shape;350;p9"/>
          <p:cNvGrpSpPr/>
          <p:nvPr/>
        </p:nvGrpSpPr>
        <p:grpSpPr>
          <a:xfrm>
            <a:off x="4713833" y="193730"/>
            <a:ext cx="518247" cy="328057"/>
            <a:chOff x="-1" y="0"/>
            <a:chExt cx="518245" cy="328055"/>
          </a:xfrm>
        </p:grpSpPr>
        <p:sp>
          <p:nvSpPr>
            <p:cNvPr id="390" name="Google Shape;351;p9"/>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395" name="Google Shape;352;p9"/>
            <p:cNvGrpSpPr/>
            <p:nvPr/>
          </p:nvGrpSpPr>
          <p:grpSpPr>
            <a:xfrm>
              <a:off x="-2" y="-1"/>
              <a:ext cx="518247" cy="328057"/>
              <a:chOff x="0" y="0"/>
              <a:chExt cx="518245" cy="328055"/>
            </a:xfrm>
          </p:grpSpPr>
          <p:sp>
            <p:nvSpPr>
              <p:cNvPr id="391" name="Google Shape;353;p9"/>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92" name="Google Shape;354;p9"/>
              <p:cNvSpPr/>
              <p:nvPr/>
            </p:nvSpPr>
            <p:spPr>
              <a:xfrm>
                <a:off x="274063" y="242359"/>
                <a:ext cx="8475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93" name="Google Shape;355;p9"/>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394" name="Google Shape;356;p9"/>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3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APTION_ONLY">
    <p:spTree>
      <p:nvGrpSpPr>
        <p:cNvPr id="1" name=""/>
        <p:cNvGrpSpPr/>
        <p:nvPr/>
      </p:nvGrpSpPr>
      <p:grpSpPr>
        <a:xfrm>
          <a:off x="0" y="0"/>
          <a:ext cx="0" cy="0"/>
          <a:chOff x="0" y="0"/>
          <a:chExt cx="0" cy="0"/>
        </a:xfrm>
      </p:grpSpPr>
      <p:sp>
        <p:nvSpPr>
          <p:cNvPr id="404" name="Title Text"/>
          <p:cNvSpPr txBox="1"/>
          <p:nvPr>
            <p:ph type="title"/>
          </p:nvPr>
        </p:nvSpPr>
        <p:spPr>
          <a:xfrm>
            <a:off x="1172550" y="3692923"/>
            <a:ext cx="6798900" cy="876002"/>
          </a:xfrm>
          <a:prstGeom prst="rect">
            <a:avLst/>
          </a:prstGeom>
        </p:spPr>
        <p:txBody>
          <a:bodyPr/>
          <a:lstStyle>
            <a:lvl1pPr>
              <a:defRPr>
                <a:solidFill>
                  <a:schemeClr val="accent1"/>
                </a:solidFill>
              </a:defRPr>
            </a:lvl1pPr>
          </a:lstStyle>
          <a:p>
            <a:pPr/>
            <a:r>
              <a:t>Title Text</a:t>
            </a:r>
          </a:p>
        </p:txBody>
      </p:sp>
      <p:grpSp>
        <p:nvGrpSpPr>
          <p:cNvPr id="408" name="Google Shape;359;p10"/>
          <p:cNvGrpSpPr/>
          <p:nvPr/>
        </p:nvGrpSpPr>
        <p:grpSpPr>
          <a:xfrm>
            <a:off x="301698" y="494693"/>
            <a:ext cx="535668" cy="317681"/>
            <a:chOff x="0" y="0"/>
            <a:chExt cx="535667" cy="317679"/>
          </a:xfrm>
        </p:grpSpPr>
        <p:sp>
          <p:nvSpPr>
            <p:cNvPr id="405" name="Google Shape;360;p10"/>
            <p:cNvSpPr/>
            <p:nvPr/>
          </p:nvSpPr>
          <p:spPr>
            <a:xfrm>
              <a:off x="352777" y="-1"/>
              <a:ext cx="182890" cy="18377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06" name="Google Shape;361;p10"/>
            <p:cNvSpPr/>
            <p:nvPr/>
          </p:nvSpPr>
          <p:spPr>
            <a:xfrm>
              <a:off x="207801" y="109872"/>
              <a:ext cx="207796" cy="20780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07" name="Google Shape;362;p10"/>
            <p:cNvSpPr/>
            <p:nvPr/>
          </p:nvSpPr>
          <p:spPr>
            <a:xfrm>
              <a:off x="-1" y="46172"/>
              <a:ext cx="110842" cy="11079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13" name="Google Shape;363;p10"/>
          <p:cNvGrpSpPr/>
          <p:nvPr/>
        </p:nvGrpSpPr>
        <p:grpSpPr>
          <a:xfrm>
            <a:off x="159607" y="2603418"/>
            <a:ext cx="365847" cy="328054"/>
            <a:chOff x="-1" y="0"/>
            <a:chExt cx="365845" cy="328053"/>
          </a:xfrm>
        </p:grpSpPr>
        <p:sp>
          <p:nvSpPr>
            <p:cNvPr id="409" name="Google Shape;364;p10"/>
            <p:cNvSpPr/>
            <p:nvPr/>
          </p:nvSpPr>
          <p:spPr>
            <a:xfrm>
              <a:off x="280150"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0" name="Google Shape;365;p10"/>
            <p:cNvSpPr/>
            <p:nvPr/>
          </p:nvSpPr>
          <p:spPr>
            <a:xfrm>
              <a:off x="121662" y="242358"/>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1" name="Google Shape;366;p10"/>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2" name="Google Shape;367;p10"/>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19" name="Google Shape;368;p10"/>
          <p:cNvGrpSpPr/>
          <p:nvPr/>
        </p:nvGrpSpPr>
        <p:grpSpPr>
          <a:xfrm>
            <a:off x="8584199" y="1398339"/>
            <a:ext cx="355671" cy="1888160"/>
            <a:chOff x="0" y="0"/>
            <a:chExt cx="355669" cy="1888159"/>
          </a:xfrm>
        </p:grpSpPr>
        <p:sp>
          <p:nvSpPr>
            <p:cNvPr id="414" name="Google Shape;369;p10"/>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5" name="Google Shape;370;p10"/>
            <p:cNvSpPr/>
            <p:nvPr/>
          </p:nvSpPr>
          <p:spPr>
            <a:xfrm>
              <a:off x="0" y="97683"/>
              <a:ext cx="212853"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6" name="Google Shape;371;p10"/>
            <p:cNvSpPr/>
            <p:nvPr/>
          </p:nvSpPr>
          <p:spPr>
            <a:xfrm>
              <a:off x="200692" y="241805"/>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7" name="Google Shape;372;p10"/>
            <p:cNvSpPr/>
            <p:nvPr/>
          </p:nvSpPr>
          <p:spPr>
            <a:xfrm>
              <a:off x="126241" y="1667931"/>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18" name="Google Shape;373;p10"/>
            <p:cNvSpPr/>
            <p:nvPr/>
          </p:nvSpPr>
          <p:spPr>
            <a:xfrm>
              <a:off x="269976"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24" name="Google Shape;374;p10"/>
          <p:cNvGrpSpPr/>
          <p:nvPr/>
        </p:nvGrpSpPr>
        <p:grpSpPr>
          <a:xfrm>
            <a:off x="8179186" y="3570223"/>
            <a:ext cx="609542" cy="583576"/>
            <a:chOff x="0" y="0"/>
            <a:chExt cx="609541" cy="583575"/>
          </a:xfrm>
        </p:grpSpPr>
        <p:sp>
          <p:nvSpPr>
            <p:cNvPr id="420" name="Google Shape;375;p10"/>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21" name="Google Shape;376;p10"/>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22" name="Google Shape;377;p10"/>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23" name="Google Shape;378;p10"/>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4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IG_NUMBER">
    <p:spTree>
      <p:nvGrpSpPr>
        <p:cNvPr id="1" name=""/>
        <p:cNvGrpSpPr/>
        <p:nvPr/>
      </p:nvGrpSpPr>
      <p:grpSpPr>
        <a:xfrm>
          <a:off x="0" y="0"/>
          <a:ext cx="0" cy="0"/>
          <a:chOff x="0" y="0"/>
          <a:chExt cx="0" cy="0"/>
        </a:xfrm>
      </p:grpSpPr>
      <p:sp>
        <p:nvSpPr>
          <p:cNvPr id="432" name="xx%"/>
          <p:cNvSpPr txBox="1"/>
          <p:nvPr>
            <p:ph type="title" hasCustomPrompt="1"/>
          </p:nvPr>
        </p:nvSpPr>
        <p:spPr>
          <a:xfrm>
            <a:off x="706649" y="1096375"/>
            <a:ext cx="5648100" cy="1234502"/>
          </a:xfrm>
          <a:prstGeom prst="rect">
            <a:avLst/>
          </a:prstGeom>
        </p:spPr>
        <p:txBody>
          <a:bodyPr/>
          <a:lstStyle>
            <a:lvl1pPr algn="l">
              <a:defRPr sz="8500">
                <a:solidFill>
                  <a:schemeClr val="accent1"/>
                </a:solidFill>
              </a:defRPr>
            </a:lvl1pPr>
          </a:lstStyle>
          <a:p>
            <a:pPr/>
            <a:r>
              <a:t>xx%</a:t>
            </a:r>
          </a:p>
        </p:txBody>
      </p:sp>
      <p:sp>
        <p:nvSpPr>
          <p:cNvPr id="433" name="Body Level One…"/>
          <p:cNvSpPr txBox="1"/>
          <p:nvPr>
            <p:ph type="body" sz="quarter" idx="1"/>
          </p:nvPr>
        </p:nvSpPr>
        <p:spPr>
          <a:xfrm>
            <a:off x="706649" y="2350104"/>
            <a:ext cx="5648100" cy="391802"/>
          </a:xfrm>
          <a:prstGeom prst="rect">
            <a:avLst/>
          </a:prstGeom>
        </p:spPr>
        <p:txBody>
          <a:bodyPr anchor="ctr"/>
          <a:lstStyle>
            <a:lvl1pPr marL="177800" indent="-38100">
              <a:buClrTx/>
              <a:buSzTx/>
              <a:buNone/>
              <a:defRPr sz="1600"/>
            </a:lvl1pPr>
            <a:lvl2pPr marL="177800" indent="139700">
              <a:buClrTx/>
              <a:buSzTx/>
              <a:buNone/>
              <a:defRPr sz="1600"/>
            </a:lvl2pPr>
            <a:lvl3pPr marL="177800" indent="139700">
              <a:buClrTx/>
              <a:buSzTx/>
              <a:buNone/>
              <a:defRPr sz="1600"/>
            </a:lvl3pPr>
            <a:lvl4pPr marL="177800" indent="139700">
              <a:buClrTx/>
              <a:buSzTx/>
              <a:buNone/>
              <a:defRPr sz="1600"/>
            </a:lvl4pPr>
            <a:lvl5pPr marL="1778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441" name="Google Shape;382;p11"/>
          <p:cNvGrpSpPr/>
          <p:nvPr/>
        </p:nvGrpSpPr>
        <p:grpSpPr>
          <a:xfrm>
            <a:off x="3963663" y="-2091202"/>
            <a:ext cx="8043478" cy="8043428"/>
            <a:chOff x="0" y="0"/>
            <a:chExt cx="8043477" cy="8043426"/>
          </a:xfrm>
        </p:grpSpPr>
        <p:sp>
          <p:nvSpPr>
            <p:cNvPr id="434" name="Google Shape;383;p11"/>
            <p:cNvSpPr/>
            <p:nvPr/>
          </p:nvSpPr>
          <p:spPr>
            <a:xfrm>
              <a:off x="0" y="-1"/>
              <a:ext cx="8043478" cy="8043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35" name="Google Shape;384;p11"/>
            <p:cNvSpPr/>
            <p:nvPr/>
          </p:nvSpPr>
          <p:spPr>
            <a:xfrm>
              <a:off x="546373" y="545600"/>
              <a:ext cx="6950729" cy="6951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36" name="Google Shape;385;p11"/>
            <p:cNvSpPr/>
            <p:nvPr/>
          </p:nvSpPr>
          <p:spPr>
            <a:xfrm>
              <a:off x="1091975" y="1091950"/>
              <a:ext cx="5859528" cy="5860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37" name="Google Shape;386;p11"/>
            <p:cNvSpPr/>
            <p:nvPr/>
          </p:nvSpPr>
          <p:spPr>
            <a:xfrm>
              <a:off x="1637574" y="1637550"/>
              <a:ext cx="4768327" cy="4768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38" name="Google Shape;387;p11"/>
            <p:cNvSpPr/>
            <p:nvPr/>
          </p:nvSpPr>
          <p:spPr>
            <a:xfrm>
              <a:off x="2183949" y="2183926"/>
              <a:ext cx="3675604" cy="3675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39" name="Google Shape;388;p11"/>
            <p:cNvSpPr/>
            <p:nvPr/>
          </p:nvSpPr>
          <p:spPr>
            <a:xfrm>
              <a:off x="2730299" y="2731050"/>
              <a:ext cx="2583628" cy="258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0" name="Google Shape;389;p11"/>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46" name="Google Shape;390;p11"/>
          <p:cNvGrpSpPr/>
          <p:nvPr/>
        </p:nvGrpSpPr>
        <p:grpSpPr>
          <a:xfrm>
            <a:off x="551185" y="193699"/>
            <a:ext cx="609544" cy="583576"/>
            <a:chOff x="0" y="0"/>
            <a:chExt cx="609542" cy="583575"/>
          </a:xfrm>
        </p:grpSpPr>
        <p:sp>
          <p:nvSpPr>
            <p:cNvPr id="442" name="Google Shape;391;p11"/>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3" name="Google Shape;392;p11"/>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4" name="Google Shape;393;p11"/>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5" name="Google Shape;394;p11"/>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50" name="Google Shape;395;p11"/>
          <p:cNvGrpSpPr/>
          <p:nvPr/>
        </p:nvGrpSpPr>
        <p:grpSpPr>
          <a:xfrm>
            <a:off x="706661" y="4516974"/>
            <a:ext cx="456236" cy="335254"/>
            <a:chOff x="-1" y="-1"/>
            <a:chExt cx="456235" cy="335252"/>
          </a:xfrm>
        </p:grpSpPr>
        <p:sp>
          <p:nvSpPr>
            <p:cNvPr id="447" name="Google Shape;396;p11"/>
            <p:cNvSpPr/>
            <p:nvPr/>
          </p:nvSpPr>
          <p:spPr>
            <a:xfrm>
              <a:off x="-2" y="54474"/>
              <a:ext cx="159781" cy="15886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8" name="Google Shape;397;p11"/>
            <p:cNvSpPr/>
            <p:nvPr/>
          </p:nvSpPr>
          <p:spPr>
            <a:xfrm>
              <a:off x="98851" y="148663"/>
              <a:ext cx="185609" cy="18658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49" name="Google Shape;398;p11"/>
            <p:cNvSpPr/>
            <p:nvPr/>
          </p:nvSpPr>
          <p:spPr>
            <a:xfrm>
              <a:off x="263197" y="-2"/>
              <a:ext cx="193038" cy="1930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63" name="Google Shape;399;p11"/>
          <p:cNvGrpSpPr/>
          <p:nvPr/>
        </p:nvGrpSpPr>
        <p:grpSpPr>
          <a:xfrm>
            <a:off x="196508" y="2739893"/>
            <a:ext cx="232346" cy="974433"/>
            <a:chOff x="0" y="0"/>
            <a:chExt cx="232345" cy="974432"/>
          </a:xfrm>
        </p:grpSpPr>
        <p:sp>
          <p:nvSpPr>
            <p:cNvPr id="451" name="Google Shape;400;p11"/>
            <p:cNvSpPr/>
            <p:nvPr/>
          </p:nvSpPr>
          <p:spPr>
            <a:xfrm>
              <a:off x="141424" y="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2" name="Google Shape;401;p11"/>
            <p:cNvSpPr/>
            <p:nvPr/>
          </p:nvSpPr>
          <p:spPr>
            <a:xfrm>
              <a:off x="141424" y="18261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3" name="Google Shape;402;p11"/>
            <p:cNvSpPr/>
            <p:nvPr/>
          </p:nvSpPr>
          <p:spPr>
            <a:xfrm>
              <a:off x="141424" y="36522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4" name="Google Shape;403;p11"/>
            <p:cNvSpPr/>
            <p:nvPr/>
          </p:nvSpPr>
          <p:spPr>
            <a:xfrm>
              <a:off x="0" y="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5" name="Google Shape;404;p11"/>
            <p:cNvSpPr/>
            <p:nvPr/>
          </p:nvSpPr>
          <p:spPr>
            <a:xfrm>
              <a:off x="0" y="18261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6" name="Google Shape;405;p11"/>
            <p:cNvSpPr/>
            <p:nvPr/>
          </p:nvSpPr>
          <p:spPr>
            <a:xfrm>
              <a:off x="0" y="36445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7" name="Google Shape;406;p11"/>
            <p:cNvSpPr/>
            <p:nvPr/>
          </p:nvSpPr>
          <p:spPr>
            <a:xfrm>
              <a:off x="141424" y="518291"/>
              <a:ext cx="90922"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8" name="Google Shape;407;p11"/>
            <p:cNvSpPr/>
            <p:nvPr/>
          </p:nvSpPr>
          <p:spPr>
            <a:xfrm>
              <a:off x="141424" y="700131"/>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59" name="Google Shape;408;p11"/>
            <p:cNvSpPr/>
            <p:nvPr/>
          </p:nvSpPr>
          <p:spPr>
            <a:xfrm>
              <a:off x="141424" y="882741"/>
              <a:ext cx="9092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0" name="Google Shape;409;p11"/>
            <p:cNvSpPr/>
            <p:nvPr/>
          </p:nvSpPr>
          <p:spPr>
            <a:xfrm>
              <a:off x="0" y="518291"/>
              <a:ext cx="91714"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1" name="Google Shape;410;p11"/>
            <p:cNvSpPr/>
            <p:nvPr/>
          </p:nvSpPr>
          <p:spPr>
            <a:xfrm>
              <a:off x="0" y="69936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2" name="Google Shape;411;p11"/>
            <p:cNvSpPr/>
            <p:nvPr/>
          </p:nvSpPr>
          <p:spPr>
            <a:xfrm>
              <a:off x="0" y="881972"/>
              <a:ext cx="91714"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79" name="Google Shape;412;p11"/>
          <p:cNvGrpSpPr/>
          <p:nvPr/>
        </p:nvGrpSpPr>
        <p:grpSpPr>
          <a:xfrm>
            <a:off x="4713832" y="193731"/>
            <a:ext cx="3968920" cy="1092663"/>
            <a:chOff x="-2" y="0"/>
            <a:chExt cx="3968919" cy="1092662"/>
          </a:xfrm>
        </p:grpSpPr>
        <p:sp>
          <p:nvSpPr>
            <p:cNvPr id="464" name="Google Shape;413;p11"/>
            <p:cNvSpPr/>
            <p:nvPr/>
          </p:nvSpPr>
          <p:spPr>
            <a:xfrm flipH="1">
              <a:off x="2095116" y="937143"/>
              <a:ext cx="48831" cy="488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31" y="0"/>
                  </a:moveTo>
                  <a:cubicBezTo>
                    <a:pt x="4982" y="0"/>
                    <a:pt x="0" y="4653"/>
                    <a:pt x="0" y="10969"/>
                  </a:cubicBezTo>
                  <a:cubicBezTo>
                    <a:pt x="0" y="16618"/>
                    <a:pt x="4324" y="21600"/>
                    <a:pt x="10631" y="21600"/>
                  </a:cubicBezTo>
                  <a:cubicBezTo>
                    <a:pt x="16618" y="21600"/>
                    <a:pt x="21600" y="16947"/>
                    <a:pt x="21600" y="10969"/>
                  </a:cubicBezTo>
                  <a:cubicBezTo>
                    <a:pt x="21600" y="4982"/>
                    <a:pt x="16618" y="0"/>
                    <a:pt x="10631"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5" name="Google Shape;414;p11"/>
            <p:cNvSpPr/>
            <p:nvPr/>
          </p:nvSpPr>
          <p:spPr>
            <a:xfrm flipH="1">
              <a:off x="1981670" y="1033314"/>
              <a:ext cx="60092" cy="593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58" y="0"/>
                    <a:pt x="0" y="4648"/>
                    <a:pt x="0" y="10665"/>
                  </a:cubicBezTo>
                  <a:cubicBezTo>
                    <a:pt x="0" y="16952"/>
                    <a:pt x="4858" y="21600"/>
                    <a:pt x="10800" y="21600"/>
                  </a:cubicBezTo>
                  <a:cubicBezTo>
                    <a:pt x="17010" y="21600"/>
                    <a:pt x="21600" y="16952"/>
                    <a:pt x="21600" y="10665"/>
                  </a:cubicBezTo>
                  <a:cubicBezTo>
                    <a:pt x="21600" y="4648"/>
                    <a:pt x="16467"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6" name="Google Shape;415;p11"/>
            <p:cNvSpPr/>
            <p:nvPr/>
          </p:nvSpPr>
          <p:spPr>
            <a:xfrm flipH="1">
              <a:off x="1920504" y="809419"/>
              <a:ext cx="136273" cy="121713"/>
            </a:xfrm>
            <a:custGeom>
              <a:avLst/>
              <a:gdLst/>
              <a:ahLst/>
              <a:cxnLst>
                <a:cxn ang="0">
                  <a:pos x="wd2" y="hd2"/>
                </a:cxn>
                <a:cxn ang="5400000">
                  <a:pos x="wd2" y="hd2"/>
                </a:cxn>
                <a:cxn ang="10800000">
                  <a:pos x="wd2" y="hd2"/>
                </a:cxn>
                <a:cxn ang="16200000">
                  <a:pos x="wd2" y="hd2"/>
                </a:cxn>
              </a:cxnLst>
              <a:rect l="0" t="0" r="r" b="b"/>
              <a:pathLst>
                <a:path w="20513" h="21600" fill="norm" stroke="1" extrusionOk="0">
                  <a:moveTo>
                    <a:pt x="2260" y="0"/>
                  </a:moveTo>
                  <a:cubicBezTo>
                    <a:pt x="449" y="0"/>
                    <a:pt x="-568" y="2134"/>
                    <a:pt x="334" y="3869"/>
                  </a:cubicBezTo>
                  <a:lnTo>
                    <a:pt x="8366" y="20401"/>
                  </a:lnTo>
                  <a:cubicBezTo>
                    <a:pt x="8762" y="21200"/>
                    <a:pt x="9495" y="21600"/>
                    <a:pt x="10230" y="21600"/>
                  </a:cubicBezTo>
                  <a:cubicBezTo>
                    <a:pt x="10966" y="21600"/>
                    <a:pt x="11702" y="21200"/>
                    <a:pt x="12098" y="20401"/>
                  </a:cubicBezTo>
                  <a:lnTo>
                    <a:pt x="20239" y="3869"/>
                  </a:lnTo>
                  <a:cubicBezTo>
                    <a:pt x="21032" y="2134"/>
                    <a:pt x="20015" y="0"/>
                    <a:pt x="18316"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471" name="Google Shape;416;p11"/>
            <p:cNvGrpSpPr/>
            <p:nvPr/>
          </p:nvGrpSpPr>
          <p:grpSpPr>
            <a:xfrm>
              <a:off x="3470208" y="123843"/>
              <a:ext cx="498709" cy="477469"/>
              <a:chOff x="0" y="-1"/>
              <a:chExt cx="498707" cy="477468"/>
            </a:xfrm>
          </p:grpSpPr>
          <p:sp>
            <p:nvSpPr>
              <p:cNvPr id="467" name="Google Shape;417;p11"/>
              <p:cNvSpPr/>
              <p:nvPr/>
            </p:nvSpPr>
            <p:spPr>
              <a:xfrm>
                <a:off x="49909" y="198579"/>
                <a:ext cx="213282" cy="21329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8" name="Google Shape;418;p11"/>
              <p:cNvSpPr/>
              <p:nvPr/>
            </p:nvSpPr>
            <p:spPr>
              <a:xfrm>
                <a:off x="188422" y="333410"/>
                <a:ext cx="144050" cy="14405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69" name="Google Shape;419;p11"/>
              <p:cNvSpPr/>
              <p:nvPr/>
            </p:nvSpPr>
            <p:spPr>
              <a:xfrm>
                <a:off x="364805" y="114535"/>
                <a:ext cx="133903" cy="1339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70" name="Google Shape;420;p11"/>
              <p:cNvSpPr/>
              <p:nvPr/>
            </p:nvSpPr>
            <p:spPr>
              <a:xfrm>
                <a:off x="-1" y="-2"/>
                <a:ext cx="69282" cy="6928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478" name="Google Shape;421;p11"/>
            <p:cNvGrpSpPr/>
            <p:nvPr/>
          </p:nvGrpSpPr>
          <p:grpSpPr>
            <a:xfrm>
              <a:off x="-3" y="-1"/>
              <a:ext cx="518248" cy="328057"/>
              <a:chOff x="-1" y="0"/>
              <a:chExt cx="518247" cy="328055"/>
            </a:xfrm>
          </p:grpSpPr>
          <p:sp>
            <p:nvSpPr>
              <p:cNvPr id="472" name="Google Shape;422;p11"/>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477" name="Google Shape;423;p11"/>
              <p:cNvGrpSpPr/>
              <p:nvPr/>
            </p:nvGrpSpPr>
            <p:grpSpPr>
              <a:xfrm>
                <a:off x="-2" y="0"/>
                <a:ext cx="518248" cy="328056"/>
                <a:chOff x="-1" y="0"/>
                <a:chExt cx="518247" cy="328055"/>
              </a:xfrm>
            </p:grpSpPr>
            <p:sp>
              <p:nvSpPr>
                <p:cNvPr id="473" name="Google Shape;424;p11"/>
                <p:cNvSpPr/>
                <p:nvPr/>
              </p:nvSpPr>
              <p:spPr>
                <a:xfrm>
                  <a:off x="432552"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74" name="Google Shape;425;p11"/>
                <p:cNvSpPr/>
                <p:nvPr/>
              </p:nvSpPr>
              <p:spPr>
                <a:xfrm>
                  <a:off x="274064" y="242360"/>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75" name="Google Shape;426;p11"/>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76" name="Google Shape;427;p11"/>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grpSp>
        <p:nvGrpSpPr>
          <p:cNvPr id="489" name="Google Shape;428;p11"/>
          <p:cNvGrpSpPr/>
          <p:nvPr/>
        </p:nvGrpSpPr>
        <p:grpSpPr>
          <a:xfrm>
            <a:off x="2581155" y="4105368"/>
            <a:ext cx="2866694" cy="840705"/>
            <a:chOff x="0" y="0"/>
            <a:chExt cx="2866692" cy="840704"/>
          </a:xfrm>
        </p:grpSpPr>
        <p:sp>
          <p:nvSpPr>
            <p:cNvPr id="480" name="Google Shape;429;p11"/>
            <p:cNvSpPr/>
            <p:nvPr/>
          </p:nvSpPr>
          <p:spPr>
            <a:xfrm flipH="1">
              <a:off x="628970" y="140360"/>
              <a:ext cx="106674" cy="105925"/>
            </a:xfrm>
            <a:custGeom>
              <a:avLst/>
              <a:gdLst/>
              <a:ahLst/>
              <a:cxnLst>
                <a:cxn ang="0">
                  <a:pos x="wd2" y="hd2"/>
                </a:cxn>
                <a:cxn ang="5400000">
                  <a:pos x="wd2" y="hd2"/>
                </a:cxn>
                <a:cxn ang="10800000">
                  <a:pos x="wd2" y="hd2"/>
                </a:cxn>
                <a:cxn ang="16200000">
                  <a:pos x="wd2" y="hd2"/>
                </a:cxn>
              </a:cxnLst>
              <a:rect l="0" t="0" r="r" b="b"/>
              <a:pathLst>
                <a:path w="19050" h="21600" fill="norm" stroke="1" extrusionOk="0">
                  <a:moveTo>
                    <a:pt x="9547" y="0"/>
                  </a:moveTo>
                  <a:cubicBezTo>
                    <a:pt x="6566" y="0"/>
                    <a:pt x="3590" y="1585"/>
                    <a:pt x="1711" y="4478"/>
                  </a:cubicBezTo>
                  <a:cubicBezTo>
                    <a:pt x="-1241" y="9227"/>
                    <a:pt x="-304" y="16121"/>
                    <a:pt x="3992" y="19643"/>
                  </a:cubicBezTo>
                  <a:cubicBezTo>
                    <a:pt x="5613" y="20962"/>
                    <a:pt x="7520" y="21600"/>
                    <a:pt x="9418" y="21600"/>
                  </a:cubicBezTo>
                  <a:cubicBezTo>
                    <a:pt x="12387" y="21600"/>
                    <a:pt x="15339" y="20034"/>
                    <a:pt x="17141" y="17039"/>
                  </a:cubicBezTo>
                  <a:cubicBezTo>
                    <a:pt x="20359" y="12290"/>
                    <a:pt x="19422" y="5397"/>
                    <a:pt x="14993" y="2025"/>
                  </a:cubicBezTo>
                  <a:cubicBezTo>
                    <a:pt x="13368" y="652"/>
                    <a:pt x="11458" y="0"/>
                    <a:pt x="954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1" name="Google Shape;430;p11"/>
            <p:cNvSpPr/>
            <p:nvPr/>
          </p:nvSpPr>
          <p:spPr>
            <a:xfrm flipH="1">
              <a:off x="195030" y="0"/>
              <a:ext cx="89126" cy="88740"/>
            </a:xfrm>
            <a:custGeom>
              <a:avLst/>
              <a:gdLst/>
              <a:ahLst/>
              <a:cxnLst>
                <a:cxn ang="0">
                  <a:pos x="wd2" y="hd2"/>
                </a:cxn>
                <a:cxn ang="5400000">
                  <a:pos x="wd2" y="hd2"/>
                </a:cxn>
                <a:cxn ang="10800000">
                  <a:pos x="wd2" y="hd2"/>
                </a:cxn>
                <a:cxn ang="16200000">
                  <a:pos x="wd2" y="hd2"/>
                </a:cxn>
              </a:cxnLst>
              <a:rect l="0" t="0" r="r" b="b"/>
              <a:pathLst>
                <a:path w="18982" h="21600" fill="norm" stroke="1" extrusionOk="0">
                  <a:moveTo>
                    <a:pt x="9456" y="0"/>
                  </a:moveTo>
                  <a:cubicBezTo>
                    <a:pt x="6487" y="0"/>
                    <a:pt x="3575" y="1584"/>
                    <a:pt x="1723" y="4583"/>
                  </a:cubicBezTo>
                  <a:cubicBezTo>
                    <a:pt x="-1313" y="9336"/>
                    <a:pt x="-195" y="15920"/>
                    <a:pt x="3963" y="19577"/>
                  </a:cubicBezTo>
                  <a:cubicBezTo>
                    <a:pt x="5599" y="20942"/>
                    <a:pt x="7475" y="21600"/>
                    <a:pt x="9350" y="21600"/>
                  </a:cubicBezTo>
                  <a:cubicBezTo>
                    <a:pt x="12252" y="21600"/>
                    <a:pt x="15140" y="20016"/>
                    <a:pt x="17088" y="17017"/>
                  </a:cubicBezTo>
                  <a:cubicBezTo>
                    <a:pt x="20287" y="12264"/>
                    <a:pt x="19328" y="5680"/>
                    <a:pt x="15006" y="2023"/>
                  </a:cubicBezTo>
                  <a:cubicBezTo>
                    <a:pt x="13312" y="658"/>
                    <a:pt x="11370" y="0"/>
                    <a:pt x="9456"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2" name="Google Shape;431;p11"/>
            <p:cNvSpPr/>
            <p:nvPr/>
          </p:nvSpPr>
          <p:spPr>
            <a:xfrm flipH="1">
              <a:off x="69930" y="520405"/>
              <a:ext cx="17884" cy="36624"/>
            </a:xfrm>
            <a:custGeom>
              <a:avLst/>
              <a:gdLst/>
              <a:ahLst/>
              <a:cxnLst>
                <a:cxn ang="0">
                  <a:pos x="wd2" y="hd2"/>
                </a:cxn>
                <a:cxn ang="5400000">
                  <a:pos x="wd2" y="hd2"/>
                </a:cxn>
                <a:cxn ang="10800000">
                  <a:pos x="wd2" y="hd2"/>
                </a:cxn>
                <a:cxn ang="16200000">
                  <a:pos x="wd2" y="hd2"/>
                </a:cxn>
              </a:cxnLst>
              <a:rect l="0" t="0" r="r" b="b"/>
              <a:pathLst>
                <a:path w="20563" h="21600" fill="norm" stroke="1" extrusionOk="0">
                  <a:moveTo>
                    <a:pt x="5663" y="0"/>
                  </a:moveTo>
                  <a:cubicBezTo>
                    <a:pt x="5067" y="0"/>
                    <a:pt x="4446" y="66"/>
                    <a:pt x="3850" y="159"/>
                  </a:cubicBezTo>
                  <a:cubicBezTo>
                    <a:pt x="2115" y="159"/>
                    <a:pt x="380" y="611"/>
                    <a:pt x="380" y="1939"/>
                  </a:cubicBezTo>
                  <a:cubicBezTo>
                    <a:pt x="380" y="2378"/>
                    <a:pt x="-475" y="3268"/>
                    <a:pt x="380" y="3706"/>
                  </a:cubicBezTo>
                  <a:lnTo>
                    <a:pt x="10739" y="19661"/>
                  </a:lnTo>
                  <a:cubicBezTo>
                    <a:pt x="11413" y="21015"/>
                    <a:pt x="13588" y="21600"/>
                    <a:pt x="15349" y="21600"/>
                  </a:cubicBezTo>
                  <a:cubicBezTo>
                    <a:pt x="15893" y="21600"/>
                    <a:pt x="16385" y="21547"/>
                    <a:pt x="16800" y="21441"/>
                  </a:cubicBezTo>
                  <a:cubicBezTo>
                    <a:pt x="20244" y="20989"/>
                    <a:pt x="21125" y="19222"/>
                    <a:pt x="20244" y="17894"/>
                  </a:cubicBezTo>
                  <a:lnTo>
                    <a:pt x="10739" y="1939"/>
                  </a:lnTo>
                  <a:cubicBezTo>
                    <a:pt x="9419" y="585"/>
                    <a:pt x="7606" y="0"/>
                    <a:pt x="566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3" name="Google Shape;432;p11"/>
            <p:cNvSpPr/>
            <p:nvPr/>
          </p:nvSpPr>
          <p:spPr>
            <a:xfrm flipH="1">
              <a:off x="96299" y="191126"/>
              <a:ext cx="97874" cy="283920"/>
            </a:xfrm>
            <a:custGeom>
              <a:avLst/>
              <a:gdLst/>
              <a:ahLst/>
              <a:cxnLst>
                <a:cxn ang="0">
                  <a:pos x="wd2" y="hd2"/>
                </a:cxn>
                <a:cxn ang="5400000">
                  <a:pos x="wd2" y="hd2"/>
                </a:cxn>
                <a:cxn ang="10800000">
                  <a:pos x="wd2" y="hd2"/>
                </a:cxn>
                <a:cxn ang="16200000">
                  <a:pos x="wd2" y="hd2"/>
                </a:cxn>
              </a:cxnLst>
              <a:rect l="0" t="0" r="r" b="b"/>
              <a:pathLst>
                <a:path w="21479" h="21600" fill="norm" stroke="1" extrusionOk="0">
                  <a:moveTo>
                    <a:pt x="1003" y="0"/>
                  </a:moveTo>
                  <a:cubicBezTo>
                    <a:pt x="890" y="0"/>
                    <a:pt x="776" y="12"/>
                    <a:pt x="662" y="38"/>
                  </a:cubicBezTo>
                  <a:cubicBezTo>
                    <a:pt x="168" y="38"/>
                    <a:pt x="0" y="94"/>
                    <a:pt x="0" y="209"/>
                  </a:cubicBezTo>
                  <a:lnTo>
                    <a:pt x="0" y="439"/>
                  </a:lnTo>
                  <a:lnTo>
                    <a:pt x="3959" y="4667"/>
                  </a:lnTo>
                  <a:cubicBezTo>
                    <a:pt x="4103" y="4767"/>
                    <a:pt x="4364" y="4907"/>
                    <a:pt x="4859" y="4907"/>
                  </a:cubicBezTo>
                  <a:cubicBezTo>
                    <a:pt x="4938" y="4907"/>
                    <a:pt x="5022" y="4904"/>
                    <a:pt x="5111" y="4895"/>
                  </a:cubicBezTo>
                  <a:cubicBezTo>
                    <a:pt x="5610" y="4895"/>
                    <a:pt x="5936" y="4667"/>
                    <a:pt x="5773" y="4440"/>
                  </a:cubicBezTo>
                  <a:lnTo>
                    <a:pt x="1814" y="209"/>
                  </a:lnTo>
                  <a:cubicBezTo>
                    <a:pt x="1690" y="122"/>
                    <a:pt x="1369" y="0"/>
                    <a:pt x="1003" y="0"/>
                  </a:cubicBezTo>
                  <a:close/>
                  <a:moveTo>
                    <a:pt x="8808" y="8346"/>
                  </a:moveTo>
                  <a:cubicBezTo>
                    <a:pt x="8689" y="8346"/>
                    <a:pt x="8561" y="8357"/>
                    <a:pt x="8413" y="8382"/>
                  </a:cubicBezTo>
                  <a:cubicBezTo>
                    <a:pt x="8081" y="8382"/>
                    <a:pt x="7750" y="8441"/>
                    <a:pt x="7750" y="8612"/>
                  </a:cubicBezTo>
                  <a:lnTo>
                    <a:pt x="7750" y="8783"/>
                  </a:lnTo>
                  <a:lnTo>
                    <a:pt x="11709" y="13012"/>
                  </a:lnTo>
                  <a:cubicBezTo>
                    <a:pt x="11853" y="13111"/>
                    <a:pt x="12238" y="13252"/>
                    <a:pt x="12767" y="13252"/>
                  </a:cubicBezTo>
                  <a:cubicBezTo>
                    <a:pt x="12851" y="13252"/>
                    <a:pt x="12935" y="13249"/>
                    <a:pt x="13029" y="13242"/>
                  </a:cubicBezTo>
                  <a:cubicBezTo>
                    <a:pt x="13355" y="13127"/>
                    <a:pt x="13850" y="13012"/>
                    <a:pt x="13523" y="12784"/>
                  </a:cubicBezTo>
                  <a:lnTo>
                    <a:pt x="9727" y="8612"/>
                  </a:lnTo>
                  <a:cubicBezTo>
                    <a:pt x="9475" y="8478"/>
                    <a:pt x="9218" y="8346"/>
                    <a:pt x="8808" y="8346"/>
                  </a:cubicBezTo>
                  <a:close/>
                  <a:moveTo>
                    <a:pt x="16588" y="16713"/>
                  </a:moveTo>
                  <a:cubicBezTo>
                    <a:pt x="16499" y="16713"/>
                    <a:pt x="16415" y="16717"/>
                    <a:pt x="16326" y="16727"/>
                  </a:cubicBezTo>
                  <a:cubicBezTo>
                    <a:pt x="15832" y="16727"/>
                    <a:pt x="15664" y="16785"/>
                    <a:pt x="15664" y="16956"/>
                  </a:cubicBezTo>
                  <a:lnTo>
                    <a:pt x="15664" y="17184"/>
                  </a:lnTo>
                  <a:lnTo>
                    <a:pt x="19623" y="21357"/>
                  </a:lnTo>
                  <a:cubicBezTo>
                    <a:pt x="19756" y="21499"/>
                    <a:pt x="20003" y="21600"/>
                    <a:pt x="20458" y="21600"/>
                  </a:cubicBezTo>
                  <a:cubicBezTo>
                    <a:pt x="20552" y="21600"/>
                    <a:pt x="20661" y="21597"/>
                    <a:pt x="20775" y="21586"/>
                  </a:cubicBezTo>
                  <a:cubicBezTo>
                    <a:pt x="21269" y="21586"/>
                    <a:pt x="21600" y="21357"/>
                    <a:pt x="21437" y="21185"/>
                  </a:cubicBezTo>
                  <a:lnTo>
                    <a:pt x="17478" y="16956"/>
                  </a:lnTo>
                  <a:cubicBezTo>
                    <a:pt x="17344" y="16814"/>
                    <a:pt x="16983" y="16713"/>
                    <a:pt x="16588" y="16713"/>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4" name="Google Shape;433;p11"/>
            <p:cNvSpPr/>
            <p:nvPr/>
          </p:nvSpPr>
          <p:spPr>
            <a:xfrm flipH="1">
              <a:off x="204412" y="107950"/>
              <a:ext cx="17459" cy="36624"/>
            </a:xfrm>
            <a:custGeom>
              <a:avLst/>
              <a:gdLst/>
              <a:ahLst/>
              <a:cxnLst>
                <a:cxn ang="0">
                  <a:pos x="wd2" y="hd2"/>
                </a:cxn>
                <a:cxn ang="5400000">
                  <a:pos x="wd2" y="hd2"/>
                </a:cxn>
                <a:cxn ang="10800000">
                  <a:pos x="wd2" y="hd2"/>
                </a:cxn>
                <a:cxn ang="16200000">
                  <a:pos x="wd2" y="hd2"/>
                </a:cxn>
              </a:cxnLst>
              <a:rect l="0" t="0" r="r" b="b"/>
              <a:pathLst>
                <a:path w="20074" h="21600" fill="norm" stroke="1" extrusionOk="0">
                  <a:moveTo>
                    <a:pt x="5278" y="0"/>
                  </a:moveTo>
                  <a:cubicBezTo>
                    <a:pt x="4630" y="0"/>
                    <a:pt x="3957" y="66"/>
                    <a:pt x="3361" y="159"/>
                  </a:cubicBezTo>
                  <a:lnTo>
                    <a:pt x="771" y="1939"/>
                  </a:lnTo>
                  <a:cubicBezTo>
                    <a:pt x="771" y="2830"/>
                    <a:pt x="-964" y="3268"/>
                    <a:pt x="771" y="3706"/>
                  </a:cubicBezTo>
                  <a:lnTo>
                    <a:pt x="10250" y="19661"/>
                  </a:lnTo>
                  <a:cubicBezTo>
                    <a:pt x="10924" y="21015"/>
                    <a:pt x="13099" y="21600"/>
                    <a:pt x="14860" y="21600"/>
                  </a:cubicBezTo>
                  <a:cubicBezTo>
                    <a:pt x="15404" y="21600"/>
                    <a:pt x="15896" y="21534"/>
                    <a:pt x="16311" y="21441"/>
                  </a:cubicBezTo>
                  <a:cubicBezTo>
                    <a:pt x="19755" y="20989"/>
                    <a:pt x="20636" y="19222"/>
                    <a:pt x="19755" y="17894"/>
                  </a:cubicBezTo>
                  <a:lnTo>
                    <a:pt x="10250" y="1939"/>
                  </a:lnTo>
                  <a:cubicBezTo>
                    <a:pt x="9603" y="585"/>
                    <a:pt x="7427" y="0"/>
                    <a:pt x="527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5" name="Google Shape;434;p11"/>
            <p:cNvSpPr/>
            <p:nvPr/>
          </p:nvSpPr>
          <p:spPr>
            <a:xfrm flipH="1">
              <a:off x="0" y="575945"/>
              <a:ext cx="94774" cy="95542"/>
            </a:xfrm>
            <a:custGeom>
              <a:avLst/>
              <a:gdLst/>
              <a:ahLst/>
              <a:cxnLst>
                <a:cxn ang="0">
                  <a:pos x="wd2" y="hd2"/>
                </a:cxn>
                <a:cxn ang="5400000">
                  <a:pos x="wd2" y="hd2"/>
                </a:cxn>
                <a:cxn ang="10800000">
                  <a:pos x="wd2" y="hd2"/>
                </a:cxn>
                <a:cxn ang="16200000">
                  <a:pos x="wd2" y="hd2"/>
                </a:cxn>
              </a:cxnLst>
              <a:rect l="0" t="0" r="r" b="b"/>
              <a:pathLst>
                <a:path w="19055" h="21600" fill="norm" stroke="1" extrusionOk="0">
                  <a:moveTo>
                    <a:pt x="9658" y="0"/>
                  </a:moveTo>
                  <a:cubicBezTo>
                    <a:pt x="6678" y="0"/>
                    <a:pt x="3712" y="1579"/>
                    <a:pt x="1769" y="4491"/>
                  </a:cubicBezTo>
                  <a:cubicBezTo>
                    <a:pt x="-1251" y="9420"/>
                    <a:pt x="-345" y="16045"/>
                    <a:pt x="4034" y="19609"/>
                  </a:cubicBezTo>
                  <a:cubicBezTo>
                    <a:pt x="5700" y="20948"/>
                    <a:pt x="7620" y="21600"/>
                    <a:pt x="9531" y="21600"/>
                  </a:cubicBezTo>
                  <a:cubicBezTo>
                    <a:pt x="12479" y="21600"/>
                    <a:pt x="15404" y="20047"/>
                    <a:pt x="17329" y="17063"/>
                  </a:cubicBezTo>
                  <a:cubicBezTo>
                    <a:pt x="20349" y="12134"/>
                    <a:pt x="19289" y="5683"/>
                    <a:pt x="15060" y="1945"/>
                  </a:cubicBezTo>
                  <a:cubicBezTo>
                    <a:pt x="13425" y="631"/>
                    <a:pt x="11537" y="0"/>
                    <a:pt x="9658"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6" name="Google Shape;435;p11"/>
            <p:cNvSpPr/>
            <p:nvPr/>
          </p:nvSpPr>
          <p:spPr>
            <a:xfrm flipH="1">
              <a:off x="2795672" y="595613"/>
              <a:ext cx="12702" cy="129979"/>
            </a:xfrm>
            <a:custGeom>
              <a:avLst/>
              <a:gdLst/>
              <a:ahLst/>
              <a:cxnLst>
                <a:cxn ang="0">
                  <a:pos x="wd2" y="hd2"/>
                </a:cxn>
                <a:cxn ang="5400000">
                  <a:pos x="wd2" y="hd2"/>
                </a:cxn>
                <a:cxn ang="10800000">
                  <a:pos x="wd2" y="hd2"/>
                </a:cxn>
                <a:cxn ang="16200000">
                  <a:pos x="wd2" y="hd2"/>
                </a:cxn>
              </a:cxnLst>
              <a:rect l="0" t="0" r="r" b="b"/>
              <a:pathLst>
                <a:path w="20241" h="21600" fill="norm" stroke="1" extrusionOk="0">
                  <a:moveTo>
                    <a:pt x="9954" y="0"/>
                  </a:moveTo>
                  <a:cubicBezTo>
                    <a:pt x="3335" y="0"/>
                    <a:pt x="0" y="374"/>
                    <a:pt x="0" y="749"/>
                  </a:cubicBezTo>
                  <a:lnTo>
                    <a:pt x="0" y="20724"/>
                  </a:lnTo>
                  <a:cubicBezTo>
                    <a:pt x="0" y="21226"/>
                    <a:pt x="3335" y="21600"/>
                    <a:pt x="9954" y="21600"/>
                  </a:cubicBezTo>
                  <a:cubicBezTo>
                    <a:pt x="16623" y="21600"/>
                    <a:pt x="21600" y="21226"/>
                    <a:pt x="19908" y="20724"/>
                  </a:cubicBezTo>
                  <a:lnTo>
                    <a:pt x="19908" y="749"/>
                  </a:lnTo>
                  <a:cubicBezTo>
                    <a:pt x="19908" y="374"/>
                    <a:pt x="16623" y="0"/>
                    <a:pt x="995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7" name="Google Shape;436;p11"/>
            <p:cNvSpPr/>
            <p:nvPr/>
          </p:nvSpPr>
          <p:spPr>
            <a:xfrm flipH="1">
              <a:off x="2737480" y="654240"/>
              <a:ext cx="129214" cy="12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53" y="0"/>
                  </a:moveTo>
                  <a:cubicBezTo>
                    <a:pt x="248" y="0"/>
                    <a:pt x="0" y="4977"/>
                    <a:pt x="0" y="10004"/>
                  </a:cubicBezTo>
                  <a:cubicBezTo>
                    <a:pt x="0" y="16623"/>
                    <a:pt x="248" y="21600"/>
                    <a:pt x="753" y="21600"/>
                  </a:cubicBezTo>
                  <a:lnTo>
                    <a:pt x="20847" y="21600"/>
                  </a:lnTo>
                  <a:cubicBezTo>
                    <a:pt x="21348" y="21600"/>
                    <a:pt x="21600" y="16623"/>
                    <a:pt x="21600" y="10004"/>
                  </a:cubicBezTo>
                  <a:cubicBezTo>
                    <a:pt x="21600" y="4977"/>
                    <a:pt x="21348" y="0"/>
                    <a:pt x="20847"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488" name="Google Shape;437;p11"/>
            <p:cNvSpPr/>
            <p:nvPr/>
          </p:nvSpPr>
          <p:spPr>
            <a:xfrm>
              <a:off x="2650901" y="743630"/>
              <a:ext cx="92415" cy="97075"/>
            </a:xfrm>
            <a:custGeom>
              <a:avLst/>
              <a:gdLst/>
              <a:ahLst/>
              <a:cxnLst>
                <a:cxn ang="0">
                  <a:pos x="wd2" y="hd2"/>
                </a:cxn>
                <a:cxn ang="5400000">
                  <a:pos x="wd2" y="hd2"/>
                </a:cxn>
                <a:cxn ang="10800000">
                  <a:pos x="wd2" y="hd2"/>
                </a:cxn>
                <a:cxn ang="16200000">
                  <a:pos x="wd2" y="hd2"/>
                </a:cxn>
              </a:cxnLst>
              <a:rect l="0" t="0" r="r" b="b"/>
              <a:pathLst>
                <a:path w="20953" h="21600" fill="norm" stroke="1" extrusionOk="0">
                  <a:moveTo>
                    <a:pt x="2466" y="0"/>
                  </a:moveTo>
                  <a:cubicBezTo>
                    <a:pt x="1149" y="0"/>
                    <a:pt x="-128" y="1278"/>
                    <a:pt x="10" y="2671"/>
                  </a:cubicBezTo>
                  <a:lnTo>
                    <a:pt x="2395" y="19555"/>
                  </a:lnTo>
                  <a:cubicBezTo>
                    <a:pt x="2512" y="20813"/>
                    <a:pt x="3584" y="21600"/>
                    <a:pt x="4687" y="21600"/>
                  </a:cubicBezTo>
                  <a:cubicBezTo>
                    <a:pt x="5198" y="21600"/>
                    <a:pt x="5714" y="21430"/>
                    <a:pt x="6143" y="21059"/>
                  </a:cubicBezTo>
                  <a:lnTo>
                    <a:pt x="20114" y="10529"/>
                  </a:lnTo>
                  <a:cubicBezTo>
                    <a:pt x="21472" y="9527"/>
                    <a:pt x="21135" y="7187"/>
                    <a:pt x="19429" y="6515"/>
                  </a:cubicBezTo>
                  <a:lnTo>
                    <a:pt x="3247" y="165"/>
                  </a:lnTo>
                  <a:cubicBezTo>
                    <a:pt x="2992" y="50"/>
                    <a:pt x="2726" y="0"/>
                    <a:pt x="2466"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4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_1_1_1_1_1_1">
    <p:spTree>
      <p:nvGrpSpPr>
        <p:cNvPr id="1" name=""/>
        <p:cNvGrpSpPr/>
        <p:nvPr/>
      </p:nvGrpSpPr>
      <p:grpSpPr>
        <a:xfrm>
          <a:off x="0" y="0"/>
          <a:ext cx="0" cy="0"/>
          <a:chOff x="0" y="0"/>
          <a:chExt cx="0" cy="0"/>
        </a:xfrm>
      </p:grpSpPr>
      <p:sp>
        <p:nvSpPr>
          <p:cNvPr id="497" name="Title Text"/>
          <p:cNvSpPr txBox="1"/>
          <p:nvPr>
            <p:ph type="title"/>
          </p:nvPr>
        </p:nvSpPr>
        <p:spPr>
          <a:xfrm>
            <a:off x="719998" y="1832049"/>
            <a:ext cx="2072103" cy="527703"/>
          </a:xfrm>
          <a:prstGeom prst="rect">
            <a:avLst/>
          </a:prstGeom>
        </p:spPr>
        <p:txBody>
          <a:bodyPr/>
          <a:lstStyle>
            <a:lvl1pPr>
              <a:defRPr sz="2000">
                <a:solidFill>
                  <a:schemeClr val="accent1"/>
                </a:solidFill>
              </a:defRPr>
            </a:lvl1pPr>
          </a:lstStyle>
          <a:p>
            <a:pPr/>
            <a:r>
              <a:t>Title Text</a:t>
            </a:r>
          </a:p>
        </p:txBody>
      </p:sp>
      <p:sp>
        <p:nvSpPr>
          <p:cNvPr id="498" name="Body Level One…"/>
          <p:cNvSpPr txBox="1"/>
          <p:nvPr>
            <p:ph type="body" sz="quarter" idx="1"/>
          </p:nvPr>
        </p:nvSpPr>
        <p:spPr>
          <a:xfrm>
            <a:off x="719998" y="2359748"/>
            <a:ext cx="2072103" cy="448202"/>
          </a:xfrm>
          <a:prstGeom prst="rect">
            <a:avLst/>
          </a:prstGeom>
        </p:spPr>
        <p:txBody>
          <a:bodyPr anchor="ctr"/>
          <a:lstStyle>
            <a:lvl1pPr marL="177800" indent="-38100" algn="ctr">
              <a:buClrTx/>
              <a:buSzTx/>
              <a:buNone/>
              <a:defRPr sz="1400"/>
            </a:lvl1pPr>
            <a:lvl2pPr marL="177800" indent="139700" algn="ctr">
              <a:buClrTx/>
              <a:buSzTx/>
              <a:buNone/>
              <a:defRPr sz="1400"/>
            </a:lvl2pPr>
            <a:lvl3pPr marL="177800" indent="139700" algn="ctr">
              <a:buClrTx/>
              <a:buSzTx/>
              <a:buNone/>
              <a:defRPr sz="1400"/>
            </a:lvl3pPr>
            <a:lvl4pPr marL="177800" indent="139700" algn="ctr">
              <a:buClrTx/>
              <a:buSzTx/>
              <a:buNone/>
              <a:defRPr sz="1400"/>
            </a:lvl4pPr>
            <a:lvl5pPr marL="1778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506" name="Google Shape;459;p13"/>
          <p:cNvGrpSpPr/>
          <p:nvPr/>
        </p:nvGrpSpPr>
        <p:grpSpPr>
          <a:xfrm>
            <a:off x="4796439" y="-2911064"/>
            <a:ext cx="8043478" cy="8043429"/>
            <a:chOff x="0" y="0"/>
            <a:chExt cx="8043477" cy="8043427"/>
          </a:xfrm>
        </p:grpSpPr>
        <p:sp>
          <p:nvSpPr>
            <p:cNvPr id="499" name="Google Shape;460;p13"/>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0" name="Google Shape;461;p13"/>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1" name="Google Shape;462;p13"/>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2" name="Google Shape;463;p13"/>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3" name="Google Shape;464;p13"/>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4" name="Google Shape;465;p13"/>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5" name="Google Shape;466;p13"/>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45" name="Google Shape;467;p13"/>
          <p:cNvGrpSpPr/>
          <p:nvPr/>
        </p:nvGrpSpPr>
        <p:grpSpPr>
          <a:xfrm>
            <a:off x="194825" y="164775"/>
            <a:ext cx="8680803" cy="4879874"/>
            <a:chOff x="0" y="0"/>
            <a:chExt cx="8680802" cy="4879873"/>
          </a:xfrm>
        </p:grpSpPr>
        <p:grpSp>
          <p:nvGrpSpPr>
            <p:cNvPr id="511" name="Google Shape;468;p13"/>
            <p:cNvGrpSpPr/>
            <p:nvPr/>
          </p:nvGrpSpPr>
          <p:grpSpPr>
            <a:xfrm>
              <a:off x="825109" y="41748"/>
              <a:ext cx="609543" cy="583576"/>
              <a:chOff x="0" y="0"/>
              <a:chExt cx="609541" cy="583575"/>
            </a:xfrm>
          </p:grpSpPr>
          <p:sp>
            <p:nvSpPr>
              <p:cNvPr id="507" name="Google Shape;469;p13"/>
              <p:cNvSpPr/>
              <p:nvPr/>
            </p:nvSpPr>
            <p:spPr>
              <a:xfrm>
                <a:off x="61001" y="242710"/>
                <a:ext cx="260682"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8" name="Google Shape;470;p13"/>
              <p:cNvSpPr/>
              <p:nvPr/>
            </p:nvSpPr>
            <p:spPr>
              <a:xfrm>
                <a:off x="230298" y="407505"/>
                <a:ext cx="176064" cy="17607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09" name="Google Shape;471;p13"/>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10" name="Google Shape;472;p13"/>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15" name="Google Shape;473;p13"/>
            <p:cNvGrpSpPr/>
            <p:nvPr/>
          </p:nvGrpSpPr>
          <p:grpSpPr>
            <a:xfrm>
              <a:off x="7863114" y="545938"/>
              <a:ext cx="631788" cy="457729"/>
              <a:chOff x="0" y="0"/>
              <a:chExt cx="631786" cy="457728"/>
            </a:xfrm>
          </p:grpSpPr>
          <p:sp>
            <p:nvSpPr>
              <p:cNvPr id="512" name="Google Shape;474;p13"/>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13" name="Google Shape;475;p13"/>
              <p:cNvSpPr/>
              <p:nvPr/>
            </p:nvSpPr>
            <p:spPr>
              <a:xfrm>
                <a:off x="0"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14" name="Google Shape;476;p13"/>
              <p:cNvSpPr/>
              <p:nvPr/>
            </p:nvSpPr>
            <p:spPr>
              <a:xfrm>
                <a:off x="154803" y="280492"/>
                <a:ext cx="177230" cy="17723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22" name="Google Shape;477;p13"/>
            <p:cNvGrpSpPr/>
            <p:nvPr/>
          </p:nvGrpSpPr>
          <p:grpSpPr>
            <a:xfrm>
              <a:off x="5" y="852855"/>
              <a:ext cx="518248" cy="328056"/>
              <a:chOff x="-1" y="0"/>
              <a:chExt cx="518247" cy="328055"/>
            </a:xfrm>
          </p:grpSpPr>
          <p:sp>
            <p:nvSpPr>
              <p:cNvPr id="516" name="Google Shape;478;p13"/>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521" name="Google Shape;479;p13"/>
              <p:cNvGrpSpPr/>
              <p:nvPr/>
            </p:nvGrpSpPr>
            <p:grpSpPr>
              <a:xfrm>
                <a:off x="-2" y="0"/>
                <a:ext cx="518248" cy="328056"/>
                <a:chOff x="-1" y="0"/>
                <a:chExt cx="518247" cy="328055"/>
              </a:xfrm>
            </p:grpSpPr>
            <p:sp>
              <p:nvSpPr>
                <p:cNvPr id="517" name="Google Shape;480;p13"/>
                <p:cNvSpPr/>
                <p:nvPr/>
              </p:nvSpPr>
              <p:spPr>
                <a:xfrm>
                  <a:off x="432552"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18" name="Google Shape;481;p13"/>
                <p:cNvSpPr/>
                <p:nvPr/>
              </p:nvSpPr>
              <p:spPr>
                <a:xfrm>
                  <a:off x="274064" y="242360"/>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19" name="Google Shape;482;p13"/>
                <p:cNvSpPr/>
                <p:nvPr/>
              </p:nvSpPr>
              <p:spPr>
                <a:xfrm>
                  <a:off x="99534" y="0"/>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0" name="Google Shape;483;p13"/>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531" name="Google Shape;484;p13"/>
            <p:cNvGrpSpPr/>
            <p:nvPr/>
          </p:nvGrpSpPr>
          <p:grpSpPr>
            <a:xfrm>
              <a:off x="2782137" y="-1"/>
              <a:ext cx="5898665" cy="4879874"/>
              <a:chOff x="0" y="0"/>
              <a:chExt cx="5898663" cy="4879873"/>
            </a:xfrm>
          </p:grpSpPr>
          <p:sp>
            <p:nvSpPr>
              <p:cNvPr id="523" name="Google Shape;485;p13"/>
              <p:cNvSpPr/>
              <p:nvPr/>
            </p:nvSpPr>
            <p:spPr>
              <a:xfrm>
                <a:off x="4030893"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4" name="Google Shape;486;p13"/>
              <p:cNvSpPr/>
              <p:nvPr/>
            </p:nvSpPr>
            <p:spPr>
              <a:xfrm>
                <a:off x="3931386" y="97682"/>
                <a:ext cx="212853" cy="15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5" name="Google Shape;487;p13"/>
              <p:cNvSpPr/>
              <p:nvPr/>
            </p:nvSpPr>
            <p:spPr>
              <a:xfrm>
                <a:off x="4132079"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6" name="Google Shape;488;p13"/>
              <p:cNvSpPr/>
              <p:nvPr/>
            </p:nvSpPr>
            <p:spPr>
              <a:xfrm>
                <a:off x="5813880" y="4637072"/>
                <a:ext cx="8478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7" name="Google Shape;489;p13"/>
              <p:cNvSpPr/>
              <p:nvPr/>
            </p:nvSpPr>
            <p:spPr>
              <a:xfrm>
                <a:off x="5690394" y="4291286"/>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8" name="Google Shape;490;p13"/>
              <p:cNvSpPr/>
              <p:nvPr/>
            </p:nvSpPr>
            <p:spPr>
              <a:xfrm>
                <a:off x="-1" y="4659644"/>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29" name="Google Shape;491;p13"/>
              <p:cNvSpPr/>
              <p:nvPr/>
            </p:nvSpPr>
            <p:spPr>
              <a:xfrm>
                <a:off x="143735" y="4794179"/>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0" name="Google Shape;492;p13"/>
              <p:cNvSpPr/>
              <p:nvPr/>
            </p:nvSpPr>
            <p:spPr>
              <a:xfrm>
                <a:off x="122852" y="4479942"/>
                <a:ext cx="191066" cy="171636"/>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44" name="Google Shape;493;p13"/>
            <p:cNvGrpSpPr/>
            <p:nvPr/>
          </p:nvGrpSpPr>
          <p:grpSpPr>
            <a:xfrm>
              <a:off x="-1" y="3426782"/>
              <a:ext cx="232348" cy="973666"/>
              <a:chOff x="0" y="-1"/>
              <a:chExt cx="232347" cy="973665"/>
            </a:xfrm>
          </p:grpSpPr>
          <p:sp>
            <p:nvSpPr>
              <p:cNvPr id="532" name="Google Shape;494;p13"/>
              <p:cNvSpPr/>
              <p:nvPr/>
            </p:nvSpPr>
            <p:spPr>
              <a:xfrm>
                <a:off x="140656" y="-2"/>
                <a:ext cx="91691"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3" name="Google Shape;495;p13"/>
              <p:cNvSpPr/>
              <p:nvPr/>
            </p:nvSpPr>
            <p:spPr>
              <a:xfrm>
                <a:off x="140656" y="181840"/>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4" name="Google Shape;496;p13"/>
              <p:cNvSpPr/>
              <p:nvPr/>
            </p:nvSpPr>
            <p:spPr>
              <a:xfrm>
                <a:off x="140656" y="364449"/>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5" name="Google Shape;497;p13"/>
              <p:cNvSpPr/>
              <p:nvPr/>
            </p:nvSpPr>
            <p:spPr>
              <a:xfrm>
                <a:off x="-1" y="-2"/>
                <a:ext cx="91715"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6" name="Google Shape;498;p13"/>
              <p:cNvSpPr/>
              <p:nvPr/>
            </p:nvSpPr>
            <p:spPr>
              <a:xfrm>
                <a:off x="-1" y="18184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7" name="Google Shape;499;p13"/>
              <p:cNvSpPr/>
              <p:nvPr/>
            </p:nvSpPr>
            <p:spPr>
              <a:xfrm>
                <a:off x="-1" y="364449"/>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8" name="Google Shape;500;p13"/>
              <p:cNvSpPr/>
              <p:nvPr/>
            </p:nvSpPr>
            <p:spPr>
              <a:xfrm>
                <a:off x="140656" y="516753"/>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39" name="Google Shape;501;p13"/>
              <p:cNvSpPr/>
              <p:nvPr/>
            </p:nvSpPr>
            <p:spPr>
              <a:xfrm>
                <a:off x="140656" y="699363"/>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40" name="Google Shape;502;p13"/>
              <p:cNvSpPr/>
              <p:nvPr/>
            </p:nvSpPr>
            <p:spPr>
              <a:xfrm>
                <a:off x="141425" y="882742"/>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41" name="Google Shape;503;p13"/>
              <p:cNvSpPr/>
              <p:nvPr/>
            </p:nvSpPr>
            <p:spPr>
              <a:xfrm>
                <a:off x="-1" y="51675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42" name="Google Shape;504;p13"/>
              <p:cNvSpPr/>
              <p:nvPr/>
            </p:nvSpPr>
            <p:spPr>
              <a:xfrm>
                <a:off x="-1" y="69936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43" name="Google Shape;505;p13"/>
              <p:cNvSpPr/>
              <p:nvPr/>
            </p:nvSpPr>
            <p:spPr>
              <a:xfrm>
                <a:off x="-1" y="882742"/>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5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
    <p:spTree>
      <p:nvGrpSpPr>
        <p:cNvPr id="1" name=""/>
        <p:cNvGrpSpPr/>
        <p:nvPr/>
      </p:nvGrpSpPr>
      <p:grpSpPr>
        <a:xfrm>
          <a:off x="0" y="0"/>
          <a:ext cx="0" cy="0"/>
          <a:chOff x="0" y="0"/>
          <a:chExt cx="0" cy="0"/>
        </a:xfrm>
      </p:grpSpPr>
      <p:sp>
        <p:nvSpPr>
          <p:cNvPr id="553" name="Body Level One…"/>
          <p:cNvSpPr txBox="1"/>
          <p:nvPr>
            <p:ph type="body" sz="quarter" idx="1"/>
          </p:nvPr>
        </p:nvSpPr>
        <p:spPr>
          <a:xfrm>
            <a:off x="713099" y="1208698"/>
            <a:ext cx="3858903" cy="1583403"/>
          </a:xfrm>
          <a:prstGeom prst="rect">
            <a:avLst/>
          </a:prstGeom>
        </p:spPr>
        <p:txBody>
          <a:bodyPr/>
          <a:lstStyle>
            <a:lvl1pPr indent="-317500">
              <a:buClr>
                <a:schemeClr val="accent1"/>
              </a:buClr>
              <a:buFont typeface="Helvetica"/>
              <a:buChar char="●"/>
            </a:lvl1pPr>
            <a:lvl2pPr marL="869042" indent="-272142">
              <a:buClr>
                <a:schemeClr val="accent1"/>
              </a:buClr>
              <a:buFont typeface="Helvetica"/>
              <a:buChar char="○"/>
            </a:lvl2pPr>
            <a:lvl3pPr marL="1326242" indent="-272142">
              <a:buClr>
                <a:schemeClr val="accent1"/>
              </a:buClr>
              <a:buFont typeface="Helvetica"/>
              <a:buChar char="■"/>
            </a:lvl3pPr>
            <a:lvl4pPr marL="1783441" indent="-272142">
              <a:buClr>
                <a:schemeClr val="accent1"/>
              </a:buClr>
              <a:buFont typeface="Helvetica"/>
              <a:buChar char="●"/>
            </a:lvl4pPr>
            <a:lvl5pPr marL="2240641" indent="-272141">
              <a:buClr>
                <a:schemeClr val="accent1"/>
              </a:buClr>
              <a:buFont typeface="Helvetica"/>
              <a:buChar char="○"/>
            </a:lvl5pPr>
          </a:lstStyle>
          <a:p>
            <a:pPr/>
            <a:r>
              <a:t>Body Level One</a:t>
            </a:r>
          </a:p>
          <a:p>
            <a:pPr lvl="1"/>
            <a:r>
              <a:t>Body Level Two</a:t>
            </a:r>
          </a:p>
          <a:p>
            <a:pPr lvl="2"/>
            <a:r>
              <a:t>Body Level Three</a:t>
            </a:r>
          </a:p>
          <a:p>
            <a:pPr lvl="3"/>
            <a:r>
              <a:t>Body Level Four</a:t>
            </a:r>
          </a:p>
          <a:p>
            <a:pPr lvl="4"/>
            <a:r>
              <a:t>Body Level Five</a:t>
            </a:r>
          </a:p>
        </p:txBody>
      </p:sp>
      <p:sp>
        <p:nvSpPr>
          <p:cNvPr id="554" name="Title Text"/>
          <p:cNvSpPr txBox="1"/>
          <p:nvPr>
            <p:ph type="title"/>
          </p:nvPr>
        </p:nvSpPr>
        <p:spPr>
          <a:prstGeom prst="rect">
            <a:avLst/>
          </a:prstGeom>
        </p:spPr>
        <p:txBody>
          <a:bodyPr/>
          <a:lstStyle/>
          <a:p>
            <a:pPr/>
            <a:r>
              <a:t>Title Text</a:t>
            </a:r>
          </a:p>
        </p:txBody>
      </p:sp>
      <p:grpSp>
        <p:nvGrpSpPr>
          <p:cNvPr id="562" name="Google Shape;509;p14"/>
          <p:cNvGrpSpPr/>
          <p:nvPr/>
        </p:nvGrpSpPr>
        <p:grpSpPr>
          <a:xfrm>
            <a:off x="4222055" y="-3474587"/>
            <a:ext cx="8043478" cy="8043429"/>
            <a:chOff x="0" y="0"/>
            <a:chExt cx="8043477" cy="8043427"/>
          </a:xfrm>
        </p:grpSpPr>
        <p:sp>
          <p:nvSpPr>
            <p:cNvPr id="555" name="Google Shape;510;p14"/>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56" name="Google Shape;511;p14"/>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57" name="Google Shape;512;p14"/>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58" name="Google Shape;513;p14"/>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59" name="Google Shape;514;p14"/>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0" name="Google Shape;515;p14"/>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1" name="Google Shape;516;p14"/>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67" name="Google Shape;517;p14"/>
          <p:cNvGrpSpPr/>
          <p:nvPr/>
        </p:nvGrpSpPr>
        <p:grpSpPr>
          <a:xfrm>
            <a:off x="8028259" y="322993"/>
            <a:ext cx="365845" cy="328054"/>
            <a:chOff x="-1" y="0"/>
            <a:chExt cx="365844" cy="328053"/>
          </a:xfrm>
        </p:grpSpPr>
        <p:sp>
          <p:nvSpPr>
            <p:cNvPr id="563" name="Google Shape;518;p14"/>
            <p:cNvSpPr/>
            <p:nvPr/>
          </p:nvSpPr>
          <p:spPr>
            <a:xfrm>
              <a:off x="280149"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4" name="Google Shape;519;p14"/>
            <p:cNvSpPr/>
            <p:nvPr/>
          </p:nvSpPr>
          <p:spPr>
            <a:xfrm>
              <a:off x="121662" y="242358"/>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5" name="Google Shape;520;p14"/>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6" name="Google Shape;521;p14"/>
            <p:cNvSpPr/>
            <p:nvPr/>
          </p:nvSpPr>
          <p:spPr>
            <a:xfrm>
              <a:off x="-2"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73" name="Google Shape;522;p14"/>
          <p:cNvGrpSpPr/>
          <p:nvPr/>
        </p:nvGrpSpPr>
        <p:grpSpPr>
          <a:xfrm>
            <a:off x="259172" y="2488768"/>
            <a:ext cx="350918" cy="2432544"/>
            <a:chOff x="0" y="0"/>
            <a:chExt cx="350916" cy="2432542"/>
          </a:xfrm>
        </p:grpSpPr>
        <p:sp>
          <p:nvSpPr>
            <p:cNvPr id="568" name="Google Shape;523;p14"/>
            <p:cNvSpPr/>
            <p:nvPr/>
          </p:nvSpPr>
          <p:spPr>
            <a:xfrm>
              <a:off x="99506" y="2029820"/>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69" name="Google Shape;524;p14"/>
            <p:cNvSpPr/>
            <p:nvPr/>
          </p:nvSpPr>
          <p:spPr>
            <a:xfrm>
              <a:off x="0" y="2127503"/>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70" name="Google Shape;525;p14"/>
            <p:cNvSpPr/>
            <p:nvPr/>
          </p:nvSpPr>
          <p:spPr>
            <a:xfrm>
              <a:off x="200692" y="2271625"/>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71" name="Google Shape;526;p14"/>
            <p:cNvSpPr/>
            <p:nvPr/>
          </p:nvSpPr>
          <p:spPr>
            <a:xfrm>
              <a:off x="75765" y="0"/>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72" name="Google Shape;527;p14"/>
            <p:cNvSpPr/>
            <p:nvPr/>
          </p:nvSpPr>
          <p:spPr>
            <a:xfrm>
              <a:off x="219500" y="134535"/>
              <a:ext cx="8569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78" name="Google Shape;528;p14"/>
          <p:cNvGrpSpPr/>
          <p:nvPr/>
        </p:nvGrpSpPr>
        <p:grpSpPr>
          <a:xfrm>
            <a:off x="906910" y="195248"/>
            <a:ext cx="609544" cy="583577"/>
            <a:chOff x="0" y="0"/>
            <a:chExt cx="609542" cy="583576"/>
          </a:xfrm>
        </p:grpSpPr>
        <p:sp>
          <p:nvSpPr>
            <p:cNvPr id="574" name="Google Shape;529;p14"/>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75" name="Google Shape;530;p14"/>
            <p:cNvSpPr/>
            <p:nvPr/>
          </p:nvSpPr>
          <p:spPr>
            <a:xfrm>
              <a:off x="230298" y="407505"/>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76" name="Google Shape;531;p14"/>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77" name="Google Shape;532;p14"/>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81" name="Google Shape;533;p14"/>
          <p:cNvGrpSpPr/>
          <p:nvPr/>
        </p:nvGrpSpPr>
        <p:grpSpPr>
          <a:xfrm>
            <a:off x="8652639" y="4730717"/>
            <a:ext cx="229431" cy="220231"/>
            <a:chOff x="0" y="0"/>
            <a:chExt cx="229429" cy="220229"/>
          </a:xfrm>
        </p:grpSpPr>
        <p:sp>
          <p:nvSpPr>
            <p:cNvPr id="579" name="Google Shape;534;p14"/>
            <p:cNvSpPr/>
            <p:nvPr/>
          </p:nvSpPr>
          <p:spPr>
            <a:xfrm>
              <a:off x="0" y="0"/>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80" name="Google Shape;535;p14"/>
            <p:cNvSpPr/>
            <p:nvPr/>
          </p:nvSpPr>
          <p:spPr>
            <a:xfrm>
              <a:off x="143735" y="134536"/>
              <a:ext cx="85696"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586" name="Google Shape;536;p14"/>
          <p:cNvGrpSpPr/>
          <p:nvPr/>
        </p:nvGrpSpPr>
        <p:grpSpPr>
          <a:xfrm>
            <a:off x="8594804" y="1188226"/>
            <a:ext cx="477479" cy="478128"/>
            <a:chOff x="0" y="0"/>
            <a:chExt cx="477478" cy="478126"/>
          </a:xfrm>
        </p:grpSpPr>
        <p:sp>
          <p:nvSpPr>
            <p:cNvPr id="582" name="Google Shape;537;p14"/>
            <p:cNvSpPr/>
            <p:nvPr/>
          </p:nvSpPr>
          <p:spPr>
            <a:xfrm>
              <a:off x="-1" y="-1"/>
              <a:ext cx="173423" cy="17343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83" name="Google Shape;538;p14"/>
            <p:cNvSpPr/>
            <p:nvPr/>
          </p:nvSpPr>
          <p:spPr>
            <a:xfrm>
              <a:off x="99300" y="98621"/>
              <a:ext cx="122434" cy="1224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84" name="Google Shape;539;p14"/>
            <p:cNvSpPr/>
            <p:nvPr/>
          </p:nvSpPr>
          <p:spPr>
            <a:xfrm>
              <a:off x="402638" y="98621"/>
              <a:ext cx="74841" cy="748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85" name="Google Shape;540;p14"/>
            <p:cNvSpPr/>
            <p:nvPr/>
          </p:nvSpPr>
          <p:spPr>
            <a:xfrm>
              <a:off x="199960" y="376105"/>
              <a:ext cx="102017" cy="1020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5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_1_1">
    <p:spTree>
      <p:nvGrpSpPr>
        <p:cNvPr id="1" name=""/>
        <p:cNvGrpSpPr/>
        <p:nvPr/>
      </p:nvGrpSpPr>
      <p:grpSpPr>
        <a:xfrm>
          <a:off x="0" y="0"/>
          <a:ext cx="0" cy="0"/>
          <a:chOff x="0" y="0"/>
          <a:chExt cx="0" cy="0"/>
        </a:xfrm>
      </p:grpSpPr>
      <p:sp>
        <p:nvSpPr>
          <p:cNvPr id="594" name="Title Text"/>
          <p:cNvSpPr txBox="1"/>
          <p:nvPr>
            <p:ph type="title"/>
          </p:nvPr>
        </p:nvSpPr>
        <p:spPr>
          <a:xfrm>
            <a:off x="720475" y="3710099"/>
            <a:ext cx="4166100" cy="420902"/>
          </a:xfrm>
          <a:prstGeom prst="rect">
            <a:avLst/>
          </a:prstGeom>
        </p:spPr>
        <p:txBody>
          <a:bodyPr/>
          <a:lstStyle>
            <a:lvl1pPr algn="l">
              <a:defRPr sz="2200">
                <a:solidFill>
                  <a:schemeClr val="accent1"/>
                </a:solidFill>
              </a:defRPr>
            </a:lvl1pPr>
          </a:lstStyle>
          <a:p>
            <a:pPr/>
            <a:r>
              <a:t>Title Text</a:t>
            </a:r>
          </a:p>
        </p:txBody>
      </p:sp>
      <p:sp>
        <p:nvSpPr>
          <p:cNvPr id="595" name="Body Level One…"/>
          <p:cNvSpPr txBox="1"/>
          <p:nvPr>
            <p:ph type="body" sz="half" idx="1"/>
          </p:nvPr>
        </p:nvSpPr>
        <p:spPr>
          <a:xfrm>
            <a:off x="720475" y="954199"/>
            <a:ext cx="4166100" cy="2756101"/>
          </a:xfrm>
          <a:prstGeom prst="rect">
            <a:avLst/>
          </a:prstGeom>
        </p:spPr>
        <p:txBody>
          <a:bodyPr anchor="ctr"/>
          <a:lstStyle>
            <a:lvl1pPr marL="177800" indent="-38100">
              <a:buClrTx/>
              <a:buSzTx/>
              <a:buNone/>
              <a:defRPr sz="2900"/>
            </a:lvl1pPr>
            <a:lvl2pPr marL="177800" indent="139700">
              <a:buClrTx/>
              <a:buSzTx/>
              <a:buNone/>
              <a:defRPr sz="2900"/>
            </a:lvl2pPr>
            <a:lvl3pPr marL="177800" indent="139700">
              <a:buClrTx/>
              <a:buSzTx/>
              <a:buNone/>
              <a:defRPr sz="2900"/>
            </a:lvl3pPr>
            <a:lvl4pPr marL="177800" indent="139700">
              <a:buClrTx/>
              <a:buSzTx/>
              <a:buNone/>
              <a:defRPr sz="2900"/>
            </a:lvl4pPr>
            <a:lvl5pPr marL="177800" indent="139700">
              <a:buClrTx/>
              <a:buSzTx/>
              <a:buNone/>
              <a:defRPr sz="2900"/>
            </a:lvl5pPr>
          </a:lstStyle>
          <a:p>
            <a:pPr/>
            <a:r>
              <a:t>Body Level One</a:t>
            </a:r>
          </a:p>
          <a:p>
            <a:pPr lvl="1"/>
            <a:r>
              <a:t>Body Level Two</a:t>
            </a:r>
          </a:p>
          <a:p>
            <a:pPr lvl="2"/>
            <a:r>
              <a:t>Body Level Three</a:t>
            </a:r>
          </a:p>
          <a:p>
            <a:pPr lvl="3"/>
            <a:r>
              <a:t>Body Level Four</a:t>
            </a:r>
          </a:p>
          <a:p>
            <a:pPr lvl="4"/>
            <a:r>
              <a:t>Body Level Five</a:t>
            </a:r>
          </a:p>
        </p:txBody>
      </p:sp>
      <p:grpSp>
        <p:nvGrpSpPr>
          <p:cNvPr id="603" name="Google Shape;544;p15"/>
          <p:cNvGrpSpPr/>
          <p:nvPr/>
        </p:nvGrpSpPr>
        <p:grpSpPr>
          <a:xfrm>
            <a:off x="4800605" y="-2897841"/>
            <a:ext cx="8043478" cy="8043429"/>
            <a:chOff x="0" y="0"/>
            <a:chExt cx="8043477" cy="8043427"/>
          </a:xfrm>
        </p:grpSpPr>
        <p:sp>
          <p:nvSpPr>
            <p:cNvPr id="596" name="Google Shape;545;p15"/>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97" name="Google Shape;546;p15"/>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98" name="Google Shape;547;p15"/>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99" name="Google Shape;548;p15"/>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0" name="Google Shape;549;p15"/>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1" name="Google Shape;550;p15"/>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2" name="Google Shape;551;p15"/>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07" name="Google Shape;552;p15"/>
          <p:cNvGrpSpPr/>
          <p:nvPr/>
        </p:nvGrpSpPr>
        <p:grpSpPr>
          <a:xfrm>
            <a:off x="1740172" y="258968"/>
            <a:ext cx="535668" cy="317681"/>
            <a:chOff x="-1" y="0"/>
            <a:chExt cx="535666" cy="317679"/>
          </a:xfrm>
        </p:grpSpPr>
        <p:sp>
          <p:nvSpPr>
            <p:cNvPr id="604" name="Google Shape;553;p15"/>
            <p:cNvSpPr/>
            <p:nvPr/>
          </p:nvSpPr>
          <p:spPr>
            <a:xfrm>
              <a:off x="352776" y="-1"/>
              <a:ext cx="182890" cy="18377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5" name="Google Shape;554;p15"/>
            <p:cNvSpPr/>
            <p:nvPr/>
          </p:nvSpPr>
          <p:spPr>
            <a:xfrm>
              <a:off x="207801" y="109872"/>
              <a:ext cx="207796" cy="20780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6" name="Google Shape;555;p15"/>
            <p:cNvSpPr/>
            <p:nvPr/>
          </p:nvSpPr>
          <p:spPr>
            <a:xfrm>
              <a:off x="-2" y="46172"/>
              <a:ext cx="110842" cy="11079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20" name="Google Shape;556;p15"/>
          <p:cNvGrpSpPr/>
          <p:nvPr/>
        </p:nvGrpSpPr>
        <p:grpSpPr>
          <a:xfrm>
            <a:off x="216575" y="304505"/>
            <a:ext cx="232347" cy="973664"/>
            <a:chOff x="0" y="0"/>
            <a:chExt cx="232346" cy="973662"/>
          </a:xfrm>
        </p:grpSpPr>
        <p:sp>
          <p:nvSpPr>
            <p:cNvPr id="608" name="Google Shape;557;p15"/>
            <p:cNvSpPr/>
            <p:nvPr/>
          </p:nvSpPr>
          <p:spPr>
            <a:xfrm rot="10800000">
              <a:off x="0" y="881949"/>
              <a:ext cx="91691"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09" name="Google Shape;558;p15"/>
            <p:cNvSpPr/>
            <p:nvPr/>
          </p:nvSpPr>
          <p:spPr>
            <a:xfrm rot="10800000">
              <a:off x="0" y="700132"/>
              <a:ext cx="91691"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0" name="Google Shape;559;p15"/>
            <p:cNvSpPr/>
            <p:nvPr/>
          </p:nvSpPr>
          <p:spPr>
            <a:xfrm rot="10800000">
              <a:off x="0" y="517523"/>
              <a:ext cx="91691"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1" name="Google Shape;560;p15"/>
            <p:cNvSpPr/>
            <p:nvPr/>
          </p:nvSpPr>
          <p:spPr>
            <a:xfrm rot="10800000">
              <a:off x="140633" y="881949"/>
              <a:ext cx="91714"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2" name="Google Shape;561;p15"/>
            <p:cNvSpPr/>
            <p:nvPr/>
          </p:nvSpPr>
          <p:spPr>
            <a:xfrm rot="10800000">
              <a:off x="140633" y="700132"/>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3" name="Google Shape;562;p15"/>
            <p:cNvSpPr/>
            <p:nvPr/>
          </p:nvSpPr>
          <p:spPr>
            <a:xfrm rot="10800000">
              <a:off x="140633" y="517523"/>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4" name="Google Shape;563;p15"/>
            <p:cNvSpPr/>
            <p:nvPr/>
          </p:nvSpPr>
          <p:spPr>
            <a:xfrm rot="10800000">
              <a:off x="0" y="365220"/>
              <a:ext cx="91691"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5" name="Google Shape;564;p15"/>
            <p:cNvSpPr/>
            <p:nvPr/>
          </p:nvSpPr>
          <p:spPr>
            <a:xfrm rot="10800000">
              <a:off x="0" y="182610"/>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6" name="Google Shape;565;p15"/>
            <p:cNvSpPr/>
            <p:nvPr/>
          </p:nvSpPr>
          <p:spPr>
            <a:xfrm rot="10800000">
              <a:off x="0" y="-1"/>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7" name="Google Shape;566;p15"/>
            <p:cNvSpPr/>
            <p:nvPr/>
          </p:nvSpPr>
          <p:spPr>
            <a:xfrm rot="10800000">
              <a:off x="140633" y="36522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8" name="Google Shape;567;p15"/>
            <p:cNvSpPr/>
            <p:nvPr/>
          </p:nvSpPr>
          <p:spPr>
            <a:xfrm rot="10800000">
              <a:off x="140633" y="18261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19" name="Google Shape;568;p15"/>
            <p:cNvSpPr/>
            <p:nvPr/>
          </p:nvSpPr>
          <p:spPr>
            <a:xfrm rot="10800000">
              <a:off x="140633" y="-1"/>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23" name="Google Shape;569;p15"/>
          <p:cNvGrpSpPr/>
          <p:nvPr/>
        </p:nvGrpSpPr>
        <p:grpSpPr>
          <a:xfrm>
            <a:off x="381800" y="4615091"/>
            <a:ext cx="415596" cy="271508"/>
            <a:chOff x="0" y="0"/>
            <a:chExt cx="415595" cy="271507"/>
          </a:xfrm>
        </p:grpSpPr>
        <p:sp>
          <p:nvSpPr>
            <p:cNvPr id="621" name="Google Shape;570;p15"/>
            <p:cNvSpPr/>
            <p:nvPr/>
          </p:nvSpPr>
          <p:spPr>
            <a:xfrm>
              <a:off x="207800" y="63700"/>
              <a:ext cx="207796" cy="20780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22" name="Google Shape;571;p15"/>
            <p:cNvSpPr/>
            <p:nvPr/>
          </p:nvSpPr>
          <p:spPr>
            <a:xfrm>
              <a:off x="0" y="-1"/>
              <a:ext cx="110841" cy="11079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27" name="Google Shape;572;p15"/>
          <p:cNvGrpSpPr/>
          <p:nvPr/>
        </p:nvGrpSpPr>
        <p:grpSpPr>
          <a:xfrm>
            <a:off x="3598423" y="4410526"/>
            <a:ext cx="350917" cy="402724"/>
            <a:chOff x="0" y="0"/>
            <a:chExt cx="350916" cy="402723"/>
          </a:xfrm>
        </p:grpSpPr>
        <p:sp>
          <p:nvSpPr>
            <p:cNvPr id="624" name="Google Shape;573;p15"/>
            <p:cNvSpPr/>
            <p:nvPr/>
          </p:nvSpPr>
          <p:spPr>
            <a:xfrm>
              <a:off x="99506" y="-1"/>
              <a:ext cx="15665"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25" name="Google Shape;574;p15"/>
            <p:cNvSpPr/>
            <p:nvPr/>
          </p:nvSpPr>
          <p:spPr>
            <a:xfrm>
              <a:off x="0" y="97682"/>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26" name="Google Shape;575;p15"/>
            <p:cNvSpPr/>
            <p:nvPr/>
          </p:nvSpPr>
          <p:spPr>
            <a:xfrm>
              <a:off x="200692" y="241805"/>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6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
    <p:spTree>
      <p:nvGrpSpPr>
        <p:cNvPr id="1" name=""/>
        <p:cNvGrpSpPr/>
        <p:nvPr/>
      </p:nvGrpSpPr>
      <p:grpSpPr>
        <a:xfrm>
          <a:off x="0" y="0"/>
          <a:ext cx="0" cy="0"/>
          <a:chOff x="0" y="0"/>
          <a:chExt cx="0" cy="0"/>
        </a:xfrm>
      </p:grpSpPr>
      <p:sp>
        <p:nvSpPr>
          <p:cNvPr id="635" name="Title Text"/>
          <p:cNvSpPr txBox="1"/>
          <p:nvPr>
            <p:ph type="title"/>
          </p:nvPr>
        </p:nvSpPr>
        <p:spPr>
          <a:xfrm>
            <a:off x="5188499" y="835632"/>
            <a:ext cx="3238202" cy="2056502"/>
          </a:xfrm>
          <a:prstGeom prst="rect">
            <a:avLst/>
          </a:prstGeom>
        </p:spPr>
        <p:txBody>
          <a:bodyPr/>
          <a:lstStyle>
            <a:lvl1pPr algn="l">
              <a:defRPr>
                <a:solidFill>
                  <a:schemeClr val="accent1"/>
                </a:solidFill>
              </a:defRPr>
            </a:lvl1pPr>
          </a:lstStyle>
          <a:p>
            <a:pPr/>
            <a:r>
              <a:t>Title Text</a:t>
            </a:r>
          </a:p>
        </p:txBody>
      </p:sp>
      <p:sp>
        <p:nvSpPr>
          <p:cNvPr id="636" name="Body Level One…"/>
          <p:cNvSpPr txBox="1"/>
          <p:nvPr>
            <p:ph type="body" sz="quarter" idx="1"/>
          </p:nvPr>
        </p:nvSpPr>
        <p:spPr>
          <a:xfrm>
            <a:off x="5188499" y="2902748"/>
            <a:ext cx="3238202" cy="1304103"/>
          </a:xfrm>
          <a:prstGeom prst="rect">
            <a:avLst/>
          </a:prstGeom>
        </p:spPr>
        <p:txBody>
          <a:bodyPr anchor="ctr"/>
          <a:lstStyle>
            <a:lvl1pPr marL="177800" indent="-38100">
              <a:buClrTx/>
              <a:buSzTx/>
              <a:buNone/>
              <a:defRPr sz="1600"/>
            </a:lvl1pPr>
            <a:lvl2pPr marL="177800" indent="139700">
              <a:buClrTx/>
              <a:buSzTx/>
              <a:buNone/>
              <a:defRPr sz="1600"/>
            </a:lvl2pPr>
            <a:lvl3pPr marL="177800" indent="139700">
              <a:buClrTx/>
              <a:buSzTx/>
              <a:buNone/>
              <a:defRPr sz="1600"/>
            </a:lvl3pPr>
            <a:lvl4pPr marL="177800" indent="139700">
              <a:buClrTx/>
              <a:buSzTx/>
              <a:buNone/>
              <a:defRPr sz="1600"/>
            </a:lvl4pPr>
            <a:lvl5pPr marL="1778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670" name="Google Shape;579;p16"/>
          <p:cNvGrpSpPr/>
          <p:nvPr/>
        </p:nvGrpSpPr>
        <p:grpSpPr>
          <a:xfrm>
            <a:off x="4713833" y="193730"/>
            <a:ext cx="4201273" cy="4832941"/>
            <a:chOff x="-1" y="0"/>
            <a:chExt cx="4201271" cy="4832938"/>
          </a:xfrm>
        </p:grpSpPr>
        <p:grpSp>
          <p:nvGrpSpPr>
            <p:cNvPr id="640" name="Google Shape;580;p16"/>
            <p:cNvGrpSpPr/>
            <p:nvPr/>
          </p:nvGrpSpPr>
          <p:grpSpPr>
            <a:xfrm>
              <a:off x="278555" y="4375209"/>
              <a:ext cx="631788" cy="457731"/>
              <a:chOff x="0" y="0"/>
              <a:chExt cx="631786" cy="457729"/>
            </a:xfrm>
          </p:grpSpPr>
          <p:sp>
            <p:nvSpPr>
              <p:cNvPr id="637" name="Google Shape;581;p16"/>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38" name="Google Shape;582;p16"/>
              <p:cNvSpPr/>
              <p:nvPr/>
            </p:nvSpPr>
            <p:spPr>
              <a:xfrm>
                <a:off x="0"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39" name="Google Shape;583;p16"/>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45" name="Google Shape;584;p16"/>
            <p:cNvGrpSpPr/>
            <p:nvPr/>
          </p:nvGrpSpPr>
          <p:grpSpPr>
            <a:xfrm>
              <a:off x="3470208" y="123842"/>
              <a:ext cx="498709" cy="477468"/>
              <a:chOff x="0" y="0"/>
              <a:chExt cx="498707" cy="477467"/>
            </a:xfrm>
          </p:grpSpPr>
          <p:sp>
            <p:nvSpPr>
              <p:cNvPr id="641" name="Google Shape;585;p16"/>
              <p:cNvSpPr/>
              <p:nvPr/>
            </p:nvSpPr>
            <p:spPr>
              <a:xfrm>
                <a:off x="49909" y="198579"/>
                <a:ext cx="213282" cy="21329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42" name="Google Shape;586;p16"/>
              <p:cNvSpPr/>
              <p:nvPr/>
            </p:nvSpPr>
            <p:spPr>
              <a:xfrm>
                <a:off x="188422" y="333409"/>
                <a:ext cx="144050" cy="14405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43" name="Google Shape;587;p16"/>
              <p:cNvSpPr/>
              <p:nvPr/>
            </p:nvSpPr>
            <p:spPr>
              <a:xfrm>
                <a:off x="364805" y="114535"/>
                <a:ext cx="133903" cy="1339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44" name="Google Shape;588;p16"/>
              <p:cNvSpPr/>
              <p:nvPr/>
            </p:nvSpPr>
            <p:spPr>
              <a:xfrm>
                <a:off x="-1" y="-1"/>
                <a:ext cx="69282" cy="6928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49" name="Google Shape;589;p16"/>
            <p:cNvGrpSpPr/>
            <p:nvPr/>
          </p:nvGrpSpPr>
          <p:grpSpPr>
            <a:xfrm>
              <a:off x="3712875" y="4207521"/>
              <a:ext cx="456237" cy="335254"/>
              <a:chOff x="-1" y="-1"/>
              <a:chExt cx="456235" cy="335252"/>
            </a:xfrm>
          </p:grpSpPr>
          <p:sp>
            <p:nvSpPr>
              <p:cNvPr id="646" name="Google Shape;590;p16"/>
              <p:cNvSpPr/>
              <p:nvPr/>
            </p:nvSpPr>
            <p:spPr>
              <a:xfrm>
                <a:off x="-2" y="54474"/>
                <a:ext cx="159781" cy="15886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47" name="Google Shape;591;p16"/>
              <p:cNvSpPr/>
              <p:nvPr/>
            </p:nvSpPr>
            <p:spPr>
              <a:xfrm>
                <a:off x="98851" y="148663"/>
                <a:ext cx="185608" cy="18658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48" name="Google Shape;592;p16"/>
              <p:cNvSpPr/>
              <p:nvPr/>
            </p:nvSpPr>
            <p:spPr>
              <a:xfrm>
                <a:off x="263198" y="-2"/>
                <a:ext cx="193037" cy="19299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56" name="Google Shape;593;p16"/>
            <p:cNvGrpSpPr/>
            <p:nvPr/>
          </p:nvGrpSpPr>
          <p:grpSpPr>
            <a:xfrm>
              <a:off x="-2" y="0"/>
              <a:ext cx="518247" cy="328056"/>
              <a:chOff x="-1" y="0"/>
              <a:chExt cx="518246" cy="328055"/>
            </a:xfrm>
          </p:grpSpPr>
          <p:sp>
            <p:nvSpPr>
              <p:cNvPr id="650" name="Google Shape;594;p16"/>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655" name="Google Shape;595;p16"/>
              <p:cNvGrpSpPr/>
              <p:nvPr/>
            </p:nvGrpSpPr>
            <p:grpSpPr>
              <a:xfrm>
                <a:off x="-2" y="0"/>
                <a:ext cx="518247" cy="328056"/>
                <a:chOff x="0" y="0"/>
                <a:chExt cx="518246" cy="328055"/>
              </a:xfrm>
            </p:grpSpPr>
            <p:sp>
              <p:nvSpPr>
                <p:cNvPr id="651" name="Google Shape;596;p16"/>
                <p:cNvSpPr/>
                <p:nvPr/>
              </p:nvSpPr>
              <p:spPr>
                <a:xfrm>
                  <a:off x="432550" y="63593"/>
                  <a:ext cx="85696"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52" name="Google Shape;597;p16"/>
                <p:cNvSpPr/>
                <p:nvPr/>
              </p:nvSpPr>
              <p:spPr>
                <a:xfrm>
                  <a:off x="274063" y="242360"/>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53" name="Google Shape;598;p16"/>
                <p:cNvSpPr/>
                <p:nvPr/>
              </p:nvSpPr>
              <p:spPr>
                <a:xfrm>
                  <a:off x="99534" y="0"/>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54" name="Google Shape;599;p16"/>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669" name="Google Shape;600;p16"/>
            <p:cNvGrpSpPr/>
            <p:nvPr/>
          </p:nvGrpSpPr>
          <p:grpSpPr>
            <a:xfrm>
              <a:off x="3968922" y="1333836"/>
              <a:ext cx="232348" cy="974434"/>
              <a:chOff x="0" y="0"/>
              <a:chExt cx="232347" cy="974433"/>
            </a:xfrm>
          </p:grpSpPr>
          <p:sp>
            <p:nvSpPr>
              <p:cNvPr id="657" name="Google Shape;601;p16"/>
              <p:cNvSpPr/>
              <p:nvPr/>
            </p:nvSpPr>
            <p:spPr>
              <a:xfrm>
                <a:off x="141424" y="0"/>
                <a:ext cx="9092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58" name="Google Shape;602;p16"/>
              <p:cNvSpPr/>
              <p:nvPr/>
            </p:nvSpPr>
            <p:spPr>
              <a:xfrm>
                <a:off x="141424" y="182610"/>
                <a:ext cx="9092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59" name="Google Shape;603;p16"/>
              <p:cNvSpPr/>
              <p:nvPr/>
            </p:nvSpPr>
            <p:spPr>
              <a:xfrm>
                <a:off x="141424" y="365220"/>
                <a:ext cx="9092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0" name="Google Shape;604;p16"/>
              <p:cNvSpPr/>
              <p:nvPr/>
            </p:nvSpPr>
            <p:spPr>
              <a:xfrm>
                <a:off x="-1" y="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1" name="Google Shape;605;p16"/>
              <p:cNvSpPr/>
              <p:nvPr/>
            </p:nvSpPr>
            <p:spPr>
              <a:xfrm>
                <a:off x="-1" y="18261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2" name="Google Shape;606;p16"/>
              <p:cNvSpPr/>
              <p:nvPr/>
            </p:nvSpPr>
            <p:spPr>
              <a:xfrm>
                <a:off x="-1" y="364450"/>
                <a:ext cx="91714"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3" name="Google Shape;607;p16"/>
              <p:cNvSpPr/>
              <p:nvPr/>
            </p:nvSpPr>
            <p:spPr>
              <a:xfrm>
                <a:off x="141424" y="518292"/>
                <a:ext cx="90924"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4" name="Google Shape;608;p16"/>
              <p:cNvSpPr/>
              <p:nvPr/>
            </p:nvSpPr>
            <p:spPr>
              <a:xfrm>
                <a:off x="141424" y="700132"/>
                <a:ext cx="9092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5" name="Google Shape;609;p16"/>
              <p:cNvSpPr/>
              <p:nvPr/>
            </p:nvSpPr>
            <p:spPr>
              <a:xfrm>
                <a:off x="141424" y="882743"/>
                <a:ext cx="9092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6" name="Google Shape;610;p16"/>
              <p:cNvSpPr/>
              <p:nvPr/>
            </p:nvSpPr>
            <p:spPr>
              <a:xfrm>
                <a:off x="-1" y="518292"/>
                <a:ext cx="91714"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7" name="Google Shape;611;p16"/>
              <p:cNvSpPr/>
              <p:nvPr/>
            </p:nvSpPr>
            <p:spPr>
              <a:xfrm>
                <a:off x="-1" y="699364"/>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68" name="Google Shape;612;p16"/>
              <p:cNvSpPr/>
              <p:nvPr/>
            </p:nvSpPr>
            <p:spPr>
              <a:xfrm>
                <a:off x="-1" y="881974"/>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6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4">
    <p:spTree>
      <p:nvGrpSpPr>
        <p:cNvPr id="1" name=""/>
        <p:cNvGrpSpPr/>
        <p:nvPr/>
      </p:nvGrpSpPr>
      <p:grpSpPr>
        <a:xfrm>
          <a:off x="0" y="0"/>
          <a:ext cx="0" cy="0"/>
          <a:chOff x="0" y="0"/>
          <a:chExt cx="0" cy="0"/>
        </a:xfrm>
      </p:grpSpPr>
      <p:sp>
        <p:nvSpPr>
          <p:cNvPr id="678" name="Title Text"/>
          <p:cNvSpPr txBox="1"/>
          <p:nvPr>
            <p:ph type="title"/>
          </p:nvPr>
        </p:nvSpPr>
        <p:spPr>
          <a:xfrm>
            <a:off x="5434200" y="1666013"/>
            <a:ext cx="2996702" cy="507302"/>
          </a:xfrm>
          <a:prstGeom prst="rect">
            <a:avLst/>
          </a:prstGeom>
        </p:spPr>
        <p:txBody>
          <a:bodyPr/>
          <a:lstStyle>
            <a:lvl1pPr algn="l">
              <a:defRPr>
                <a:solidFill>
                  <a:schemeClr val="accent1"/>
                </a:solidFill>
              </a:defRPr>
            </a:lvl1pPr>
          </a:lstStyle>
          <a:p>
            <a:pPr/>
            <a:r>
              <a:t>Title Text</a:t>
            </a:r>
          </a:p>
        </p:txBody>
      </p:sp>
      <p:sp>
        <p:nvSpPr>
          <p:cNvPr id="679" name="Body Level One…"/>
          <p:cNvSpPr txBox="1"/>
          <p:nvPr>
            <p:ph type="body" sz="quarter" idx="1"/>
          </p:nvPr>
        </p:nvSpPr>
        <p:spPr>
          <a:xfrm>
            <a:off x="5434200" y="2173388"/>
            <a:ext cx="2996702" cy="1304102"/>
          </a:xfrm>
          <a:prstGeom prst="rect">
            <a:avLst/>
          </a:prstGeom>
        </p:spPr>
        <p:txBody>
          <a:bodyPr anchor="ctr"/>
          <a:lstStyle>
            <a:lvl1pPr marL="177800" indent="-38100">
              <a:buClrTx/>
              <a:buSzTx/>
              <a:buNone/>
              <a:defRPr sz="1600"/>
            </a:lvl1pPr>
            <a:lvl2pPr marL="177800" indent="139700">
              <a:buClrTx/>
              <a:buSzTx/>
              <a:buNone/>
              <a:defRPr sz="1600"/>
            </a:lvl2pPr>
            <a:lvl3pPr marL="177800" indent="139700">
              <a:buClrTx/>
              <a:buSzTx/>
              <a:buNone/>
              <a:defRPr sz="1600"/>
            </a:lvl3pPr>
            <a:lvl4pPr marL="177800" indent="139700">
              <a:buClrTx/>
              <a:buSzTx/>
              <a:buNone/>
              <a:defRPr sz="1600"/>
            </a:lvl4pPr>
            <a:lvl5pPr marL="1778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687" name="Google Shape;616;p17"/>
          <p:cNvGrpSpPr/>
          <p:nvPr/>
        </p:nvGrpSpPr>
        <p:grpSpPr>
          <a:xfrm>
            <a:off x="4800605" y="-2897841"/>
            <a:ext cx="8043478" cy="8043429"/>
            <a:chOff x="0" y="0"/>
            <a:chExt cx="8043477" cy="8043427"/>
          </a:xfrm>
        </p:grpSpPr>
        <p:sp>
          <p:nvSpPr>
            <p:cNvPr id="680" name="Google Shape;617;p17"/>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1" name="Google Shape;618;p17"/>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2" name="Google Shape;619;p17"/>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3" name="Google Shape;620;p17"/>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4" name="Google Shape;621;p17"/>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5" name="Google Shape;622;p17"/>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6" name="Google Shape;623;p17"/>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92" name="Google Shape;624;p17"/>
          <p:cNvGrpSpPr/>
          <p:nvPr/>
        </p:nvGrpSpPr>
        <p:grpSpPr>
          <a:xfrm>
            <a:off x="551185" y="193699"/>
            <a:ext cx="609544" cy="583576"/>
            <a:chOff x="0" y="0"/>
            <a:chExt cx="609542" cy="583575"/>
          </a:xfrm>
        </p:grpSpPr>
        <p:sp>
          <p:nvSpPr>
            <p:cNvPr id="688" name="Google Shape;625;p17"/>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89" name="Google Shape;626;p17"/>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0" name="Google Shape;627;p17"/>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1" name="Google Shape;628;p17"/>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697" name="Google Shape;629;p17"/>
          <p:cNvGrpSpPr/>
          <p:nvPr/>
        </p:nvGrpSpPr>
        <p:grpSpPr>
          <a:xfrm>
            <a:off x="8297557" y="4340607"/>
            <a:ext cx="648309" cy="649187"/>
            <a:chOff x="0" y="0"/>
            <a:chExt cx="648307" cy="649186"/>
          </a:xfrm>
        </p:grpSpPr>
        <p:sp>
          <p:nvSpPr>
            <p:cNvPr id="693" name="Google Shape;630;p17"/>
            <p:cNvSpPr/>
            <p:nvPr/>
          </p:nvSpPr>
          <p:spPr>
            <a:xfrm>
              <a:off x="0" y="-1"/>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4" name="Google Shape;631;p17"/>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5" name="Google Shape;632;p17"/>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6" name="Google Shape;633;p17"/>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02" name="Google Shape;634;p17"/>
          <p:cNvGrpSpPr/>
          <p:nvPr/>
        </p:nvGrpSpPr>
        <p:grpSpPr>
          <a:xfrm>
            <a:off x="2949082" y="475942"/>
            <a:ext cx="365846" cy="328055"/>
            <a:chOff x="-1" y="0"/>
            <a:chExt cx="365845" cy="328053"/>
          </a:xfrm>
        </p:grpSpPr>
        <p:sp>
          <p:nvSpPr>
            <p:cNvPr id="698" name="Google Shape;635;p17"/>
            <p:cNvSpPr/>
            <p:nvPr/>
          </p:nvSpPr>
          <p:spPr>
            <a:xfrm>
              <a:off x="280150"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99" name="Google Shape;636;p17"/>
            <p:cNvSpPr/>
            <p:nvPr/>
          </p:nvSpPr>
          <p:spPr>
            <a:xfrm>
              <a:off x="121662" y="242358"/>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0" name="Google Shape;637;p17"/>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1" name="Google Shape;638;p17"/>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08" name="Google Shape;639;p17"/>
          <p:cNvGrpSpPr/>
          <p:nvPr/>
        </p:nvGrpSpPr>
        <p:grpSpPr>
          <a:xfrm>
            <a:off x="8566509" y="405014"/>
            <a:ext cx="355672" cy="1888160"/>
            <a:chOff x="0" y="0"/>
            <a:chExt cx="355670" cy="1888159"/>
          </a:xfrm>
        </p:grpSpPr>
        <p:sp>
          <p:nvSpPr>
            <p:cNvPr id="703" name="Google Shape;640;p17"/>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4" name="Google Shape;641;p17"/>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5" name="Google Shape;642;p17"/>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6" name="Google Shape;643;p17"/>
            <p:cNvSpPr/>
            <p:nvPr/>
          </p:nvSpPr>
          <p:spPr>
            <a:xfrm>
              <a:off x="126241" y="1667931"/>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07" name="Google Shape;644;p17"/>
            <p:cNvSpPr/>
            <p:nvPr/>
          </p:nvSpPr>
          <p:spPr>
            <a:xfrm>
              <a:off x="269977"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21" name="Google Shape;645;p17"/>
          <p:cNvGrpSpPr/>
          <p:nvPr/>
        </p:nvGrpSpPr>
        <p:grpSpPr>
          <a:xfrm>
            <a:off x="194827" y="3591558"/>
            <a:ext cx="232346" cy="973665"/>
            <a:chOff x="0" y="-1"/>
            <a:chExt cx="232345" cy="973663"/>
          </a:xfrm>
        </p:grpSpPr>
        <p:sp>
          <p:nvSpPr>
            <p:cNvPr id="709" name="Google Shape;646;p17"/>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0" name="Google Shape;647;p17"/>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1" name="Google Shape;648;p17"/>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2" name="Google Shape;649;p17"/>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3" name="Google Shape;650;p17"/>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4" name="Google Shape;651;p17"/>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5" name="Google Shape;652;p17"/>
            <p:cNvSpPr/>
            <p:nvPr/>
          </p:nvSpPr>
          <p:spPr>
            <a:xfrm>
              <a:off x="140655" y="51675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6" name="Google Shape;653;p17"/>
            <p:cNvSpPr/>
            <p:nvPr/>
          </p:nvSpPr>
          <p:spPr>
            <a:xfrm>
              <a:off x="140655" y="69936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7" name="Google Shape;654;p17"/>
            <p:cNvSpPr/>
            <p:nvPr/>
          </p:nvSpPr>
          <p:spPr>
            <a:xfrm>
              <a:off x="141424" y="882740"/>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8" name="Google Shape;655;p17"/>
            <p:cNvSpPr/>
            <p:nvPr/>
          </p:nvSpPr>
          <p:spPr>
            <a:xfrm>
              <a:off x="0" y="516752"/>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19" name="Google Shape;656;p17"/>
            <p:cNvSpPr/>
            <p:nvPr/>
          </p:nvSpPr>
          <p:spPr>
            <a:xfrm>
              <a:off x="0" y="699362"/>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20" name="Google Shape;657;p17"/>
            <p:cNvSpPr/>
            <p:nvPr/>
          </p:nvSpPr>
          <p:spPr>
            <a:xfrm>
              <a:off x="0" y="882740"/>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25" name="Google Shape;658;p17"/>
          <p:cNvGrpSpPr/>
          <p:nvPr/>
        </p:nvGrpSpPr>
        <p:grpSpPr>
          <a:xfrm>
            <a:off x="1309839" y="4436364"/>
            <a:ext cx="631788" cy="457730"/>
            <a:chOff x="0" y="0"/>
            <a:chExt cx="631786" cy="457729"/>
          </a:xfrm>
        </p:grpSpPr>
        <p:sp>
          <p:nvSpPr>
            <p:cNvPr id="722" name="Google Shape;659;p17"/>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23" name="Google Shape;660;p17"/>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24" name="Google Shape;661;p17"/>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7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4_1">
    <p:spTree>
      <p:nvGrpSpPr>
        <p:cNvPr id="1" name=""/>
        <p:cNvGrpSpPr/>
        <p:nvPr/>
      </p:nvGrpSpPr>
      <p:grpSpPr>
        <a:xfrm>
          <a:off x="0" y="0"/>
          <a:ext cx="0" cy="0"/>
          <a:chOff x="0" y="0"/>
          <a:chExt cx="0" cy="0"/>
        </a:xfrm>
      </p:grpSpPr>
      <p:sp>
        <p:nvSpPr>
          <p:cNvPr id="733" name="Title Text"/>
          <p:cNvSpPr txBox="1"/>
          <p:nvPr>
            <p:ph type="title"/>
          </p:nvPr>
        </p:nvSpPr>
        <p:spPr>
          <a:xfrm>
            <a:off x="4572000" y="1818400"/>
            <a:ext cx="3267901" cy="507302"/>
          </a:xfrm>
          <a:prstGeom prst="rect">
            <a:avLst/>
          </a:prstGeom>
        </p:spPr>
        <p:txBody>
          <a:bodyPr/>
          <a:lstStyle>
            <a:lvl1pPr algn="l">
              <a:defRPr>
                <a:solidFill>
                  <a:schemeClr val="accent1"/>
                </a:solidFill>
              </a:defRPr>
            </a:lvl1pPr>
          </a:lstStyle>
          <a:p>
            <a:pPr/>
            <a:r>
              <a:t>Title Text</a:t>
            </a:r>
          </a:p>
        </p:txBody>
      </p:sp>
      <p:sp>
        <p:nvSpPr>
          <p:cNvPr id="734" name="Body Level One…"/>
          <p:cNvSpPr txBox="1"/>
          <p:nvPr>
            <p:ph type="body" sz="quarter" idx="1"/>
          </p:nvPr>
        </p:nvSpPr>
        <p:spPr>
          <a:xfrm>
            <a:off x="4572000" y="2325775"/>
            <a:ext cx="3267901" cy="1018502"/>
          </a:xfrm>
          <a:prstGeom prst="rect">
            <a:avLst/>
          </a:prstGeom>
        </p:spPr>
        <p:txBody>
          <a:bodyPr anchor="ctr"/>
          <a:lstStyle>
            <a:lvl1pPr marL="177800" indent="-38100">
              <a:buClrTx/>
              <a:buSzTx/>
              <a:buNone/>
              <a:defRPr sz="1400"/>
            </a:lvl1pPr>
            <a:lvl2pPr marL="177800" indent="139700">
              <a:buClrTx/>
              <a:buSzTx/>
              <a:buNone/>
              <a:defRPr sz="1400"/>
            </a:lvl2pPr>
            <a:lvl3pPr marL="177800" indent="139700">
              <a:buClrTx/>
              <a:buSzTx/>
              <a:buNone/>
              <a:defRPr sz="1400"/>
            </a:lvl3pPr>
            <a:lvl4pPr marL="177800" indent="139700">
              <a:buClrTx/>
              <a:buSzTx/>
              <a:buNone/>
              <a:defRPr sz="1400"/>
            </a:lvl4pPr>
            <a:lvl5pPr marL="177800" indent="139700">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742" name="Google Shape;665;p18"/>
          <p:cNvGrpSpPr/>
          <p:nvPr/>
        </p:nvGrpSpPr>
        <p:grpSpPr>
          <a:xfrm>
            <a:off x="4846105" y="-5016941"/>
            <a:ext cx="8043478" cy="8043429"/>
            <a:chOff x="0" y="0"/>
            <a:chExt cx="8043477" cy="8043427"/>
          </a:xfrm>
        </p:grpSpPr>
        <p:sp>
          <p:nvSpPr>
            <p:cNvPr id="735" name="Google Shape;666;p18"/>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36" name="Google Shape;667;p18"/>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37" name="Google Shape;668;p18"/>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38" name="Google Shape;669;p18"/>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39" name="Google Shape;670;p18"/>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40" name="Google Shape;671;p18"/>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41" name="Google Shape;672;p18"/>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85" name="Google Shape;673;p18"/>
          <p:cNvGrpSpPr/>
          <p:nvPr/>
        </p:nvGrpSpPr>
        <p:grpSpPr>
          <a:xfrm>
            <a:off x="218672" y="193731"/>
            <a:ext cx="8696433" cy="4783140"/>
            <a:chOff x="0" y="0"/>
            <a:chExt cx="8696431" cy="4783139"/>
          </a:xfrm>
        </p:grpSpPr>
        <p:grpSp>
          <p:nvGrpSpPr>
            <p:cNvPr id="749" name="Google Shape;674;p18"/>
            <p:cNvGrpSpPr/>
            <p:nvPr/>
          </p:nvGrpSpPr>
          <p:grpSpPr>
            <a:xfrm>
              <a:off x="4495160" y="0"/>
              <a:ext cx="518247" cy="328056"/>
              <a:chOff x="-1" y="0"/>
              <a:chExt cx="518246" cy="328055"/>
            </a:xfrm>
          </p:grpSpPr>
          <p:sp>
            <p:nvSpPr>
              <p:cNvPr id="743" name="Google Shape;675;p18"/>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748" name="Google Shape;676;p18"/>
              <p:cNvGrpSpPr/>
              <p:nvPr/>
            </p:nvGrpSpPr>
            <p:grpSpPr>
              <a:xfrm>
                <a:off x="-2" y="0"/>
                <a:ext cx="518247" cy="328056"/>
                <a:chOff x="0" y="0"/>
                <a:chExt cx="518246" cy="328055"/>
              </a:xfrm>
            </p:grpSpPr>
            <p:sp>
              <p:nvSpPr>
                <p:cNvPr id="744" name="Google Shape;677;p18"/>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45" name="Google Shape;678;p18"/>
                <p:cNvSpPr/>
                <p:nvPr/>
              </p:nvSpPr>
              <p:spPr>
                <a:xfrm>
                  <a:off x="274063" y="242360"/>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46" name="Google Shape;679;p18"/>
                <p:cNvSpPr/>
                <p:nvPr/>
              </p:nvSpPr>
              <p:spPr>
                <a:xfrm>
                  <a:off x="99534" y="0"/>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47" name="Google Shape;680;p18"/>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762" name="Google Shape;681;p18"/>
            <p:cNvGrpSpPr/>
            <p:nvPr/>
          </p:nvGrpSpPr>
          <p:grpSpPr>
            <a:xfrm>
              <a:off x="8464085" y="1333837"/>
              <a:ext cx="232347" cy="974434"/>
              <a:chOff x="0" y="0"/>
              <a:chExt cx="232346" cy="974432"/>
            </a:xfrm>
          </p:grpSpPr>
          <p:sp>
            <p:nvSpPr>
              <p:cNvPr id="750" name="Google Shape;682;p18"/>
              <p:cNvSpPr/>
              <p:nvPr/>
            </p:nvSpPr>
            <p:spPr>
              <a:xfrm>
                <a:off x="141424" y="-1"/>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1" name="Google Shape;683;p18"/>
              <p:cNvSpPr/>
              <p:nvPr/>
            </p:nvSpPr>
            <p:spPr>
              <a:xfrm>
                <a:off x="141424" y="182610"/>
                <a:ext cx="90923"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2" name="Google Shape;684;p18"/>
              <p:cNvSpPr/>
              <p:nvPr/>
            </p:nvSpPr>
            <p:spPr>
              <a:xfrm>
                <a:off x="141424" y="365220"/>
                <a:ext cx="90923"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3" name="Google Shape;685;p18"/>
              <p:cNvSpPr/>
              <p:nvPr/>
            </p:nvSpPr>
            <p:spPr>
              <a:xfrm>
                <a:off x="-1" y="-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4" name="Google Shape;686;p18"/>
              <p:cNvSpPr/>
              <p:nvPr/>
            </p:nvSpPr>
            <p:spPr>
              <a:xfrm>
                <a:off x="-1" y="18261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5" name="Google Shape;687;p18"/>
              <p:cNvSpPr/>
              <p:nvPr/>
            </p:nvSpPr>
            <p:spPr>
              <a:xfrm>
                <a:off x="-1" y="36445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6" name="Google Shape;688;p18"/>
              <p:cNvSpPr/>
              <p:nvPr/>
            </p:nvSpPr>
            <p:spPr>
              <a:xfrm>
                <a:off x="141424" y="518291"/>
                <a:ext cx="90923"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7" name="Google Shape;689;p18"/>
              <p:cNvSpPr/>
              <p:nvPr/>
            </p:nvSpPr>
            <p:spPr>
              <a:xfrm>
                <a:off x="141424" y="700132"/>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8" name="Google Shape;690;p18"/>
              <p:cNvSpPr/>
              <p:nvPr/>
            </p:nvSpPr>
            <p:spPr>
              <a:xfrm>
                <a:off x="141424" y="882742"/>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59" name="Google Shape;691;p18"/>
              <p:cNvSpPr/>
              <p:nvPr/>
            </p:nvSpPr>
            <p:spPr>
              <a:xfrm>
                <a:off x="-1" y="518291"/>
                <a:ext cx="91715"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60" name="Google Shape;692;p18"/>
              <p:cNvSpPr/>
              <p:nvPr/>
            </p:nvSpPr>
            <p:spPr>
              <a:xfrm>
                <a:off x="-1" y="69936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61" name="Google Shape;693;p18"/>
              <p:cNvSpPr/>
              <p:nvPr/>
            </p:nvSpPr>
            <p:spPr>
              <a:xfrm>
                <a:off x="-1" y="88197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67" name="Google Shape;694;p18"/>
            <p:cNvGrpSpPr/>
            <p:nvPr/>
          </p:nvGrpSpPr>
          <p:grpSpPr>
            <a:xfrm>
              <a:off x="7563911" y="4133952"/>
              <a:ext cx="648309" cy="649188"/>
              <a:chOff x="0" y="0"/>
              <a:chExt cx="648307" cy="649186"/>
            </a:xfrm>
          </p:grpSpPr>
          <p:sp>
            <p:nvSpPr>
              <p:cNvPr id="763" name="Google Shape;695;p18"/>
              <p:cNvSpPr/>
              <p:nvPr/>
            </p:nvSpPr>
            <p:spPr>
              <a:xfrm>
                <a:off x="-1" y="0"/>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64" name="Google Shape;696;p18"/>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65" name="Google Shape;697;p18"/>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66" name="Google Shape;698;p18"/>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72" name="Google Shape;699;p18"/>
            <p:cNvGrpSpPr/>
            <p:nvPr/>
          </p:nvGrpSpPr>
          <p:grpSpPr>
            <a:xfrm>
              <a:off x="494434" y="4338388"/>
              <a:ext cx="365846" cy="328054"/>
              <a:chOff x="-1" y="0"/>
              <a:chExt cx="365845" cy="328053"/>
            </a:xfrm>
          </p:grpSpPr>
          <p:sp>
            <p:nvSpPr>
              <p:cNvPr id="768" name="Google Shape;700;p18"/>
              <p:cNvSpPr/>
              <p:nvPr/>
            </p:nvSpPr>
            <p:spPr>
              <a:xfrm>
                <a:off x="280150"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69" name="Google Shape;701;p18"/>
              <p:cNvSpPr/>
              <p:nvPr/>
            </p:nvSpPr>
            <p:spPr>
              <a:xfrm>
                <a:off x="121662" y="242358"/>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70" name="Google Shape;702;p18"/>
              <p:cNvSpPr/>
              <p:nvPr/>
            </p:nvSpPr>
            <p:spPr>
              <a:xfrm>
                <a:off x="99534" y="-1"/>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71" name="Google Shape;703;p18"/>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773" name="Google Shape;704;p18"/>
            <p:cNvSpPr/>
            <p:nvPr/>
          </p:nvSpPr>
          <p:spPr>
            <a:xfrm>
              <a:off x="8438133" y="3437530"/>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779" name="Google Shape;705;p18"/>
            <p:cNvGrpSpPr/>
            <p:nvPr/>
          </p:nvGrpSpPr>
          <p:grpSpPr>
            <a:xfrm>
              <a:off x="-1" y="295183"/>
              <a:ext cx="355672" cy="1888162"/>
              <a:chOff x="0" y="0"/>
              <a:chExt cx="355671" cy="1888160"/>
            </a:xfrm>
          </p:grpSpPr>
          <p:sp>
            <p:nvSpPr>
              <p:cNvPr id="774" name="Google Shape;706;p18"/>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75" name="Google Shape;707;p18"/>
              <p:cNvSpPr/>
              <p:nvPr/>
            </p:nvSpPr>
            <p:spPr>
              <a:xfrm>
                <a:off x="0" y="97683"/>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76" name="Google Shape;708;p18"/>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77" name="Google Shape;709;p18"/>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78" name="Google Shape;710;p18"/>
              <p:cNvSpPr/>
              <p:nvPr/>
            </p:nvSpPr>
            <p:spPr>
              <a:xfrm>
                <a:off x="269977" y="1802467"/>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784" name="Google Shape;711;p18"/>
            <p:cNvGrpSpPr/>
            <p:nvPr/>
          </p:nvGrpSpPr>
          <p:grpSpPr>
            <a:xfrm>
              <a:off x="3437263" y="4166769"/>
              <a:ext cx="609543" cy="583577"/>
              <a:chOff x="0" y="0"/>
              <a:chExt cx="609542" cy="583575"/>
            </a:xfrm>
          </p:grpSpPr>
          <p:sp>
            <p:nvSpPr>
              <p:cNvPr id="780" name="Google Shape;712;p18"/>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81" name="Google Shape;713;p18"/>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82" name="Google Shape;714;p18"/>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83" name="Google Shape;715;p18"/>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7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4_1_1">
    <p:spTree>
      <p:nvGrpSpPr>
        <p:cNvPr id="1" name=""/>
        <p:cNvGrpSpPr/>
        <p:nvPr/>
      </p:nvGrpSpPr>
      <p:grpSpPr>
        <a:xfrm>
          <a:off x="0" y="0"/>
          <a:ext cx="0" cy="0"/>
          <a:chOff x="0" y="0"/>
          <a:chExt cx="0" cy="0"/>
        </a:xfrm>
      </p:grpSpPr>
      <p:sp>
        <p:nvSpPr>
          <p:cNvPr id="793" name="Title Text"/>
          <p:cNvSpPr txBox="1"/>
          <p:nvPr>
            <p:ph type="title"/>
          </p:nvPr>
        </p:nvSpPr>
        <p:spPr>
          <a:xfrm>
            <a:off x="1309777" y="1818400"/>
            <a:ext cx="3267901" cy="507302"/>
          </a:xfrm>
          <a:prstGeom prst="rect">
            <a:avLst/>
          </a:prstGeom>
        </p:spPr>
        <p:txBody>
          <a:bodyPr/>
          <a:lstStyle>
            <a:lvl1pPr algn="r">
              <a:defRPr>
                <a:solidFill>
                  <a:srgbClr val="35CFDB"/>
                </a:solidFill>
              </a:defRPr>
            </a:lvl1pPr>
          </a:lstStyle>
          <a:p>
            <a:pPr/>
            <a:r>
              <a:t>Title Text</a:t>
            </a:r>
          </a:p>
        </p:txBody>
      </p:sp>
      <p:sp>
        <p:nvSpPr>
          <p:cNvPr id="794" name="Body Level One…"/>
          <p:cNvSpPr txBox="1"/>
          <p:nvPr>
            <p:ph type="body" sz="quarter" idx="1"/>
          </p:nvPr>
        </p:nvSpPr>
        <p:spPr>
          <a:xfrm>
            <a:off x="1309777" y="2325775"/>
            <a:ext cx="3267901" cy="1018502"/>
          </a:xfrm>
          <a:prstGeom prst="rect">
            <a:avLst/>
          </a:prstGeom>
        </p:spPr>
        <p:txBody>
          <a:bodyPr anchor="ctr"/>
          <a:lstStyle>
            <a:lvl1pPr marL="177800" indent="-38100" algn="r">
              <a:buClrTx/>
              <a:buSzTx/>
              <a:buNone/>
              <a:defRPr sz="1400"/>
            </a:lvl1pPr>
            <a:lvl2pPr marL="177800" indent="139700" algn="r">
              <a:buClrTx/>
              <a:buSzTx/>
              <a:buNone/>
              <a:defRPr sz="1400"/>
            </a:lvl2pPr>
            <a:lvl3pPr marL="177800" indent="139700" algn="r">
              <a:buClrTx/>
              <a:buSzTx/>
              <a:buNone/>
              <a:defRPr sz="1400"/>
            </a:lvl3pPr>
            <a:lvl4pPr marL="177800" indent="139700" algn="r">
              <a:buClrTx/>
              <a:buSzTx/>
              <a:buNone/>
              <a:defRPr sz="1400"/>
            </a:lvl4pPr>
            <a:lvl5pPr marL="177800" indent="139700" algn="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802" name="Google Shape;719;p19"/>
          <p:cNvGrpSpPr/>
          <p:nvPr/>
        </p:nvGrpSpPr>
        <p:grpSpPr>
          <a:xfrm>
            <a:off x="4846105" y="-5016941"/>
            <a:ext cx="8043478" cy="8043429"/>
            <a:chOff x="0" y="0"/>
            <a:chExt cx="8043477" cy="8043427"/>
          </a:xfrm>
        </p:grpSpPr>
        <p:sp>
          <p:nvSpPr>
            <p:cNvPr id="795" name="Google Shape;720;p19"/>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96" name="Google Shape;721;p19"/>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97" name="Google Shape;722;p19"/>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98" name="Google Shape;723;p19"/>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99" name="Google Shape;724;p19"/>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0" name="Google Shape;725;p19"/>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1" name="Google Shape;726;p19"/>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07" name="Google Shape;727;p19"/>
          <p:cNvGrpSpPr/>
          <p:nvPr/>
        </p:nvGrpSpPr>
        <p:grpSpPr>
          <a:xfrm>
            <a:off x="551185" y="193699"/>
            <a:ext cx="609544" cy="583576"/>
            <a:chOff x="0" y="0"/>
            <a:chExt cx="609542" cy="583575"/>
          </a:xfrm>
        </p:grpSpPr>
        <p:sp>
          <p:nvSpPr>
            <p:cNvPr id="803" name="Google Shape;728;p19"/>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4" name="Google Shape;729;p19"/>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5" name="Google Shape;730;p19"/>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6" name="Google Shape;731;p19"/>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11" name="Google Shape;732;p19"/>
          <p:cNvGrpSpPr/>
          <p:nvPr/>
        </p:nvGrpSpPr>
        <p:grpSpPr>
          <a:xfrm>
            <a:off x="1309839" y="4436364"/>
            <a:ext cx="631788" cy="457730"/>
            <a:chOff x="0" y="0"/>
            <a:chExt cx="631786" cy="457729"/>
          </a:xfrm>
        </p:grpSpPr>
        <p:sp>
          <p:nvSpPr>
            <p:cNvPr id="808" name="Google Shape;733;p19"/>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09" name="Google Shape;734;p19"/>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10" name="Google Shape;735;p19"/>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16" name="Google Shape;736;p19"/>
          <p:cNvGrpSpPr/>
          <p:nvPr/>
        </p:nvGrpSpPr>
        <p:grpSpPr>
          <a:xfrm>
            <a:off x="2949082" y="475942"/>
            <a:ext cx="365846" cy="328055"/>
            <a:chOff x="-1" y="0"/>
            <a:chExt cx="365845" cy="328053"/>
          </a:xfrm>
        </p:grpSpPr>
        <p:sp>
          <p:nvSpPr>
            <p:cNvPr id="812" name="Google Shape;737;p19"/>
            <p:cNvSpPr/>
            <p:nvPr/>
          </p:nvSpPr>
          <p:spPr>
            <a:xfrm>
              <a:off x="280150"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13" name="Google Shape;738;p19"/>
            <p:cNvSpPr/>
            <p:nvPr/>
          </p:nvSpPr>
          <p:spPr>
            <a:xfrm>
              <a:off x="121662" y="242358"/>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14" name="Google Shape;739;p19"/>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15" name="Google Shape;740;p19"/>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817" name="Google Shape;741;p19"/>
          <p:cNvSpPr/>
          <p:nvPr/>
        </p:nvSpPr>
        <p:spPr>
          <a:xfrm>
            <a:off x="418329" y="2739370"/>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823" name="Google Shape;742;p19"/>
          <p:cNvGrpSpPr/>
          <p:nvPr/>
        </p:nvGrpSpPr>
        <p:grpSpPr>
          <a:xfrm>
            <a:off x="8566509" y="405014"/>
            <a:ext cx="355672" cy="1888160"/>
            <a:chOff x="0" y="0"/>
            <a:chExt cx="355670" cy="1888159"/>
          </a:xfrm>
        </p:grpSpPr>
        <p:sp>
          <p:nvSpPr>
            <p:cNvPr id="818" name="Google Shape;743;p19"/>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19" name="Google Shape;744;p19"/>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0" name="Google Shape;745;p19"/>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1" name="Google Shape;746;p19"/>
            <p:cNvSpPr/>
            <p:nvPr/>
          </p:nvSpPr>
          <p:spPr>
            <a:xfrm>
              <a:off x="126241" y="1667931"/>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2" name="Google Shape;747;p19"/>
            <p:cNvSpPr/>
            <p:nvPr/>
          </p:nvSpPr>
          <p:spPr>
            <a:xfrm>
              <a:off x="269977"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36" name="Google Shape;748;p19"/>
          <p:cNvGrpSpPr/>
          <p:nvPr/>
        </p:nvGrpSpPr>
        <p:grpSpPr>
          <a:xfrm>
            <a:off x="194827" y="3591558"/>
            <a:ext cx="232346" cy="973665"/>
            <a:chOff x="0" y="-1"/>
            <a:chExt cx="232345" cy="973663"/>
          </a:xfrm>
        </p:grpSpPr>
        <p:sp>
          <p:nvSpPr>
            <p:cNvPr id="824" name="Google Shape;749;p19"/>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5" name="Google Shape;750;p19"/>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6" name="Google Shape;751;p19"/>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7" name="Google Shape;752;p19"/>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8" name="Google Shape;753;p19"/>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29" name="Google Shape;754;p19"/>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0" name="Google Shape;755;p19"/>
            <p:cNvSpPr/>
            <p:nvPr/>
          </p:nvSpPr>
          <p:spPr>
            <a:xfrm>
              <a:off x="140655" y="51675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1" name="Google Shape;756;p19"/>
            <p:cNvSpPr/>
            <p:nvPr/>
          </p:nvSpPr>
          <p:spPr>
            <a:xfrm>
              <a:off x="140655" y="69936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2" name="Google Shape;757;p19"/>
            <p:cNvSpPr/>
            <p:nvPr/>
          </p:nvSpPr>
          <p:spPr>
            <a:xfrm>
              <a:off x="141424" y="882740"/>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3" name="Google Shape;758;p19"/>
            <p:cNvSpPr/>
            <p:nvPr/>
          </p:nvSpPr>
          <p:spPr>
            <a:xfrm>
              <a:off x="0" y="516752"/>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4" name="Google Shape;759;p19"/>
            <p:cNvSpPr/>
            <p:nvPr/>
          </p:nvSpPr>
          <p:spPr>
            <a:xfrm>
              <a:off x="0" y="699362"/>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5" name="Google Shape;760;p19"/>
            <p:cNvSpPr/>
            <p:nvPr/>
          </p:nvSpPr>
          <p:spPr>
            <a:xfrm>
              <a:off x="0" y="882740"/>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41" name="Google Shape;761;p19"/>
          <p:cNvGrpSpPr/>
          <p:nvPr/>
        </p:nvGrpSpPr>
        <p:grpSpPr>
          <a:xfrm>
            <a:off x="8297557" y="4340607"/>
            <a:ext cx="648309" cy="649187"/>
            <a:chOff x="0" y="0"/>
            <a:chExt cx="648307" cy="649186"/>
          </a:xfrm>
        </p:grpSpPr>
        <p:sp>
          <p:nvSpPr>
            <p:cNvPr id="837" name="Google Shape;762;p19"/>
            <p:cNvSpPr/>
            <p:nvPr/>
          </p:nvSpPr>
          <p:spPr>
            <a:xfrm>
              <a:off x="0" y="-1"/>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8" name="Google Shape;763;p19"/>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39" name="Google Shape;764;p19"/>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40" name="Google Shape;765;p19"/>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8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2">
    <p:spTree>
      <p:nvGrpSpPr>
        <p:cNvPr id="1" name=""/>
        <p:cNvGrpSpPr/>
        <p:nvPr/>
      </p:nvGrpSpPr>
      <p:grpSpPr>
        <a:xfrm>
          <a:off x="0" y="0"/>
          <a:ext cx="0" cy="0"/>
          <a:chOff x="0" y="0"/>
          <a:chExt cx="0" cy="0"/>
        </a:xfrm>
      </p:grpSpPr>
      <p:sp>
        <p:nvSpPr>
          <p:cNvPr id="849" name="Title Text"/>
          <p:cNvSpPr txBox="1"/>
          <p:nvPr>
            <p:ph type="title"/>
          </p:nvPr>
        </p:nvSpPr>
        <p:spPr>
          <a:xfrm>
            <a:off x="5191716" y="3343742"/>
            <a:ext cx="1944903" cy="527702"/>
          </a:xfrm>
          <a:prstGeom prst="rect">
            <a:avLst/>
          </a:prstGeom>
        </p:spPr>
        <p:txBody>
          <a:bodyPr/>
          <a:lstStyle>
            <a:lvl1pPr>
              <a:defRPr sz="2000">
                <a:solidFill>
                  <a:schemeClr val="accent1"/>
                </a:solidFill>
              </a:defRPr>
            </a:lvl1pPr>
          </a:lstStyle>
          <a:p>
            <a:pPr/>
            <a:r>
              <a:t>Title Text</a:t>
            </a:r>
          </a:p>
        </p:txBody>
      </p:sp>
      <p:sp>
        <p:nvSpPr>
          <p:cNvPr id="850" name="Body Level One…"/>
          <p:cNvSpPr txBox="1"/>
          <p:nvPr>
            <p:ph type="body" sz="quarter" idx="1"/>
          </p:nvPr>
        </p:nvSpPr>
        <p:spPr>
          <a:xfrm>
            <a:off x="5191716" y="3871457"/>
            <a:ext cx="1944903" cy="467702"/>
          </a:xfrm>
          <a:prstGeom prst="rect">
            <a:avLst/>
          </a:prstGeom>
        </p:spPr>
        <p:txBody>
          <a:bodyPr anchor="ctr"/>
          <a:lstStyle>
            <a:lvl1pPr marL="177800" indent="-38100" algn="ctr">
              <a:buClrTx/>
              <a:buSzTx/>
              <a:buNone/>
              <a:defRPr sz="1400"/>
            </a:lvl1pPr>
            <a:lvl2pPr marL="177800" indent="139700" algn="ctr">
              <a:buClrTx/>
              <a:buSzTx/>
              <a:buNone/>
              <a:defRPr sz="1400"/>
            </a:lvl2pPr>
            <a:lvl3pPr marL="177800" indent="139700" algn="ctr">
              <a:buClrTx/>
              <a:buSzTx/>
              <a:buNone/>
              <a:defRPr sz="1400"/>
            </a:lvl3pPr>
            <a:lvl4pPr marL="177800" indent="139700" algn="ctr">
              <a:buClrTx/>
              <a:buSzTx/>
              <a:buNone/>
              <a:defRPr sz="1400"/>
            </a:lvl4pPr>
            <a:lvl5pPr marL="1778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858" name="Google Shape;772;p20"/>
          <p:cNvGrpSpPr/>
          <p:nvPr/>
        </p:nvGrpSpPr>
        <p:grpSpPr>
          <a:xfrm>
            <a:off x="4800605" y="-2897841"/>
            <a:ext cx="8043478" cy="8043429"/>
            <a:chOff x="0" y="0"/>
            <a:chExt cx="8043477" cy="8043427"/>
          </a:xfrm>
        </p:grpSpPr>
        <p:sp>
          <p:nvSpPr>
            <p:cNvPr id="851" name="Google Shape;773;p20"/>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52" name="Google Shape;774;p20"/>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53" name="Google Shape;775;p20"/>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54" name="Google Shape;776;p20"/>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55" name="Google Shape;777;p20"/>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56" name="Google Shape;778;p20"/>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57" name="Google Shape;779;p20"/>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71" name="Google Shape;780;p20"/>
          <p:cNvGrpSpPr/>
          <p:nvPr/>
        </p:nvGrpSpPr>
        <p:grpSpPr>
          <a:xfrm>
            <a:off x="8689233" y="737266"/>
            <a:ext cx="232347" cy="974435"/>
            <a:chOff x="0" y="0"/>
            <a:chExt cx="232345" cy="974433"/>
          </a:xfrm>
        </p:grpSpPr>
        <p:sp>
          <p:nvSpPr>
            <p:cNvPr id="859" name="Google Shape;781;p20"/>
            <p:cNvSpPr/>
            <p:nvPr/>
          </p:nvSpPr>
          <p:spPr>
            <a:xfrm>
              <a:off x="141424" y="-1"/>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0" name="Google Shape;782;p20"/>
            <p:cNvSpPr/>
            <p:nvPr/>
          </p:nvSpPr>
          <p:spPr>
            <a:xfrm>
              <a:off x="141424" y="18261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1" name="Google Shape;783;p20"/>
            <p:cNvSpPr/>
            <p:nvPr/>
          </p:nvSpPr>
          <p:spPr>
            <a:xfrm>
              <a:off x="141424" y="36522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2" name="Google Shape;784;p20"/>
            <p:cNvSpPr/>
            <p:nvPr/>
          </p:nvSpPr>
          <p:spPr>
            <a:xfrm>
              <a:off x="0" y="-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3" name="Google Shape;785;p20"/>
            <p:cNvSpPr/>
            <p:nvPr/>
          </p:nvSpPr>
          <p:spPr>
            <a:xfrm>
              <a:off x="0" y="18261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4" name="Google Shape;786;p20"/>
            <p:cNvSpPr/>
            <p:nvPr/>
          </p:nvSpPr>
          <p:spPr>
            <a:xfrm>
              <a:off x="0" y="36445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5" name="Google Shape;787;p20"/>
            <p:cNvSpPr/>
            <p:nvPr/>
          </p:nvSpPr>
          <p:spPr>
            <a:xfrm>
              <a:off x="141424" y="518292"/>
              <a:ext cx="90922"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6" name="Google Shape;788;p20"/>
            <p:cNvSpPr/>
            <p:nvPr/>
          </p:nvSpPr>
          <p:spPr>
            <a:xfrm>
              <a:off x="141424" y="700132"/>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7" name="Google Shape;789;p20"/>
            <p:cNvSpPr/>
            <p:nvPr/>
          </p:nvSpPr>
          <p:spPr>
            <a:xfrm>
              <a:off x="141424" y="882742"/>
              <a:ext cx="9092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8" name="Google Shape;790;p20"/>
            <p:cNvSpPr/>
            <p:nvPr/>
          </p:nvSpPr>
          <p:spPr>
            <a:xfrm>
              <a:off x="0" y="518292"/>
              <a:ext cx="91714"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69" name="Google Shape;791;p20"/>
            <p:cNvSpPr/>
            <p:nvPr/>
          </p:nvSpPr>
          <p:spPr>
            <a:xfrm>
              <a:off x="0" y="699364"/>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70" name="Google Shape;792;p20"/>
            <p:cNvSpPr/>
            <p:nvPr/>
          </p:nvSpPr>
          <p:spPr>
            <a:xfrm>
              <a:off x="0" y="88197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76" name="Google Shape;793;p20"/>
          <p:cNvGrpSpPr/>
          <p:nvPr/>
        </p:nvGrpSpPr>
        <p:grpSpPr>
          <a:xfrm>
            <a:off x="7782583" y="4327681"/>
            <a:ext cx="648308" cy="649188"/>
            <a:chOff x="0" y="0"/>
            <a:chExt cx="648307" cy="649186"/>
          </a:xfrm>
        </p:grpSpPr>
        <p:sp>
          <p:nvSpPr>
            <p:cNvPr id="872" name="Google Shape;794;p20"/>
            <p:cNvSpPr/>
            <p:nvPr/>
          </p:nvSpPr>
          <p:spPr>
            <a:xfrm>
              <a:off x="0" y="-1"/>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73" name="Google Shape;795;p20"/>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74" name="Google Shape;796;p20"/>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75" name="Google Shape;797;p20"/>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877" name="Google Shape;798;p20"/>
          <p:cNvSpPr/>
          <p:nvPr/>
        </p:nvSpPr>
        <p:spPr>
          <a:xfrm>
            <a:off x="305568" y="3409098"/>
            <a:ext cx="462361"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
        <p:nvSpPr>
          <p:cNvPr id="878" name="Google Shape;799;p20"/>
          <p:cNvSpPr/>
          <p:nvPr/>
        </p:nvSpPr>
        <p:spPr>
          <a:xfrm>
            <a:off x="8656804" y="3631260"/>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884" name="Google Shape;800;p20"/>
          <p:cNvGrpSpPr/>
          <p:nvPr/>
        </p:nvGrpSpPr>
        <p:grpSpPr>
          <a:xfrm>
            <a:off x="218672" y="488914"/>
            <a:ext cx="355672" cy="1888160"/>
            <a:chOff x="0" y="0"/>
            <a:chExt cx="355670" cy="1888159"/>
          </a:xfrm>
        </p:grpSpPr>
        <p:sp>
          <p:nvSpPr>
            <p:cNvPr id="879" name="Google Shape;801;p20"/>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0" name="Google Shape;802;p20"/>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1" name="Google Shape;803;p20"/>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2" name="Google Shape;804;p20"/>
            <p:cNvSpPr/>
            <p:nvPr/>
          </p:nvSpPr>
          <p:spPr>
            <a:xfrm>
              <a:off x="126241" y="1667931"/>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3" name="Google Shape;805;p20"/>
            <p:cNvSpPr/>
            <p:nvPr/>
          </p:nvSpPr>
          <p:spPr>
            <a:xfrm>
              <a:off x="269977"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89" name="Google Shape;806;p20"/>
          <p:cNvGrpSpPr/>
          <p:nvPr/>
        </p:nvGrpSpPr>
        <p:grpSpPr>
          <a:xfrm>
            <a:off x="786210" y="4277085"/>
            <a:ext cx="609544" cy="583578"/>
            <a:chOff x="0" y="0"/>
            <a:chExt cx="609542" cy="583576"/>
          </a:xfrm>
        </p:grpSpPr>
        <p:sp>
          <p:nvSpPr>
            <p:cNvPr id="885" name="Google Shape;807;p20"/>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6" name="Google Shape;808;p20"/>
            <p:cNvSpPr/>
            <p:nvPr/>
          </p:nvSpPr>
          <p:spPr>
            <a:xfrm>
              <a:off x="230298" y="407505"/>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7" name="Google Shape;809;p20"/>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88" name="Google Shape;810;p20"/>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896" name="Google Shape;811;p20"/>
          <p:cNvGrpSpPr/>
          <p:nvPr/>
        </p:nvGrpSpPr>
        <p:grpSpPr>
          <a:xfrm>
            <a:off x="7227283" y="329755"/>
            <a:ext cx="518247" cy="328057"/>
            <a:chOff x="-1" y="0"/>
            <a:chExt cx="518245" cy="328055"/>
          </a:xfrm>
        </p:grpSpPr>
        <p:sp>
          <p:nvSpPr>
            <p:cNvPr id="890" name="Google Shape;812;p20"/>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895" name="Google Shape;813;p20"/>
            <p:cNvGrpSpPr/>
            <p:nvPr/>
          </p:nvGrpSpPr>
          <p:grpSpPr>
            <a:xfrm>
              <a:off x="-2" y="-1"/>
              <a:ext cx="518247" cy="328057"/>
              <a:chOff x="0" y="0"/>
              <a:chExt cx="518245" cy="328055"/>
            </a:xfrm>
          </p:grpSpPr>
          <p:sp>
            <p:nvSpPr>
              <p:cNvPr id="891" name="Google Shape;814;p20"/>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92" name="Google Shape;815;p20"/>
              <p:cNvSpPr/>
              <p:nvPr/>
            </p:nvSpPr>
            <p:spPr>
              <a:xfrm>
                <a:off x="274063" y="242359"/>
                <a:ext cx="8475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93" name="Google Shape;816;p20"/>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94" name="Google Shape;817;p20"/>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8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0">
    <p:spTree>
      <p:nvGrpSpPr>
        <p:cNvPr id="1" name=""/>
        <p:cNvGrpSpPr/>
        <p:nvPr/>
      </p:nvGrpSpPr>
      <p:grpSpPr>
        <a:xfrm>
          <a:off x="0" y="0"/>
          <a:ext cx="0" cy="0"/>
          <a:chOff x="0" y="0"/>
          <a:chExt cx="0" cy="0"/>
        </a:xfrm>
      </p:grpSpPr>
      <p:sp>
        <p:nvSpPr>
          <p:cNvPr id="904" name="Title Text"/>
          <p:cNvSpPr txBox="1"/>
          <p:nvPr>
            <p:ph type="title"/>
          </p:nvPr>
        </p:nvSpPr>
        <p:spPr>
          <a:prstGeom prst="rect">
            <a:avLst/>
          </a:prstGeom>
        </p:spPr>
        <p:txBody>
          <a:bodyPr/>
          <a:lstStyle/>
          <a:p>
            <a:pPr/>
            <a:r>
              <a:t>Title Text</a:t>
            </a:r>
          </a:p>
        </p:txBody>
      </p:sp>
      <p:sp>
        <p:nvSpPr>
          <p:cNvPr id="905" name="Body Level One…"/>
          <p:cNvSpPr txBox="1"/>
          <p:nvPr>
            <p:ph type="body" sz="half" idx="1"/>
          </p:nvPr>
        </p:nvSpPr>
        <p:spPr>
          <a:xfrm>
            <a:off x="719998" y="1101450"/>
            <a:ext cx="3852004" cy="3467400"/>
          </a:xfrm>
          <a:prstGeom prst="rect">
            <a:avLst/>
          </a:prstGeom>
        </p:spPr>
        <p:txBody>
          <a:bodyPr/>
          <a:lstStyle>
            <a:lvl1pPr indent="-292100">
              <a:buClr>
                <a:schemeClr val="accent1"/>
              </a:buClr>
              <a:buFont typeface="Helvetica"/>
              <a:buChar char="●"/>
            </a:lvl1pPr>
            <a:lvl2pPr>
              <a:buClr>
                <a:schemeClr val="accent1"/>
              </a:buClr>
              <a:buFont typeface="Helvetica"/>
              <a:buChar char="○"/>
            </a:lvl2pPr>
            <a:lvl3pPr>
              <a:buClr>
                <a:schemeClr val="accent1"/>
              </a:buClr>
              <a:buFont typeface="Helvetica"/>
              <a:buChar char="■"/>
            </a:lvl3pPr>
            <a:lvl4pPr>
              <a:buClr>
                <a:schemeClr val="accent1"/>
              </a:buClr>
              <a:buFont typeface="Helvetica"/>
              <a:buChar char="●"/>
            </a:lvl4pPr>
            <a:lvl5pPr>
              <a:buClr>
                <a:schemeClr val="accent1"/>
              </a:buClr>
              <a:buFont typeface="Helvetica"/>
              <a:buChar char="○"/>
            </a:lvl5pPr>
          </a:lstStyle>
          <a:p>
            <a:pPr/>
            <a:r>
              <a:t>Body Level One</a:t>
            </a:r>
          </a:p>
          <a:p>
            <a:pPr lvl="1"/>
            <a:r>
              <a:t>Body Level Two</a:t>
            </a:r>
          </a:p>
          <a:p>
            <a:pPr lvl="2"/>
            <a:r>
              <a:t>Body Level Three</a:t>
            </a:r>
          </a:p>
          <a:p>
            <a:pPr lvl="3"/>
            <a:r>
              <a:t>Body Level Four</a:t>
            </a:r>
          </a:p>
          <a:p>
            <a:pPr lvl="4"/>
            <a:r>
              <a:t>Body Level Five</a:t>
            </a:r>
          </a:p>
        </p:txBody>
      </p:sp>
      <p:sp>
        <p:nvSpPr>
          <p:cNvPr id="906" name="Google Shape;821;p21"/>
          <p:cNvSpPr txBox="1"/>
          <p:nvPr>
            <p:ph type="body" sz="half" idx="21"/>
          </p:nvPr>
        </p:nvSpPr>
        <p:spPr>
          <a:xfrm>
            <a:off x="4571998" y="1546462"/>
            <a:ext cx="3852003" cy="2895900"/>
          </a:xfrm>
          <a:prstGeom prst="rect">
            <a:avLst/>
          </a:prstGeom>
        </p:spPr>
        <p:txBody>
          <a:bodyPr/>
          <a:lstStyle/>
          <a:p>
            <a:pPr marL="593271" indent="-453571">
              <a:lnSpc>
                <a:spcPct val="115000"/>
              </a:lnSpc>
              <a:buSzPts val="2000"/>
              <a:buFont typeface="Helvetica"/>
              <a:buChar char="●"/>
              <a:defRPr b="1" sz="2000">
                <a:solidFill>
                  <a:schemeClr val="accent1"/>
                </a:solidFill>
              </a:defRPr>
            </a:pPr>
          </a:p>
        </p:txBody>
      </p:sp>
      <p:grpSp>
        <p:nvGrpSpPr>
          <p:cNvPr id="914" name="Google Shape;822;p21"/>
          <p:cNvGrpSpPr/>
          <p:nvPr/>
        </p:nvGrpSpPr>
        <p:grpSpPr>
          <a:xfrm>
            <a:off x="4572005" y="-3329287"/>
            <a:ext cx="8043478" cy="8043429"/>
            <a:chOff x="0" y="0"/>
            <a:chExt cx="8043477" cy="8043427"/>
          </a:xfrm>
        </p:grpSpPr>
        <p:sp>
          <p:nvSpPr>
            <p:cNvPr id="907" name="Google Shape;823;p21"/>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08" name="Google Shape;824;p21"/>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09" name="Google Shape;825;p21"/>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10" name="Google Shape;826;p21"/>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11" name="Google Shape;827;p21"/>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12" name="Google Shape;828;p21"/>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13" name="Google Shape;829;p21"/>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915" name="Google Shape;830;p21"/>
          <p:cNvSpPr/>
          <p:nvPr/>
        </p:nvSpPr>
        <p:spPr>
          <a:xfrm>
            <a:off x="8759939" y="4908970"/>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
        <p:nvSpPr>
          <p:cNvPr id="916" name="Google Shape;831;p21"/>
          <p:cNvSpPr/>
          <p:nvPr/>
        </p:nvSpPr>
        <p:spPr>
          <a:xfrm>
            <a:off x="8636455" y="4563185"/>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922" name="Google Shape;832;p21"/>
          <p:cNvGrpSpPr/>
          <p:nvPr/>
        </p:nvGrpSpPr>
        <p:grpSpPr>
          <a:xfrm>
            <a:off x="291548" y="401851"/>
            <a:ext cx="350917" cy="4210210"/>
            <a:chOff x="0" y="0"/>
            <a:chExt cx="350916" cy="4210209"/>
          </a:xfrm>
        </p:grpSpPr>
        <p:sp>
          <p:nvSpPr>
            <p:cNvPr id="917" name="Google Shape;833;p21"/>
            <p:cNvSpPr/>
            <p:nvPr/>
          </p:nvSpPr>
          <p:spPr>
            <a:xfrm>
              <a:off x="99506" y="0"/>
              <a:ext cx="15665" cy="2128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18" name="Google Shape;834;p21"/>
            <p:cNvSpPr/>
            <p:nvPr/>
          </p:nvSpPr>
          <p:spPr>
            <a:xfrm>
              <a:off x="0" y="97682"/>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19" name="Google Shape;835;p21"/>
            <p:cNvSpPr/>
            <p:nvPr/>
          </p:nvSpPr>
          <p:spPr>
            <a:xfrm>
              <a:off x="200692"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20" name="Google Shape;836;p21"/>
            <p:cNvSpPr/>
            <p:nvPr/>
          </p:nvSpPr>
          <p:spPr>
            <a:xfrm>
              <a:off x="75765" y="3989980"/>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21" name="Google Shape;837;p21"/>
            <p:cNvSpPr/>
            <p:nvPr/>
          </p:nvSpPr>
          <p:spPr>
            <a:xfrm>
              <a:off x="219500" y="4124516"/>
              <a:ext cx="8569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927" name="Google Shape;838;p21"/>
          <p:cNvGrpSpPr/>
          <p:nvPr/>
        </p:nvGrpSpPr>
        <p:grpSpPr>
          <a:xfrm>
            <a:off x="3626987" y="4325387"/>
            <a:ext cx="609542" cy="583576"/>
            <a:chOff x="0" y="0"/>
            <a:chExt cx="609541" cy="583575"/>
          </a:xfrm>
        </p:grpSpPr>
        <p:sp>
          <p:nvSpPr>
            <p:cNvPr id="923" name="Google Shape;839;p21"/>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24" name="Google Shape;840;p21"/>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25" name="Google Shape;841;p21"/>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26" name="Google Shape;842;p21"/>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932" name="Google Shape;843;p21"/>
          <p:cNvGrpSpPr/>
          <p:nvPr/>
        </p:nvGrpSpPr>
        <p:grpSpPr>
          <a:xfrm>
            <a:off x="8594804" y="1188226"/>
            <a:ext cx="477479" cy="478128"/>
            <a:chOff x="0" y="0"/>
            <a:chExt cx="477478" cy="478126"/>
          </a:xfrm>
        </p:grpSpPr>
        <p:sp>
          <p:nvSpPr>
            <p:cNvPr id="928" name="Google Shape;844;p21"/>
            <p:cNvSpPr/>
            <p:nvPr/>
          </p:nvSpPr>
          <p:spPr>
            <a:xfrm>
              <a:off x="-1" y="-1"/>
              <a:ext cx="173423" cy="17343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29" name="Google Shape;845;p21"/>
            <p:cNvSpPr/>
            <p:nvPr/>
          </p:nvSpPr>
          <p:spPr>
            <a:xfrm>
              <a:off x="99300" y="98621"/>
              <a:ext cx="122434" cy="1224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30" name="Google Shape;846;p21"/>
            <p:cNvSpPr/>
            <p:nvPr/>
          </p:nvSpPr>
          <p:spPr>
            <a:xfrm>
              <a:off x="402638" y="98621"/>
              <a:ext cx="74841" cy="748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31" name="Google Shape;847;p21"/>
            <p:cNvSpPr/>
            <p:nvPr/>
          </p:nvSpPr>
          <p:spPr>
            <a:xfrm>
              <a:off x="199960" y="376105"/>
              <a:ext cx="102017" cy="1020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937" name="Google Shape;848;p21"/>
          <p:cNvGrpSpPr/>
          <p:nvPr/>
        </p:nvGrpSpPr>
        <p:grpSpPr>
          <a:xfrm>
            <a:off x="8028259" y="322993"/>
            <a:ext cx="365845" cy="328054"/>
            <a:chOff x="-1" y="0"/>
            <a:chExt cx="365844" cy="328053"/>
          </a:xfrm>
        </p:grpSpPr>
        <p:sp>
          <p:nvSpPr>
            <p:cNvPr id="933" name="Google Shape;849;p21"/>
            <p:cNvSpPr/>
            <p:nvPr/>
          </p:nvSpPr>
          <p:spPr>
            <a:xfrm>
              <a:off x="280149"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34" name="Google Shape;850;p21"/>
            <p:cNvSpPr/>
            <p:nvPr/>
          </p:nvSpPr>
          <p:spPr>
            <a:xfrm>
              <a:off x="121662" y="242358"/>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35" name="Google Shape;851;p21"/>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36" name="Google Shape;852;p21"/>
            <p:cNvSpPr/>
            <p:nvPr/>
          </p:nvSpPr>
          <p:spPr>
            <a:xfrm>
              <a:off x="-2"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9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6">
    <p:spTree>
      <p:nvGrpSpPr>
        <p:cNvPr id="1" name=""/>
        <p:cNvGrpSpPr/>
        <p:nvPr/>
      </p:nvGrpSpPr>
      <p:grpSpPr>
        <a:xfrm>
          <a:off x="0" y="0"/>
          <a:ext cx="0" cy="0"/>
          <a:chOff x="0" y="0"/>
          <a:chExt cx="0" cy="0"/>
        </a:xfrm>
      </p:grpSpPr>
      <p:sp>
        <p:nvSpPr>
          <p:cNvPr id="945" name="Title Text"/>
          <p:cNvSpPr txBox="1"/>
          <p:nvPr>
            <p:ph type="title"/>
          </p:nvPr>
        </p:nvSpPr>
        <p:spPr>
          <a:prstGeom prst="rect">
            <a:avLst/>
          </a:prstGeom>
        </p:spPr>
        <p:txBody>
          <a:bodyPr/>
          <a:lstStyle/>
          <a:p>
            <a:pPr/>
            <a:r>
              <a:t>Title Text</a:t>
            </a:r>
          </a:p>
        </p:txBody>
      </p:sp>
      <p:sp>
        <p:nvSpPr>
          <p:cNvPr id="946" name="Body Level One…"/>
          <p:cNvSpPr txBox="1"/>
          <p:nvPr>
            <p:ph type="body" sz="quarter" idx="1"/>
          </p:nvPr>
        </p:nvSpPr>
        <p:spPr>
          <a:xfrm>
            <a:off x="3599550" y="3810229"/>
            <a:ext cx="1944903" cy="448202"/>
          </a:xfrm>
          <a:prstGeom prst="rect">
            <a:avLst/>
          </a:prstGeom>
        </p:spPr>
        <p:txBody>
          <a:bodyPr anchor="ctr"/>
          <a:lstStyle>
            <a:lvl1pPr marL="177800" indent="-38100" algn="ctr">
              <a:buClrTx/>
              <a:buSzTx/>
              <a:buNone/>
              <a:defRPr sz="1400"/>
            </a:lvl1pPr>
            <a:lvl2pPr marL="177800" indent="139700" algn="ctr">
              <a:buClrTx/>
              <a:buSzTx/>
              <a:buNone/>
              <a:defRPr sz="1400"/>
            </a:lvl2pPr>
            <a:lvl3pPr marL="177800" indent="139700" algn="ctr">
              <a:buClrTx/>
              <a:buSzTx/>
              <a:buNone/>
              <a:defRPr sz="1400"/>
            </a:lvl3pPr>
            <a:lvl4pPr marL="177800" indent="139700" algn="ctr">
              <a:buClrTx/>
              <a:buSzTx/>
              <a:buNone/>
              <a:defRPr sz="1400"/>
            </a:lvl4pPr>
            <a:lvl5pPr marL="1778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954" name="Google Shape;861;p22"/>
          <p:cNvGrpSpPr/>
          <p:nvPr/>
        </p:nvGrpSpPr>
        <p:grpSpPr>
          <a:xfrm>
            <a:off x="4856905" y="-5007087"/>
            <a:ext cx="8043478" cy="8043429"/>
            <a:chOff x="0" y="0"/>
            <a:chExt cx="8043477" cy="8043427"/>
          </a:xfrm>
        </p:grpSpPr>
        <p:sp>
          <p:nvSpPr>
            <p:cNvPr id="947" name="Google Shape;862;p22"/>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48" name="Google Shape;863;p22"/>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49" name="Google Shape;864;p22"/>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0" name="Google Shape;865;p22"/>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1" name="Google Shape;866;p22"/>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2" name="Google Shape;867;p22"/>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3" name="Google Shape;868;p22"/>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07" name="Google Shape;869;p22"/>
          <p:cNvGrpSpPr/>
          <p:nvPr/>
        </p:nvGrpSpPr>
        <p:grpSpPr>
          <a:xfrm>
            <a:off x="194835" y="164769"/>
            <a:ext cx="8803214" cy="4879880"/>
            <a:chOff x="-1" y="0"/>
            <a:chExt cx="8803212" cy="4879878"/>
          </a:xfrm>
        </p:grpSpPr>
        <p:sp>
          <p:nvSpPr>
            <p:cNvPr id="955" name="Google Shape;870;p22"/>
            <p:cNvSpPr/>
            <p:nvPr/>
          </p:nvSpPr>
          <p:spPr>
            <a:xfrm>
              <a:off x="8718428" y="-1"/>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968" name="Google Shape;871;p22"/>
            <p:cNvGrpSpPr/>
            <p:nvPr/>
          </p:nvGrpSpPr>
          <p:grpSpPr>
            <a:xfrm>
              <a:off x="322478" y="4578022"/>
              <a:ext cx="973665" cy="232348"/>
              <a:chOff x="0" y="-1"/>
              <a:chExt cx="973664" cy="232347"/>
            </a:xfrm>
          </p:grpSpPr>
          <p:sp>
            <p:nvSpPr>
              <p:cNvPr id="956" name="Google Shape;872;p22"/>
              <p:cNvSpPr/>
              <p:nvPr/>
            </p:nvSpPr>
            <p:spPr>
              <a:xfrm rot="5400000">
                <a:off x="881961" y="140644"/>
                <a:ext cx="91692"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7" name="Google Shape;873;p22"/>
              <p:cNvSpPr/>
              <p:nvPr/>
            </p:nvSpPr>
            <p:spPr>
              <a:xfrm rot="5400000">
                <a:off x="700132" y="140655"/>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8" name="Google Shape;874;p22"/>
              <p:cNvSpPr/>
              <p:nvPr/>
            </p:nvSpPr>
            <p:spPr>
              <a:xfrm rot="5400000">
                <a:off x="517523" y="140655"/>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59" name="Google Shape;875;p22"/>
              <p:cNvSpPr/>
              <p:nvPr/>
            </p:nvSpPr>
            <p:spPr>
              <a:xfrm rot="5400000">
                <a:off x="881949" y="-1"/>
                <a:ext cx="91715"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0" name="Google Shape;876;p22"/>
              <p:cNvSpPr/>
              <p:nvPr/>
            </p:nvSpPr>
            <p:spPr>
              <a:xfrm rot="5400000">
                <a:off x="700120" y="1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1" name="Google Shape;877;p22"/>
              <p:cNvSpPr/>
              <p:nvPr/>
            </p:nvSpPr>
            <p:spPr>
              <a:xfrm rot="5400000">
                <a:off x="517511" y="1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2" name="Google Shape;878;p22"/>
              <p:cNvSpPr/>
              <p:nvPr/>
            </p:nvSpPr>
            <p:spPr>
              <a:xfrm rot="5400000">
                <a:off x="365220" y="140655"/>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3" name="Google Shape;879;p22"/>
              <p:cNvSpPr/>
              <p:nvPr/>
            </p:nvSpPr>
            <p:spPr>
              <a:xfrm rot="5400000">
                <a:off x="182609" y="14065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4" name="Google Shape;880;p22"/>
              <p:cNvSpPr/>
              <p:nvPr/>
            </p:nvSpPr>
            <p:spPr>
              <a:xfrm rot="5400000">
                <a:off x="-1" y="141424"/>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5" name="Google Shape;881;p22"/>
              <p:cNvSpPr/>
              <p:nvPr/>
            </p:nvSpPr>
            <p:spPr>
              <a:xfrm rot="5400000">
                <a:off x="365207" y="1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6" name="Google Shape;882;p22"/>
              <p:cNvSpPr/>
              <p:nvPr/>
            </p:nvSpPr>
            <p:spPr>
              <a:xfrm rot="5400000">
                <a:off x="182597" y="1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67" name="Google Shape;883;p22"/>
              <p:cNvSpPr/>
              <p:nvPr/>
            </p:nvSpPr>
            <p:spPr>
              <a:xfrm rot="5400000">
                <a:off x="-397" y="395"/>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973" name="Google Shape;884;p22"/>
            <p:cNvGrpSpPr/>
            <p:nvPr/>
          </p:nvGrpSpPr>
          <p:grpSpPr>
            <a:xfrm>
              <a:off x="-2" y="1309353"/>
              <a:ext cx="609543" cy="583577"/>
              <a:chOff x="0" y="0"/>
              <a:chExt cx="609541" cy="583575"/>
            </a:xfrm>
          </p:grpSpPr>
          <p:sp>
            <p:nvSpPr>
              <p:cNvPr id="969" name="Google Shape;885;p22"/>
              <p:cNvSpPr/>
              <p:nvPr/>
            </p:nvSpPr>
            <p:spPr>
              <a:xfrm>
                <a:off x="61001" y="242710"/>
                <a:ext cx="260682"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70" name="Google Shape;886;p22"/>
              <p:cNvSpPr/>
              <p:nvPr/>
            </p:nvSpPr>
            <p:spPr>
              <a:xfrm>
                <a:off x="230298" y="407505"/>
                <a:ext cx="176064" cy="17607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71" name="Google Shape;887;p22"/>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72" name="Google Shape;888;p22"/>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977" name="Google Shape;889;p22"/>
            <p:cNvGrpSpPr/>
            <p:nvPr/>
          </p:nvGrpSpPr>
          <p:grpSpPr>
            <a:xfrm>
              <a:off x="6205327" y="4238869"/>
              <a:ext cx="631788" cy="457730"/>
              <a:chOff x="0" y="0"/>
              <a:chExt cx="631786" cy="457728"/>
            </a:xfrm>
          </p:grpSpPr>
          <p:sp>
            <p:nvSpPr>
              <p:cNvPr id="974" name="Google Shape;890;p22"/>
              <p:cNvSpPr/>
              <p:nvPr/>
            </p:nvSpPr>
            <p:spPr>
              <a:xfrm>
                <a:off x="490027" y="0"/>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75" name="Google Shape;891;p22"/>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76" name="Google Shape;892;p22"/>
              <p:cNvSpPr/>
              <p:nvPr/>
            </p:nvSpPr>
            <p:spPr>
              <a:xfrm>
                <a:off x="154803" y="280492"/>
                <a:ext cx="177230" cy="17723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984" name="Google Shape;893;p22"/>
            <p:cNvGrpSpPr/>
            <p:nvPr/>
          </p:nvGrpSpPr>
          <p:grpSpPr>
            <a:xfrm>
              <a:off x="525194" y="185561"/>
              <a:ext cx="518248" cy="328056"/>
              <a:chOff x="-1" y="0"/>
              <a:chExt cx="518247" cy="328055"/>
            </a:xfrm>
          </p:grpSpPr>
          <p:sp>
            <p:nvSpPr>
              <p:cNvPr id="978" name="Google Shape;894;p22"/>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983" name="Google Shape;895;p22"/>
              <p:cNvGrpSpPr/>
              <p:nvPr/>
            </p:nvGrpSpPr>
            <p:grpSpPr>
              <a:xfrm>
                <a:off x="-2" y="-1"/>
                <a:ext cx="518248" cy="328057"/>
                <a:chOff x="-1" y="0"/>
                <a:chExt cx="518247" cy="328055"/>
              </a:xfrm>
            </p:grpSpPr>
            <p:sp>
              <p:nvSpPr>
                <p:cNvPr id="979" name="Google Shape;896;p22"/>
                <p:cNvSpPr/>
                <p:nvPr/>
              </p:nvSpPr>
              <p:spPr>
                <a:xfrm>
                  <a:off x="432552"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80" name="Google Shape;897;p22"/>
                <p:cNvSpPr/>
                <p:nvPr/>
              </p:nvSpPr>
              <p:spPr>
                <a:xfrm>
                  <a:off x="274064" y="242360"/>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81" name="Google Shape;898;p22"/>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82" name="Google Shape;899;p22"/>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988" name="Google Shape;900;p22"/>
            <p:cNvGrpSpPr/>
            <p:nvPr/>
          </p:nvGrpSpPr>
          <p:grpSpPr>
            <a:xfrm>
              <a:off x="7898161" y="4001382"/>
              <a:ext cx="350918" cy="402724"/>
              <a:chOff x="0" y="0"/>
              <a:chExt cx="350916" cy="402722"/>
            </a:xfrm>
          </p:grpSpPr>
          <p:sp>
            <p:nvSpPr>
              <p:cNvPr id="985" name="Google Shape;901;p22"/>
              <p:cNvSpPr/>
              <p:nvPr/>
            </p:nvSpPr>
            <p:spPr>
              <a:xfrm>
                <a:off x="99506" y="-1"/>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86" name="Google Shape;902;p22"/>
              <p:cNvSpPr/>
              <p:nvPr/>
            </p:nvSpPr>
            <p:spPr>
              <a:xfrm>
                <a:off x="0" y="97682"/>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87" name="Google Shape;903;p22"/>
              <p:cNvSpPr/>
              <p:nvPr/>
            </p:nvSpPr>
            <p:spPr>
              <a:xfrm>
                <a:off x="200692" y="241804"/>
                <a:ext cx="150225"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989" name="Google Shape;904;p22"/>
            <p:cNvSpPr/>
            <p:nvPr/>
          </p:nvSpPr>
          <p:spPr>
            <a:xfrm>
              <a:off x="8523478" y="810375"/>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0" name="Google Shape;905;p22"/>
            <p:cNvSpPr/>
            <p:nvPr/>
          </p:nvSpPr>
          <p:spPr>
            <a:xfrm>
              <a:off x="8399992" y="464590"/>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1" name="Google Shape;906;p22"/>
            <p:cNvSpPr/>
            <p:nvPr/>
          </p:nvSpPr>
          <p:spPr>
            <a:xfrm>
              <a:off x="2782126" y="4659649"/>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2" name="Google Shape;907;p22"/>
            <p:cNvSpPr/>
            <p:nvPr/>
          </p:nvSpPr>
          <p:spPr>
            <a:xfrm>
              <a:off x="2925860" y="4794184"/>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3" name="Google Shape;908;p22"/>
            <p:cNvSpPr/>
            <p:nvPr/>
          </p:nvSpPr>
          <p:spPr>
            <a:xfrm>
              <a:off x="2904979" y="4479947"/>
              <a:ext cx="191064"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006" name="Google Shape;909;p22"/>
            <p:cNvGrpSpPr/>
            <p:nvPr/>
          </p:nvGrpSpPr>
          <p:grpSpPr>
            <a:xfrm>
              <a:off x="8486040" y="2586663"/>
              <a:ext cx="232347" cy="973666"/>
              <a:chOff x="0" y="0"/>
              <a:chExt cx="232345" cy="973665"/>
            </a:xfrm>
          </p:grpSpPr>
          <p:sp>
            <p:nvSpPr>
              <p:cNvPr id="994" name="Google Shape;910;p22"/>
              <p:cNvSpPr/>
              <p:nvPr/>
            </p:nvSpPr>
            <p:spPr>
              <a:xfrm>
                <a:off x="140655" y="-1"/>
                <a:ext cx="91690"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5" name="Google Shape;911;p22"/>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6" name="Google Shape;912;p22"/>
              <p:cNvSpPr/>
              <p:nvPr/>
            </p:nvSpPr>
            <p:spPr>
              <a:xfrm>
                <a:off x="140655" y="364449"/>
                <a:ext cx="91690"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7" name="Google Shape;913;p22"/>
              <p:cNvSpPr/>
              <p:nvPr/>
            </p:nvSpPr>
            <p:spPr>
              <a:xfrm>
                <a:off x="0" y="-1"/>
                <a:ext cx="91714"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8" name="Google Shape;914;p22"/>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99" name="Google Shape;915;p22"/>
              <p:cNvSpPr/>
              <p:nvPr/>
            </p:nvSpPr>
            <p:spPr>
              <a:xfrm>
                <a:off x="0" y="364449"/>
                <a:ext cx="91714"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0" name="Google Shape;916;p22"/>
              <p:cNvSpPr/>
              <p:nvPr/>
            </p:nvSpPr>
            <p:spPr>
              <a:xfrm>
                <a:off x="140655" y="51675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1" name="Google Shape;917;p22"/>
              <p:cNvSpPr/>
              <p:nvPr/>
            </p:nvSpPr>
            <p:spPr>
              <a:xfrm>
                <a:off x="140655" y="69936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2" name="Google Shape;918;p22"/>
              <p:cNvSpPr/>
              <p:nvPr/>
            </p:nvSpPr>
            <p:spPr>
              <a:xfrm>
                <a:off x="141424" y="882742"/>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3" name="Google Shape;919;p22"/>
              <p:cNvSpPr/>
              <p:nvPr/>
            </p:nvSpPr>
            <p:spPr>
              <a:xfrm>
                <a:off x="0" y="51675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4" name="Google Shape;920;p22"/>
              <p:cNvSpPr/>
              <p:nvPr/>
            </p:nvSpPr>
            <p:spPr>
              <a:xfrm>
                <a:off x="0" y="69936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05" name="Google Shape;921;p22"/>
              <p:cNvSpPr/>
              <p:nvPr/>
            </p:nvSpPr>
            <p:spPr>
              <a:xfrm>
                <a:off x="0" y="882742"/>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0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6_1">
    <p:spTree>
      <p:nvGrpSpPr>
        <p:cNvPr id="1" name=""/>
        <p:cNvGrpSpPr/>
        <p:nvPr/>
      </p:nvGrpSpPr>
      <p:grpSpPr>
        <a:xfrm>
          <a:off x="0" y="0"/>
          <a:ext cx="0" cy="0"/>
          <a:chOff x="0" y="0"/>
          <a:chExt cx="0" cy="0"/>
        </a:xfrm>
      </p:grpSpPr>
      <p:sp>
        <p:nvSpPr>
          <p:cNvPr id="1015" name="Title Text"/>
          <p:cNvSpPr txBox="1"/>
          <p:nvPr>
            <p:ph type="title"/>
          </p:nvPr>
        </p:nvSpPr>
        <p:spPr>
          <a:xfrm>
            <a:off x="3599548" y="2672913"/>
            <a:ext cx="1944902" cy="527701"/>
          </a:xfrm>
          <a:prstGeom prst="rect">
            <a:avLst/>
          </a:prstGeom>
        </p:spPr>
        <p:txBody>
          <a:bodyPr/>
          <a:lstStyle>
            <a:lvl1pPr>
              <a:defRPr sz="2000">
                <a:solidFill>
                  <a:schemeClr val="accent1"/>
                </a:solidFill>
              </a:defRPr>
            </a:lvl1pPr>
          </a:lstStyle>
          <a:p>
            <a:pPr/>
            <a:r>
              <a:t>Title Text</a:t>
            </a:r>
          </a:p>
        </p:txBody>
      </p:sp>
      <p:sp>
        <p:nvSpPr>
          <p:cNvPr id="1016" name="Body Level One…"/>
          <p:cNvSpPr txBox="1"/>
          <p:nvPr>
            <p:ph type="body" sz="quarter" idx="1"/>
          </p:nvPr>
        </p:nvSpPr>
        <p:spPr>
          <a:xfrm>
            <a:off x="3599550" y="3200630"/>
            <a:ext cx="1944903" cy="677103"/>
          </a:xfrm>
          <a:prstGeom prst="rect">
            <a:avLst/>
          </a:prstGeom>
        </p:spPr>
        <p:txBody>
          <a:bodyPr anchor="ctr"/>
          <a:lstStyle>
            <a:lvl1pPr marL="177800" indent="-38100" algn="ctr">
              <a:buClrTx/>
              <a:buSzTx/>
              <a:buNone/>
              <a:defRPr sz="1400"/>
            </a:lvl1pPr>
            <a:lvl2pPr marL="177800" indent="139700" algn="ctr">
              <a:buClrTx/>
              <a:buSzTx/>
              <a:buNone/>
              <a:defRPr sz="1400"/>
            </a:lvl2pPr>
            <a:lvl3pPr marL="177800" indent="139700" algn="ctr">
              <a:buClrTx/>
              <a:buSzTx/>
              <a:buNone/>
              <a:defRPr sz="1400"/>
            </a:lvl3pPr>
            <a:lvl4pPr marL="177800" indent="139700" algn="ctr">
              <a:buClrTx/>
              <a:buSzTx/>
              <a:buNone/>
              <a:defRPr sz="1400"/>
            </a:lvl4pPr>
            <a:lvl5pPr marL="1778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024" name="Google Shape;930;p23"/>
          <p:cNvGrpSpPr/>
          <p:nvPr/>
        </p:nvGrpSpPr>
        <p:grpSpPr>
          <a:xfrm>
            <a:off x="4800605" y="-2897841"/>
            <a:ext cx="8043478" cy="8043429"/>
            <a:chOff x="0" y="0"/>
            <a:chExt cx="8043477" cy="8043427"/>
          </a:xfrm>
        </p:grpSpPr>
        <p:sp>
          <p:nvSpPr>
            <p:cNvPr id="1017" name="Google Shape;931;p23"/>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18" name="Google Shape;932;p23"/>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19" name="Google Shape;933;p23"/>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0" name="Google Shape;934;p23"/>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1" name="Google Shape;935;p23"/>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2" name="Google Shape;936;p23"/>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3" name="Google Shape;937;p23"/>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28" name="Google Shape;938;p23"/>
          <p:cNvGrpSpPr/>
          <p:nvPr/>
        </p:nvGrpSpPr>
        <p:grpSpPr>
          <a:xfrm>
            <a:off x="774614" y="4436364"/>
            <a:ext cx="631788" cy="457730"/>
            <a:chOff x="0" y="0"/>
            <a:chExt cx="631786" cy="457729"/>
          </a:xfrm>
        </p:grpSpPr>
        <p:sp>
          <p:nvSpPr>
            <p:cNvPr id="1025" name="Google Shape;939;p23"/>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6" name="Google Shape;940;p23"/>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27" name="Google Shape;941;p23"/>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33" name="Google Shape;942;p23"/>
          <p:cNvGrpSpPr/>
          <p:nvPr/>
        </p:nvGrpSpPr>
        <p:grpSpPr>
          <a:xfrm>
            <a:off x="5789083" y="4301931"/>
            <a:ext cx="648308" cy="649188"/>
            <a:chOff x="0" y="0"/>
            <a:chExt cx="648307" cy="649186"/>
          </a:xfrm>
        </p:grpSpPr>
        <p:sp>
          <p:nvSpPr>
            <p:cNvPr id="1029" name="Google Shape;943;p23"/>
            <p:cNvSpPr/>
            <p:nvPr/>
          </p:nvSpPr>
          <p:spPr>
            <a:xfrm>
              <a:off x="0" y="-1"/>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0" name="Google Shape;944;p23"/>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1" name="Google Shape;945;p23"/>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2" name="Google Shape;946;p23"/>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39" name="Google Shape;947;p23"/>
          <p:cNvGrpSpPr/>
          <p:nvPr/>
        </p:nvGrpSpPr>
        <p:grpSpPr>
          <a:xfrm>
            <a:off x="8566509" y="405014"/>
            <a:ext cx="355672" cy="1888160"/>
            <a:chOff x="0" y="0"/>
            <a:chExt cx="355670" cy="1888159"/>
          </a:xfrm>
        </p:grpSpPr>
        <p:sp>
          <p:nvSpPr>
            <p:cNvPr id="1034" name="Google Shape;948;p23"/>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5" name="Google Shape;949;p23"/>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6" name="Google Shape;950;p23"/>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7" name="Google Shape;951;p23"/>
            <p:cNvSpPr/>
            <p:nvPr/>
          </p:nvSpPr>
          <p:spPr>
            <a:xfrm>
              <a:off x="126241" y="1667931"/>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38" name="Google Shape;952;p23"/>
            <p:cNvSpPr/>
            <p:nvPr/>
          </p:nvSpPr>
          <p:spPr>
            <a:xfrm>
              <a:off x="269977"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52" name="Google Shape;953;p23"/>
          <p:cNvGrpSpPr/>
          <p:nvPr/>
        </p:nvGrpSpPr>
        <p:grpSpPr>
          <a:xfrm>
            <a:off x="169027" y="1732881"/>
            <a:ext cx="232346" cy="973666"/>
            <a:chOff x="0" y="-1"/>
            <a:chExt cx="232345" cy="973664"/>
          </a:xfrm>
        </p:grpSpPr>
        <p:sp>
          <p:nvSpPr>
            <p:cNvPr id="1040" name="Google Shape;954;p23"/>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1" name="Google Shape;955;p23"/>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2" name="Google Shape;956;p23"/>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3" name="Google Shape;957;p23"/>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4" name="Google Shape;958;p23"/>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5" name="Google Shape;959;p23"/>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6" name="Google Shape;960;p23"/>
            <p:cNvSpPr/>
            <p:nvPr/>
          </p:nvSpPr>
          <p:spPr>
            <a:xfrm>
              <a:off x="140655" y="51675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7" name="Google Shape;961;p23"/>
            <p:cNvSpPr/>
            <p:nvPr/>
          </p:nvSpPr>
          <p:spPr>
            <a:xfrm>
              <a:off x="140655" y="69936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8" name="Google Shape;962;p23"/>
            <p:cNvSpPr/>
            <p:nvPr/>
          </p:nvSpPr>
          <p:spPr>
            <a:xfrm>
              <a:off x="141424" y="882741"/>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49" name="Google Shape;963;p23"/>
            <p:cNvSpPr/>
            <p:nvPr/>
          </p:nvSpPr>
          <p:spPr>
            <a:xfrm>
              <a:off x="0" y="51675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0" name="Google Shape;964;p23"/>
            <p:cNvSpPr/>
            <p:nvPr/>
          </p:nvSpPr>
          <p:spPr>
            <a:xfrm>
              <a:off x="0" y="69936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1" name="Google Shape;965;p23"/>
            <p:cNvSpPr/>
            <p:nvPr/>
          </p:nvSpPr>
          <p:spPr>
            <a:xfrm>
              <a:off x="0" y="882741"/>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55" name="Google Shape;966;p23"/>
          <p:cNvGrpSpPr/>
          <p:nvPr/>
        </p:nvGrpSpPr>
        <p:grpSpPr>
          <a:xfrm>
            <a:off x="3043851" y="4730917"/>
            <a:ext cx="229431" cy="220231"/>
            <a:chOff x="0" y="0"/>
            <a:chExt cx="229429" cy="220229"/>
          </a:xfrm>
        </p:grpSpPr>
        <p:sp>
          <p:nvSpPr>
            <p:cNvPr id="1053" name="Google Shape;967;p23"/>
            <p:cNvSpPr/>
            <p:nvPr/>
          </p:nvSpPr>
          <p:spPr>
            <a:xfrm>
              <a:off x="0" y="0"/>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4" name="Google Shape;968;p23"/>
            <p:cNvSpPr/>
            <p:nvPr/>
          </p:nvSpPr>
          <p:spPr>
            <a:xfrm>
              <a:off x="143735" y="134536"/>
              <a:ext cx="85696"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60" name="Google Shape;969;p23"/>
          <p:cNvGrpSpPr/>
          <p:nvPr/>
        </p:nvGrpSpPr>
        <p:grpSpPr>
          <a:xfrm>
            <a:off x="551185" y="193699"/>
            <a:ext cx="609544" cy="583576"/>
            <a:chOff x="0" y="0"/>
            <a:chExt cx="609542" cy="583575"/>
          </a:xfrm>
        </p:grpSpPr>
        <p:sp>
          <p:nvSpPr>
            <p:cNvPr id="1056" name="Google Shape;970;p23"/>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7" name="Google Shape;971;p23"/>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8" name="Google Shape;972;p23"/>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59" name="Google Shape;973;p23"/>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0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5">
    <p:spTree>
      <p:nvGrpSpPr>
        <p:cNvPr id="1" name=""/>
        <p:cNvGrpSpPr/>
        <p:nvPr/>
      </p:nvGrpSpPr>
      <p:grpSpPr>
        <a:xfrm>
          <a:off x="0" y="0"/>
          <a:ext cx="0" cy="0"/>
          <a:chOff x="0" y="0"/>
          <a:chExt cx="0" cy="0"/>
        </a:xfrm>
      </p:grpSpPr>
      <p:sp>
        <p:nvSpPr>
          <p:cNvPr id="1068" name="Title Text"/>
          <p:cNvSpPr txBox="1"/>
          <p:nvPr>
            <p:ph type="title"/>
          </p:nvPr>
        </p:nvSpPr>
        <p:spPr>
          <a:xfrm>
            <a:off x="865486" y="1509082"/>
            <a:ext cx="1978202" cy="527702"/>
          </a:xfrm>
          <a:prstGeom prst="rect">
            <a:avLst/>
          </a:prstGeom>
        </p:spPr>
        <p:txBody>
          <a:bodyPr/>
          <a:lstStyle>
            <a:lvl1pPr algn="r">
              <a:defRPr sz="2000">
                <a:solidFill>
                  <a:schemeClr val="accent1"/>
                </a:solidFill>
              </a:defRPr>
            </a:lvl1pPr>
          </a:lstStyle>
          <a:p>
            <a:pPr/>
            <a:r>
              <a:t>Title Text</a:t>
            </a:r>
          </a:p>
        </p:txBody>
      </p:sp>
      <p:sp>
        <p:nvSpPr>
          <p:cNvPr id="1069" name="Body Level One…"/>
          <p:cNvSpPr txBox="1"/>
          <p:nvPr>
            <p:ph type="body" sz="quarter" idx="1"/>
          </p:nvPr>
        </p:nvSpPr>
        <p:spPr>
          <a:xfrm>
            <a:off x="865486" y="2043309"/>
            <a:ext cx="1978202" cy="448202"/>
          </a:xfrm>
          <a:prstGeom prst="rect">
            <a:avLst/>
          </a:prstGeom>
        </p:spPr>
        <p:txBody>
          <a:bodyPr anchor="ctr"/>
          <a:lstStyle>
            <a:lvl1pPr marL="177800" indent="-38100" algn="r">
              <a:buClrTx/>
              <a:buSzTx/>
              <a:buNone/>
              <a:defRPr sz="1400"/>
            </a:lvl1pPr>
            <a:lvl2pPr marL="177800" indent="139700" algn="r">
              <a:buClrTx/>
              <a:buSzTx/>
              <a:buNone/>
              <a:defRPr sz="1400"/>
            </a:lvl2pPr>
            <a:lvl3pPr marL="177800" indent="139700" algn="r">
              <a:buClrTx/>
              <a:buSzTx/>
              <a:buNone/>
              <a:defRPr sz="1400"/>
            </a:lvl3pPr>
            <a:lvl4pPr marL="177800" indent="139700" algn="r">
              <a:buClrTx/>
              <a:buSzTx/>
              <a:buNone/>
              <a:defRPr sz="1400"/>
            </a:lvl4pPr>
            <a:lvl5pPr marL="177800" indent="139700" algn="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077" name="Google Shape;984;p24"/>
          <p:cNvGrpSpPr/>
          <p:nvPr/>
        </p:nvGrpSpPr>
        <p:grpSpPr>
          <a:xfrm>
            <a:off x="4800605" y="-2897841"/>
            <a:ext cx="8043478" cy="8043429"/>
            <a:chOff x="0" y="0"/>
            <a:chExt cx="8043477" cy="8043427"/>
          </a:xfrm>
        </p:grpSpPr>
        <p:sp>
          <p:nvSpPr>
            <p:cNvPr id="1070" name="Google Shape;985;p24"/>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1" name="Google Shape;986;p24"/>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2" name="Google Shape;987;p24"/>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3" name="Google Shape;988;p24"/>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4" name="Google Shape;989;p24"/>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5" name="Google Shape;990;p24"/>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76" name="Google Shape;991;p24"/>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30" name="Google Shape;992;p24"/>
          <p:cNvGrpSpPr/>
          <p:nvPr/>
        </p:nvGrpSpPr>
        <p:grpSpPr>
          <a:xfrm>
            <a:off x="208781" y="164769"/>
            <a:ext cx="8789268" cy="4888396"/>
            <a:chOff x="-3" y="0"/>
            <a:chExt cx="8789266" cy="4888394"/>
          </a:xfrm>
        </p:grpSpPr>
        <p:sp>
          <p:nvSpPr>
            <p:cNvPr id="1078" name="Google Shape;993;p24"/>
            <p:cNvSpPr/>
            <p:nvPr/>
          </p:nvSpPr>
          <p:spPr>
            <a:xfrm>
              <a:off x="8704480" y="-1"/>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091" name="Google Shape;994;p24"/>
            <p:cNvGrpSpPr/>
            <p:nvPr/>
          </p:nvGrpSpPr>
          <p:grpSpPr>
            <a:xfrm>
              <a:off x="2442080" y="4656047"/>
              <a:ext cx="973665" cy="232348"/>
              <a:chOff x="0" y="0"/>
              <a:chExt cx="973664" cy="232346"/>
            </a:xfrm>
          </p:grpSpPr>
          <p:sp>
            <p:nvSpPr>
              <p:cNvPr id="1079" name="Google Shape;995;p24"/>
              <p:cNvSpPr/>
              <p:nvPr/>
            </p:nvSpPr>
            <p:spPr>
              <a:xfrm rot="5400000">
                <a:off x="881961" y="140643"/>
                <a:ext cx="91692" cy="91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0" name="Google Shape;996;p24"/>
              <p:cNvSpPr/>
              <p:nvPr/>
            </p:nvSpPr>
            <p:spPr>
              <a:xfrm rot="5400000">
                <a:off x="700132" y="140654"/>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1" name="Google Shape;997;p24"/>
              <p:cNvSpPr/>
              <p:nvPr/>
            </p:nvSpPr>
            <p:spPr>
              <a:xfrm rot="5400000">
                <a:off x="517523" y="140654"/>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2" name="Google Shape;998;p24"/>
              <p:cNvSpPr/>
              <p:nvPr/>
            </p:nvSpPr>
            <p:spPr>
              <a:xfrm rot="5400000">
                <a:off x="881949" y="-1"/>
                <a:ext cx="91715"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3" name="Google Shape;999;p24"/>
              <p:cNvSpPr/>
              <p:nvPr/>
            </p:nvSpPr>
            <p:spPr>
              <a:xfrm rot="5400000">
                <a:off x="700120" y="1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4" name="Google Shape;1000;p24"/>
              <p:cNvSpPr/>
              <p:nvPr/>
            </p:nvSpPr>
            <p:spPr>
              <a:xfrm rot="5400000">
                <a:off x="517511" y="1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5" name="Google Shape;1001;p24"/>
              <p:cNvSpPr/>
              <p:nvPr/>
            </p:nvSpPr>
            <p:spPr>
              <a:xfrm rot="5400000">
                <a:off x="365220" y="140654"/>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6" name="Google Shape;1002;p24"/>
              <p:cNvSpPr/>
              <p:nvPr/>
            </p:nvSpPr>
            <p:spPr>
              <a:xfrm rot="5400000">
                <a:off x="182610" y="140654"/>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7" name="Google Shape;1003;p24"/>
              <p:cNvSpPr/>
              <p:nvPr/>
            </p:nvSpPr>
            <p:spPr>
              <a:xfrm rot="5400000">
                <a:off x="-1" y="141424"/>
                <a:ext cx="90923"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8" name="Google Shape;1004;p24"/>
              <p:cNvSpPr/>
              <p:nvPr/>
            </p:nvSpPr>
            <p:spPr>
              <a:xfrm rot="5400000">
                <a:off x="365208" y="1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89" name="Google Shape;1005;p24"/>
              <p:cNvSpPr/>
              <p:nvPr/>
            </p:nvSpPr>
            <p:spPr>
              <a:xfrm rot="5400000">
                <a:off x="182598" y="1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0" name="Google Shape;1006;p24"/>
              <p:cNvSpPr/>
              <p:nvPr/>
            </p:nvSpPr>
            <p:spPr>
              <a:xfrm rot="5400000">
                <a:off x="-397" y="395"/>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096" name="Google Shape;1007;p24"/>
            <p:cNvGrpSpPr/>
            <p:nvPr/>
          </p:nvGrpSpPr>
          <p:grpSpPr>
            <a:xfrm>
              <a:off x="755475" y="85728"/>
              <a:ext cx="609543" cy="583577"/>
              <a:chOff x="0" y="0"/>
              <a:chExt cx="609541" cy="583575"/>
            </a:xfrm>
          </p:grpSpPr>
          <p:sp>
            <p:nvSpPr>
              <p:cNvPr id="1092" name="Google Shape;1008;p24"/>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3" name="Google Shape;1009;p24"/>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4" name="Google Shape;1010;p24"/>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5" name="Google Shape;1011;p24"/>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00" name="Google Shape;1012;p24"/>
            <p:cNvGrpSpPr/>
            <p:nvPr/>
          </p:nvGrpSpPr>
          <p:grpSpPr>
            <a:xfrm>
              <a:off x="8034829" y="4232819"/>
              <a:ext cx="631788" cy="457731"/>
              <a:chOff x="0" y="0"/>
              <a:chExt cx="631786" cy="457729"/>
            </a:xfrm>
          </p:grpSpPr>
          <p:sp>
            <p:nvSpPr>
              <p:cNvPr id="1097" name="Google Shape;1013;p24"/>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8" name="Google Shape;1014;p24"/>
              <p:cNvSpPr/>
              <p:nvPr/>
            </p:nvSpPr>
            <p:spPr>
              <a:xfrm>
                <a:off x="-1" y="125681"/>
                <a:ext cx="257551" cy="2588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99" name="Google Shape;1015;p24"/>
              <p:cNvSpPr/>
              <p:nvPr/>
            </p:nvSpPr>
            <p:spPr>
              <a:xfrm>
                <a:off x="154803" y="28049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07" name="Google Shape;1016;p24"/>
            <p:cNvGrpSpPr/>
            <p:nvPr/>
          </p:nvGrpSpPr>
          <p:grpSpPr>
            <a:xfrm>
              <a:off x="-4" y="1618011"/>
              <a:ext cx="518248" cy="328056"/>
              <a:chOff x="-1" y="0"/>
              <a:chExt cx="518247" cy="328055"/>
            </a:xfrm>
          </p:grpSpPr>
          <p:sp>
            <p:nvSpPr>
              <p:cNvPr id="1101" name="Google Shape;1017;p24"/>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106" name="Google Shape;1018;p24"/>
              <p:cNvGrpSpPr/>
              <p:nvPr/>
            </p:nvGrpSpPr>
            <p:grpSpPr>
              <a:xfrm>
                <a:off x="-2" y="0"/>
                <a:ext cx="518248" cy="328056"/>
                <a:chOff x="-1" y="0"/>
                <a:chExt cx="518247" cy="328055"/>
              </a:xfrm>
            </p:grpSpPr>
            <p:sp>
              <p:nvSpPr>
                <p:cNvPr id="1102" name="Google Shape;1019;p24"/>
                <p:cNvSpPr/>
                <p:nvPr/>
              </p:nvSpPr>
              <p:spPr>
                <a:xfrm>
                  <a:off x="432552"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03" name="Google Shape;1020;p24"/>
                <p:cNvSpPr/>
                <p:nvPr/>
              </p:nvSpPr>
              <p:spPr>
                <a:xfrm>
                  <a:off x="274064" y="242359"/>
                  <a:ext cx="8475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04" name="Google Shape;1021;p24"/>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05" name="Google Shape;1022;p24"/>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111" name="Google Shape;1023;p24"/>
            <p:cNvGrpSpPr/>
            <p:nvPr/>
          </p:nvGrpSpPr>
          <p:grpSpPr>
            <a:xfrm>
              <a:off x="5792963" y="4232781"/>
              <a:ext cx="350917" cy="402725"/>
              <a:chOff x="0" y="0"/>
              <a:chExt cx="350916" cy="402723"/>
            </a:xfrm>
          </p:grpSpPr>
          <p:sp>
            <p:nvSpPr>
              <p:cNvPr id="1108" name="Google Shape;1024;p24"/>
              <p:cNvSpPr/>
              <p:nvPr/>
            </p:nvSpPr>
            <p:spPr>
              <a:xfrm>
                <a:off x="99506" y="-1"/>
                <a:ext cx="15665"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09" name="Google Shape;1025;p24"/>
              <p:cNvSpPr/>
              <p:nvPr/>
            </p:nvSpPr>
            <p:spPr>
              <a:xfrm>
                <a:off x="0" y="97682"/>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0" name="Google Shape;1026;p24"/>
              <p:cNvSpPr/>
              <p:nvPr/>
            </p:nvSpPr>
            <p:spPr>
              <a:xfrm>
                <a:off x="200692" y="241805"/>
                <a:ext cx="150225"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112" name="Google Shape;1027;p24"/>
            <p:cNvSpPr/>
            <p:nvPr/>
          </p:nvSpPr>
          <p:spPr>
            <a:xfrm>
              <a:off x="8509530" y="810375"/>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3" name="Google Shape;1028;p24"/>
            <p:cNvSpPr/>
            <p:nvPr/>
          </p:nvSpPr>
          <p:spPr>
            <a:xfrm>
              <a:off x="8386044" y="464590"/>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4" name="Google Shape;1029;p24"/>
            <p:cNvSpPr/>
            <p:nvPr/>
          </p:nvSpPr>
          <p:spPr>
            <a:xfrm>
              <a:off x="72528" y="4441373"/>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5" name="Google Shape;1030;p24"/>
            <p:cNvSpPr/>
            <p:nvPr/>
          </p:nvSpPr>
          <p:spPr>
            <a:xfrm>
              <a:off x="216262" y="4575909"/>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6" name="Google Shape;1031;p24"/>
            <p:cNvSpPr/>
            <p:nvPr/>
          </p:nvSpPr>
          <p:spPr>
            <a:xfrm>
              <a:off x="195380" y="4261671"/>
              <a:ext cx="191065" cy="171636"/>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129" name="Google Shape;1032;p24"/>
            <p:cNvGrpSpPr/>
            <p:nvPr/>
          </p:nvGrpSpPr>
          <p:grpSpPr>
            <a:xfrm>
              <a:off x="8472092" y="2586663"/>
              <a:ext cx="232347" cy="973665"/>
              <a:chOff x="0" y="-1"/>
              <a:chExt cx="232345" cy="973664"/>
            </a:xfrm>
          </p:grpSpPr>
          <p:sp>
            <p:nvSpPr>
              <p:cNvPr id="1117" name="Google Shape;1033;p24"/>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8" name="Google Shape;1034;p24"/>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19" name="Google Shape;1035;p24"/>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0" name="Google Shape;1036;p24"/>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1" name="Google Shape;1037;p24"/>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2" name="Google Shape;1038;p24"/>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3" name="Google Shape;1039;p24"/>
              <p:cNvSpPr/>
              <p:nvPr/>
            </p:nvSpPr>
            <p:spPr>
              <a:xfrm>
                <a:off x="140655" y="51675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4" name="Google Shape;1040;p24"/>
              <p:cNvSpPr/>
              <p:nvPr/>
            </p:nvSpPr>
            <p:spPr>
              <a:xfrm>
                <a:off x="140655" y="69936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5" name="Google Shape;1041;p24"/>
              <p:cNvSpPr/>
              <p:nvPr/>
            </p:nvSpPr>
            <p:spPr>
              <a:xfrm>
                <a:off x="141424" y="882741"/>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6" name="Google Shape;1042;p24"/>
              <p:cNvSpPr/>
              <p:nvPr/>
            </p:nvSpPr>
            <p:spPr>
              <a:xfrm>
                <a:off x="0" y="516752"/>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7" name="Google Shape;1043;p24"/>
              <p:cNvSpPr/>
              <p:nvPr/>
            </p:nvSpPr>
            <p:spPr>
              <a:xfrm>
                <a:off x="0" y="699362"/>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28" name="Google Shape;1044;p24"/>
              <p:cNvSpPr/>
              <p:nvPr/>
            </p:nvSpPr>
            <p:spPr>
              <a:xfrm>
                <a:off x="0" y="882741"/>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7">
    <p:spTree>
      <p:nvGrpSpPr>
        <p:cNvPr id="1" name=""/>
        <p:cNvGrpSpPr/>
        <p:nvPr/>
      </p:nvGrpSpPr>
      <p:grpSpPr>
        <a:xfrm>
          <a:off x="0" y="0"/>
          <a:ext cx="0" cy="0"/>
          <a:chOff x="0" y="0"/>
          <a:chExt cx="0" cy="0"/>
        </a:xfrm>
      </p:grpSpPr>
      <p:sp>
        <p:nvSpPr>
          <p:cNvPr id="1138" name="Title Text"/>
          <p:cNvSpPr txBox="1"/>
          <p:nvPr>
            <p:ph type="title"/>
          </p:nvPr>
        </p:nvSpPr>
        <p:spPr>
          <a:xfrm>
            <a:off x="2174175" y="1286588"/>
            <a:ext cx="1986002" cy="527702"/>
          </a:xfrm>
          <a:prstGeom prst="rect">
            <a:avLst/>
          </a:prstGeom>
        </p:spPr>
        <p:txBody>
          <a:bodyPr/>
          <a:lstStyle>
            <a:lvl1pPr algn="l">
              <a:defRPr sz="2200">
                <a:solidFill>
                  <a:schemeClr val="accent1"/>
                </a:solidFill>
              </a:defRPr>
            </a:lvl1pPr>
          </a:lstStyle>
          <a:p>
            <a:pPr/>
            <a:r>
              <a:t>Title Text</a:t>
            </a:r>
          </a:p>
        </p:txBody>
      </p:sp>
      <p:sp>
        <p:nvSpPr>
          <p:cNvPr id="1139" name="Body Level One…"/>
          <p:cNvSpPr txBox="1"/>
          <p:nvPr>
            <p:ph type="body" sz="quarter" idx="1"/>
          </p:nvPr>
        </p:nvSpPr>
        <p:spPr>
          <a:xfrm>
            <a:off x="2174175" y="1814288"/>
            <a:ext cx="1986002" cy="465002"/>
          </a:xfrm>
          <a:prstGeom prst="rect">
            <a:avLst/>
          </a:prstGeom>
        </p:spPr>
        <p:txBody>
          <a:bodyPr anchor="ctr"/>
          <a:lstStyle>
            <a:lvl1pPr marL="177800" indent="-38100">
              <a:buClrTx/>
              <a:buSzTx/>
              <a:buNone/>
              <a:defRPr sz="1400"/>
            </a:lvl1pPr>
            <a:lvl2pPr marL="177800" indent="139700">
              <a:buClrTx/>
              <a:buSzTx/>
              <a:buNone/>
              <a:defRPr sz="1400"/>
            </a:lvl2pPr>
            <a:lvl3pPr marL="177800" indent="139700">
              <a:buClrTx/>
              <a:buSzTx/>
              <a:buNone/>
              <a:defRPr sz="1400"/>
            </a:lvl3pPr>
            <a:lvl4pPr marL="177800" indent="139700">
              <a:buClrTx/>
              <a:buSzTx/>
              <a:buNone/>
              <a:defRPr sz="1400"/>
            </a:lvl4pPr>
            <a:lvl5pPr marL="177800" indent="139700">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147" name="Google Shape;1059;p25"/>
          <p:cNvGrpSpPr/>
          <p:nvPr/>
        </p:nvGrpSpPr>
        <p:grpSpPr>
          <a:xfrm>
            <a:off x="4800605" y="-2897841"/>
            <a:ext cx="8043478" cy="8043429"/>
            <a:chOff x="0" y="0"/>
            <a:chExt cx="8043477" cy="8043427"/>
          </a:xfrm>
        </p:grpSpPr>
        <p:sp>
          <p:nvSpPr>
            <p:cNvPr id="1140" name="Google Shape;1060;p25"/>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1" name="Google Shape;1061;p25"/>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2" name="Google Shape;1062;p25"/>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3" name="Google Shape;1063;p25"/>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4" name="Google Shape;1064;p25"/>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5" name="Google Shape;1065;p25"/>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46" name="Google Shape;1066;p25"/>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85" name="Google Shape;1067;p25"/>
          <p:cNvGrpSpPr/>
          <p:nvPr/>
        </p:nvGrpSpPr>
        <p:grpSpPr>
          <a:xfrm>
            <a:off x="218672" y="467656"/>
            <a:ext cx="8696433" cy="4569297"/>
            <a:chOff x="0" y="0"/>
            <a:chExt cx="8696431" cy="4569295"/>
          </a:xfrm>
        </p:grpSpPr>
        <p:grpSp>
          <p:nvGrpSpPr>
            <p:cNvPr id="1154" name="Google Shape;1068;p25"/>
            <p:cNvGrpSpPr/>
            <p:nvPr/>
          </p:nvGrpSpPr>
          <p:grpSpPr>
            <a:xfrm>
              <a:off x="8090435" y="4241225"/>
              <a:ext cx="518248" cy="328056"/>
              <a:chOff x="-1" y="0"/>
              <a:chExt cx="518246" cy="328055"/>
            </a:xfrm>
          </p:grpSpPr>
          <p:sp>
            <p:nvSpPr>
              <p:cNvPr id="1148" name="Google Shape;1069;p25"/>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153" name="Google Shape;1070;p25"/>
              <p:cNvGrpSpPr/>
              <p:nvPr/>
            </p:nvGrpSpPr>
            <p:grpSpPr>
              <a:xfrm>
                <a:off x="-2" y="0"/>
                <a:ext cx="518247" cy="328056"/>
                <a:chOff x="0" y="0"/>
                <a:chExt cx="518246" cy="328055"/>
              </a:xfrm>
            </p:grpSpPr>
            <p:sp>
              <p:nvSpPr>
                <p:cNvPr id="1149" name="Google Shape;1071;p25"/>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0" name="Google Shape;1072;p25"/>
                <p:cNvSpPr/>
                <p:nvPr/>
              </p:nvSpPr>
              <p:spPr>
                <a:xfrm>
                  <a:off x="274063" y="242360"/>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1" name="Google Shape;1073;p25"/>
                <p:cNvSpPr/>
                <p:nvPr/>
              </p:nvSpPr>
              <p:spPr>
                <a:xfrm>
                  <a:off x="99534" y="0"/>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2" name="Google Shape;1074;p25"/>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167" name="Google Shape;1075;p25"/>
            <p:cNvGrpSpPr/>
            <p:nvPr/>
          </p:nvGrpSpPr>
          <p:grpSpPr>
            <a:xfrm>
              <a:off x="8464085" y="1059910"/>
              <a:ext cx="232347" cy="974434"/>
              <a:chOff x="0" y="0"/>
              <a:chExt cx="232346" cy="974433"/>
            </a:xfrm>
          </p:grpSpPr>
          <p:sp>
            <p:nvSpPr>
              <p:cNvPr id="1155" name="Google Shape;1076;p25"/>
              <p:cNvSpPr/>
              <p:nvPr/>
            </p:nvSpPr>
            <p:spPr>
              <a:xfrm>
                <a:off x="141424" y="0"/>
                <a:ext cx="90923"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6" name="Google Shape;1077;p25"/>
              <p:cNvSpPr/>
              <p:nvPr/>
            </p:nvSpPr>
            <p:spPr>
              <a:xfrm>
                <a:off x="141424" y="182610"/>
                <a:ext cx="90923"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7" name="Google Shape;1078;p25"/>
              <p:cNvSpPr/>
              <p:nvPr/>
            </p:nvSpPr>
            <p:spPr>
              <a:xfrm>
                <a:off x="141424"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8" name="Google Shape;1079;p25"/>
              <p:cNvSpPr/>
              <p:nvPr/>
            </p:nvSpPr>
            <p:spPr>
              <a:xfrm>
                <a:off x="-1" y="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59" name="Google Shape;1080;p25"/>
              <p:cNvSpPr/>
              <p:nvPr/>
            </p:nvSpPr>
            <p:spPr>
              <a:xfrm>
                <a:off x="-1" y="18261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0" name="Google Shape;1081;p25"/>
              <p:cNvSpPr/>
              <p:nvPr/>
            </p:nvSpPr>
            <p:spPr>
              <a:xfrm>
                <a:off x="-1"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1" name="Google Shape;1082;p25"/>
              <p:cNvSpPr/>
              <p:nvPr/>
            </p:nvSpPr>
            <p:spPr>
              <a:xfrm>
                <a:off x="141424" y="518292"/>
                <a:ext cx="90923"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2" name="Google Shape;1083;p25"/>
              <p:cNvSpPr/>
              <p:nvPr/>
            </p:nvSpPr>
            <p:spPr>
              <a:xfrm>
                <a:off x="141424" y="700132"/>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3" name="Google Shape;1084;p25"/>
              <p:cNvSpPr/>
              <p:nvPr/>
            </p:nvSpPr>
            <p:spPr>
              <a:xfrm>
                <a:off x="141424" y="882743"/>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4" name="Google Shape;1085;p25"/>
              <p:cNvSpPr/>
              <p:nvPr/>
            </p:nvSpPr>
            <p:spPr>
              <a:xfrm>
                <a:off x="-1" y="518292"/>
                <a:ext cx="91715"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5" name="Google Shape;1086;p25"/>
              <p:cNvSpPr/>
              <p:nvPr/>
            </p:nvSpPr>
            <p:spPr>
              <a:xfrm>
                <a:off x="-1" y="69936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6" name="Google Shape;1087;p25"/>
              <p:cNvSpPr/>
              <p:nvPr/>
            </p:nvSpPr>
            <p:spPr>
              <a:xfrm>
                <a:off x="-1" y="88197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72" name="Google Shape;1088;p25"/>
            <p:cNvGrpSpPr/>
            <p:nvPr/>
          </p:nvGrpSpPr>
          <p:grpSpPr>
            <a:xfrm>
              <a:off x="7712911" y="-1"/>
              <a:ext cx="648309" cy="649188"/>
              <a:chOff x="0" y="0"/>
              <a:chExt cx="648307" cy="649186"/>
            </a:xfrm>
          </p:grpSpPr>
          <p:sp>
            <p:nvSpPr>
              <p:cNvPr id="1168" name="Google Shape;1089;p25"/>
              <p:cNvSpPr/>
              <p:nvPr/>
            </p:nvSpPr>
            <p:spPr>
              <a:xfrm>
                <a:off x="-1" y="0"/>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69" name="Google Shape;1090;p25"/>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0" name="Google Shape;1091;p25"/>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1" name="Google Shape;1092;p25"/>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173" name="Google Shape;1093;p25"/>
            <p:cNvSpPr/>
            <p:nvPr/>
          </p:nvSpPr>
          <p:spPr>
            <a:xfrm>
              <a:off x="4553482" y="4377991"/>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179" name="Google Shape;1094;p25"/>
            <p:cNvGrpSpPr/>
            <p:nvPr/>
          </p:nvGrpSpPr>
          <p:grpSpPr>
            <a:xfrm>
              <a:off x="-1" y="21256"/>
              <a:ext cx="355672" cy="1888162"/>
              <a:chOff x="0" y="0"/>
              <a:chExt cx="355671" cy="1888160"/>
            </a:xfrm>
          </p:grpSpPr>
          <p:sp>
            <p:nvSpPr>
              <p:cNvPr id="1174" name="Google Shape;1095;p25"/>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5" name="Google Shape;1096;p25"/>
              <p:cNvSpPr/>
              <p:nvPr/>
            </p:nvSpPr>
            <p:spPr>
              <a:xfrm>
                <a:off x="0" y="97683"/>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6" name="Google Shape;1097;p25"/>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7" name="Google Shape;1098;p25"/>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78" name="Google Shape;1099;p25"/>
              <p:cNvSpPr/>
              <p:nvPr/>
            </p:nvSpPr>
            <p:spPr>
              <a:xfrm>
                <a:off x="269977" y="1802467"/>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184" name="Google Shape;1100;p25"/>
            <p:cNvGrpSpPr/>
            <p:nvPr/>
          </p:nvGrpSpPr>
          <p:grpSpPr>
            <a:xfrm>
              <a:off x="94637" y="3860468"/>
              <a:ext cx="609543" cy="583577"/>
              <a:chOff x="0" y="0"/>
              <a:chExt cx="609541" cy="583575"/>
            </a:xfrm>
          </p:grpSpPr>
          <p:sp>
            <p:nvSpPr>
              <p:cNvPr id="1180" name="Google Shape;1101;p25"/>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81" name="Google Shape;1102;p25"/>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82" name="Google Shape;1103;p25"/>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83" name="Google Shape;1104;p25"/>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1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1">
    <p:spTree>
      <p:nvGrpSpPr>
        <p:cNvPr id="1" name=""/>
        <p:cNvGrpSpPr/>
        <p:nvPr/>
      </p:nvGrpSpPr>
      <p:grpSpPr>
        <a:xfrm>
          <a:off x="0" y="0"/>
          <a:ext cx="0" cy="0"/>
          <a:chOff x="0" y="0"/>
          <a:chExt cx="0" cy="0"/>
        </a:xfrm>
      </p:grpSpPr>
      <p:grpSp>
        <p:nvGrpSpPr>
          <p:cNvPr id="1200" name="Google Shape;1106;p26"/>
          <p:cNvGrpSpPr/>
          <p:nvPr/>
        </p:nvGrpSpPr>
        <p:grpSpPr>
          <a:xfrm>
            <a:off x="4856905" y="-5007087"/>
            <a:ext cx="8043478" cy="8043429"/>
            <a:chOff x="0" y="0"/>
            <a:chExt cx="8043477" cy="8043427"/>
          </a:xfrm>
        </p:grpSpPr>
        <p:sp>
          <p:nvSpPr>
            <p:cNvPr id="1193" name="Google Shape;1107;p26"/>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4" name="Google Shape;1108;p26"/>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5" name="Google Shape;1109;p26"/>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6" name="Google Shape;1110;p26"/>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7" name="Google Shape;1111;p26"/>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8" name="Google Shape;1112;p26"/>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199" name="Google Shape;1113;p26"/>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201" name="Title Text"/>
          <p:cNvSpPr txBox="1"/>
          <p:nvPr>
            <p:ph type="title"/>
          </p:nvPr>
        </p:nvSpPr>
        <p:spPr>
          <a:prstGeom prst="rect">
            <a:avLst/>
          </a:prstGeom>
        </p:spPr>
        <p:txBody>
          <a:bodyPr/>
          <a:lstStyle>
            <a:lvl1pPr>
              <a:defRPr>
                <a:solidFill>
                  <a:schemeClr val="accent1"/>
                </a:solidFill>
              </a:defRPr>
            </a:lvl1pPr>
          </a:lstStyle>
          <a:p>
            <a:pPr/>
            <a:r>
              <a:t>Title Text</a:t>
            </a:r>
          </a:p>
        </p:txBody>
      </p:sp>
      <p:grpSp>
        <p:nvGrpSpPr>
          <p:cNvPr id="1206" name="Google Shape;1115;p26"/>
          <p:cNvGrpSpPr/>
          <p:nvPr/>
        </p:nvGrpSpPr>
        <p:grpSpPr>
          <a:xfrm>
            <a:off x="8028259" y="322993"/>
            <a:ext cx="365845" cy="328054"/>
            <a:chOff x="-1" y="0"/>
            <a:chExt cx="365844" cy="328053"/>
          </a:xfrm>
        </p:grpSpPr>
        <p:sp>
          <p:nvSpPr>
            <p:cNvPr id="1202" name="Google Shape;1116;p26"/>
            <p:cNvSpPr/>
            <p:nvPr/>
          </p:nvSpPr>
          <p:spPr>
            <a:xfrm>
              <a:off x="280149" y="63594"/>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03" name="Google Shape;1117;p26"/>
            <p:cNvSpPr/>
            <p:nvPr/>
          </p:nvSpPr>
          <p:spPr>
            <a:xfrm>
              <a:off x="121662" y="242358"/>
              <a:ext cx="8475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04" name="Google Shape;1118;p26"/>
            <p:cNvSpPr/>
            <p:nvPr/>
          </p:nvSpPr>
          <p:spPr>
            <a:xfrm>
              <a:off x="99534" y="0"/>
              <a:ext cx="15666" cy="2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05" name="Google Shape;1119;p26"/>
            <p:cNvSpPr/>
            <p:nvPr/>
          </p:nvSpPr>
          <p:spPr>
            <a:xfrm>
              <a:off x="-2"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207" name="Google Shape;1120;p26"/>
          <p:cNvSpPr/>
          <p:nvPr/>
        </p:nvSpPr>
        <p:spPr>
          <a:xfrm>
            <a:off x="8759939" y="4908970"/>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
        <p:nvSpPr>
          <p:cNvPr id="1208" name="Google Shape;1121;p26"/>
          <p:cNvSpPr/>
          <p:nvPr/>
        </p:nvSpPr>
        <p:spPr>
          <a:xfrm>
            <a:off x="8636455" y="4563185"/>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1214" name="Google Shape;1122;p26"/>
          <p:cNvGrpSpPr/>
          <p:nvPr/>
        </p:nvGrpSpPr>
        <p:grpSpPr>
          <a:xfrm>
            <a:off x="259172" y="784789"/>
            <a:ext cx="350918" cy="4210210"/>
            <a:chOff x="0" y="0"/>
            <a:chExt cx="350916" cy="4210209"/>
          </a:xfrm>
        </p:grpSpPr>
        <p:sp>
          <p:nvSpPr>
            <p:cNvPr id="1209" name="Google Shape;1123;p26"/>
            <p:cNvSpPr/>
            <p:nvPr/>
          </p:nvSpPr>
          <p:spPr>
            <a:xfrm>
              <a:off x="99506" y="0"/>
              <a:ext cx="15665" cy="2128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0" name="Google Shape;1124;p26"/>
            <p:cNvSpPr/>
            <p:nvPr/>
          </p:nvSpPr>
          <p:spPr>
            <a:xfrm>
              <a:off x="0" y="97682"/>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1" name="Google Shape;1125;p26"/>
            <p:cNvSpPr/>
            <p:nvPr/>
          </p:nvSpPr>
          <p:spPr>
            <a:xfrm>
              <a:off x="200692"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2" name="Google Shape;1126;p26"/>
            <p:cNvSpPr/>
            <p:nvPr/>
          </p:nvSpPr>
          <p:spPr>
            <a:xfrm>
              <a:off x="75765" y="3989980"/>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3" name="Google Shape;1127;p26"/>
            <p:cNvSpPr/>
            <p:nvPr/>
          </p:nvSpPr>
          <p:spPr>
            <a:xfrm>
              <a:off x="219500" y="4124516"/>
              <a:ext cx="8569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19" name="Google Shape;1128;p26"/>
          <p:cNvGrpSpPr/>
          <p:nvPr/>
        </p:nvGrpSpPr>
        <p:grpSpPr>
          <a:xfrm>
            <a:off x="815562" y="153236"/>
            <a:ext cx="609542" cy="583577"/>
            <a:chOff x="0" y="0"/>
            <a:chExt cx="609541" cy="583576"/>
          </a:xfrm>
        </p:grpSpPr>
        <p:sp>
          <p:nvSpPr>
            <p:cNvPr id="1215" name="Google Shape;1129;p26"/>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6" name="Google Shape;1130;p26"/>
            <p:cNvSpPr/>
            <p:nvPr/>
          </p:nvSpPr>
          <p:spPr>
            <a:xfrm>
              <a:off x="230298" y="407505"/>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7" name="Google Shape;1131;p26"/>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18" name="Google Shape;1132;p26"/>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24" name="Google Shape;1133;p26"/>
          <p:cNvGrpSpPr/>
          <p:nvPr/>
        </p:nvGrpSpPr>
        <p:grpSpPr>
          <a:xfrm>
            <a:off x="8594804" y="1188226"/>
            <a:ext cx="477479" cy="478128"/>
            <a:chOff x="0" y="0"/>
            <a:chExt cx="477478" cy="478126"/>
          </a:xfrm>
        </p:grpSpPr>
        <p:sp>
          <p:nvSpPr>
            <p:cNvPr id="1220" name="Google Shape;1134;p26"/>
            <p:cNvSpPr/>
            <p:nvPr/>
          </p:nvSpPr>
          <p:spPr>
            <a:xfrm>
              <a:off x="-1" y="-1"/>
              <a:ext cx="173423" cy="17343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21" name="Google Shape;1135;p26"/>
            <p:cNvSpPr/>
            <p:nvPr/>
          </p:nvSpPr>
          <p:spPr>
            <a:xfrm>
              <a:off x="99300" y="98621"/>
              <a:ext cx="122434" cy="1224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22" name="Google Shape;1136;p26"/>
            <p:cNvSpPr/>
            <p:nvPr/>
          </p:nvSpPr>
          <p:spPr>
            <a:xfrm>
              <a:off x="402638" y="98621"/>
              <a:ext cx="74841" cy="748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23" name="Google Shape;1137;p26"/>
            <p:cNvSpPr/>
            <p:nvPr/>
          </p:nvSpPr>
          <p:spPr>
            <a:xfrm>
              <a:off x="199960" y="376105"/>
              <a:ext cx="102017" cy="1020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2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8">
    <p:spTree>
      <p:nvGrpSpPr>
        <p:cNvPr id="1" name=""/>
        <p:cNvGrpSpPr/>
        <p:nvPr/>
      </p:nvGrpSpPr>
      <p:grpSpPr>
        <a:xfrm>
          <a:off x="0" y="0"/>
          <a:ext cx="0" cy="0"/>
          <a:chOff x="0" y="0"/>
          <a:chExt cx="0" cy="0"/>
        </a:xfrm>
      </p:grpSpPr>
      <p:sp>
        <p:nvSpPr>
          <p:cNvPr id="1232" name="xx%"/>
          <p:cNvSpPr txBox="1"/>
          <p:nvPr>
            <p:ph type="title" hasCustomPrompt="1"/>
          </p:nvPr>
        </p:nvSpPr>
        <p:spPr>
          <a:xfrm>
            <a:off x="713099" y="2909109"/>
            <a:ext cx="2258101" cy="667502"/>
          </a:xfrm>
          <a:prstGeom prst="rect">
            <a:avLst/>
          </a:prstGeom>
        </p:spPr>
        <p:txBody>
          <a:bodyPr/>
          <a:lstStyle>
            <a:lvl1pPr>
              <a:defRPr sz="4000">
                <a:solidFill>
                  <a:schemeClr val="accent1"/>
                </a:solidFill>
              </a:defRPr>
            </a:lvl1pPr>
          </a:lstStyle>
          <a:p>
            <a:pPr/>
            <a:r>
              <a:t>xx%</a:t>
            </a:r>
          </a:p>
        </p:txBody>
      </p:sp>
      <p:sp>
        <p:nvSpPr>
          <p:cNvPr id="1233" name="Body Level One…"/>
          <p:cNvSpPr txBox="1"/>
          <p:nvPr>
            <p:ph type="body" sz="quarter" idx="1"/>
          </p:nvPr>
        </p:nvSpPr>
        <p:spPr>
          <a:xfrm>
            <a:off x="713099" y="3563592"/>
            <a:ext cx="2258101" cy="574802"/>
          </a:xfrm>
          <a:prstGeom prst="rect">
            <a:avLst/>
          </a:prstGeom>
        </p:spPr>
        <p:txBody>
          <a:bodyPr anchor="ctr"/>
          <a:lstStyle>
            <a:lvl1pPr marL="177800" indent="-38100" algn="ctr">
              <a:buClrTx/>
              <a:buSzTx/>
              <a:buNone/>
              <a:defRPr sz="1600"/>
            </a:lvl1pPr>
            <a:lvl2pPr marL="177800" indent="139700" algn="ctr">
              <a:buClrTx/>
              <a:buSzTx/>
              <a:buNone/>
              <a:defRPr sz="1600"/>
            </a:lvl2pPr>
            <a:lvl3pPr marL="177800" indent="139700" algn="ctr">
              <a:buClrTx/>
              <a:buSzTx/>
              <a:buNone/>
              <a:defRPr sz="1600"/>
            </a:lvl3pPr>
            <a:lvl4pPr marL="177800" indent="139700" algn="ctr">
              <a:buClrTx/>
              <a:buSzTx/>
              <a:buNone/>
              <a:defRPr sz="1600"/>
            </a:lvl4pPr>
            <a:lvl5pPr marL="177800" indent="139700" algn="ctr">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1241" name="Google Shape;1146;p27"/>
          <p:cNvGrpSpPr/>
          <p:nvPr/>
        </p:nvGrpSpPr>
        <p:grpSpPr>
          <a:xfrm>
            <a:off x="4800605" y="-2897841"/>
            <a:ext cx="8043478" cy="8043429"/>
            <a:chOff x="0" y="0"/>
            <a:chExt cx="8043477" cy="8043427"/>
          </a:xfrm>
        </p:grpSpPr>
        <p:sp>
          <p:nvSpPr>
            <p:cNvPr id="1234" name="Google Shape;1147;p27"/>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35" name="Google Shape;1148;p27"/>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36" name="Google Shape;1149;p27"/>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37" name="Google Shape;1150;p27"/>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38" name="Google Shape;1151;p27"/>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39" name="Google Shape;1152;p27"/>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0" name="Google Shape;1153;p27"/>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79" name="Google Shape;1154;p27"/>
          <p:cNvGrpSpPr/>
          <p:nvPr/>
        </p:nvGrpSpPr>
        <p:grpSpPr>
          <a:xfrm>
            <a:off x="151635" y="193695"/>
            <a:ext cx="8800540" cy="4799125"/>
            <a:chOff x="0" y="0"/>
            <a:chExt cx="8800539" cy="4799124"/>
          </a:xfrm>
        </p:grpSpPr>
        <p:grpSp>
          <p:nvGrpSpPr>
            <p:cNvPr id="1246" name="Google Shape;1155;p27"/>
            <p:cNvGrpSpPr/>
            <p:nvPr/>
          </p:nvGrpSpPr>
          <p:grpSpPr>
            <a:xfrm>
              <a:off x="355701" y="1"/>
              <a:ext cx="609542" cy="583576"/>
              <a:chOff x="0" y="0"/>
              <a:chExt cx="609541" cy="583575"/>
            </a:xfrm>
          </p:grpSpPr>
          <p:sp>
            <p:nvSpPr>
              <p:cNvPr id="1242" name="Google Shape;1156;p27"/>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3" name="Google Shape;1157;p27"/>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4" name="Google Shape;1158;p27"/>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5" name="Google Shape;1159;p27"/>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50" name="Google Shape;1160;p27"/>
            <p:cNvGrpSpPr/>
            <p:nvPr/>
          </p:nvGrpSpPr>
          <p:grpSpPr>
            <a:xfrm>
              <a:off x="8168730" y="4245693"/>
              <a:ext cx="631788" cy="457730"/>
              <a:chOff x="0" y="0"/>
              <a:chExt cx="631786" cy="457728"/>
            </a:xfrm>
          </p:grpSpPr>
          <p:sp>
            <p:nvSpPr>
              <p:cNvPr id="1247" name="Google Shape;1161;p27"/>
              <p:cNvSpPr/>
              <p:nvPr/>
            </p:nvSpPr>
            <p:spPr>
              <a:xfrm>
                <a:off x="490027" y="0"/>
                <a:ext cx="141760" cy="14176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8" name="Google Shape;1162;p27"/>
              <p:cNvSpPr/>
              <p:nvPr/>
            </p:nvSpPr>
            <p:spPr>
              <a:xfrm>
                <a:off x="-1" y="125681"/>
                <a:ext cx="257551"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49" name="Google Shape;1163;p27"/>
              <p:cNvSpPr/>
              <p:nvPr/>
            </p:nvSpPr>
            <p:spPr>
              <a:xfrm>
                <a:off x="154803" y="280491"/>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55" name="Google Shape;1164;p27"/>
            <p:cNvGrpSpPr/>
            <p:nvPr/>
          </p:nvGrpSpPr>
          <p:grpSpPr>
            <a:xfrm>
              <a:off x="190998" y="4149936"/>
              <a:ext cx="648309" cy="649188"/>
              <a:chOff x="0" y="0"/>
              <a:chExt cx="648307" cy="649186"/>
            </a:xfrm>
          </p:grpSpPr>
          <p:sp>
            <p:nvSpPr>
              <p:cNvPr id="1251" name="Google Shape;1165;p27"/>
              <p:cNvSpPr/>
              <p:nvPr/>
            </p:nvSpPr>
            <p:spPr>
              <a:xfrm>
                <a:off x="-1" y="0"/>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52" name="Google Shape;1166;p27"/>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53" name="Google Shape;1167;p27"/>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54" name="Google Shape;1168;p27"/>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256" name="Google Shape;1169;p27"/>
            <p:cNvSpPr/>
            <p:nvPr/>
          </p:nvSpPr>
          <p:spPr>
            <a:xfrm>
              <a:off x="7761696" y="-1"/>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262" name="Google Shape;1170;p27"/>
            <p:cNvGrpSpPr/>
            <p:nvPr/>
          </p:nvGrpSpPr>
          <p:grpSpPr>
            <a:xfrm>
              <a:off x="0" y="1208917"/>
              <a:ext cx="355672" cy="1888162"/>
              <a:chOff x="0" y="0"/>
              <a:chExt cx="355671" cy="1888160"/>
            </a:xfrm>
          </p:grpSpPr>
          <p:sp>
            <p:nvSpPr>
              <p:cNvPr id="1257" name="Google Shape;1171;p27"/>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58" name="Google Shape;1172;p27"/>
              <p:cNvSpPr/>
              <p:nvPr/>
            </p:nvSpPr>
            <p:spPr>
              <a:xfrm>
                <a:off x="0" y="97683"/>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59" name="Google Shape;1173;p27"/>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0" name="Google Shape;1174;p27"/>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1" name="Google Shape;1175;p27"/>
              <p:cNvSpPr/>
              <p:nvPr/>
            </p:nvSpPr>
            <p:spPr>
              <a:xfrm>
                <a:off x="269977" y="1802467"/>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75" name="Google Shape;1176;p27"/>
            <p:cNvGrpSpPr/>
            <p:nvPr/>
          </p:nvGrpSpPr>
          <p:grpSpPr>
            <a:xfrm>
              <a:off x="8568193" y="452560"/>
              <a:ext cx="232347" cy="973666"/>
              <a:chOff x="0" y="-1"/>
              <a:chExt cx="232346" cy="973665"/>
            </a:xfrm>
          </p:grpSpPr>
          <p:sp>
            <p:nvSpPr>
              <p:cNvPr id="1263" name="Google Shape;1177;p27"/>
              <p:cNvSpPr/>
              <p:nvPr/>
            </p:nvSpPr>
            <p:spPr>
              <a:xfrm>
                <a:off x="140655" y="-2"/>
                <a:ext cx="91691"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4" name="Google Shape;1178;p27"/>
              <p:cNvSpPr/>
              <p:nvPr/>
            </p:nvSpPr>
            <p:spPr>
              <a:xfrm>
                <a:off x="140655" y="181840"/>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5" name="Google Shape;1179;p27"/>
              <p:cNvSpPr/>
              <p:nvPr/>
            </p:nvSpPr>
            <p:spPr>
              <a:xfrm>
                <a:off x="140655" y="364449"/>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6" name="Google Shape;1180;p27"/>
              <p:cNvSpPr/>
              <p:nvPr/>
            </p:nvSpPr>
            <p:spPr>
              <a:xfrm>
                <a:off x="-1" y="-2"/>
                <a:ext cx="91715"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7" name="Google Shape;1181;p27"/>
              <p:cNvSpPr/>
              <p:nvPr/>
            </p:nvSpPr>
            <p:spPr>
              <a:xfrm>
                <a:off x="-1" y="18184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8" name="Google Shape;1182;p27"/>
              <p:cNvSpPr/>
              <p:nvPr/>
            </p:nvSpPr>
            <p:spPr>
              <a:xfrm>
                <a:off x="-1" y="364449"/>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69" name="Google Shape;1183;p27"/>
              <p:cNvSpPr/>
              <p:nvPr/>
            </p:nvSpPr>
            <p:spPr>
              <a:xfrm>
                <a:off x="140655" y="516753"/>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0" name="Google Shape;1184;p27"/>
              <p:cNvSpPr/>
              <p:nvPr/>
            </p:nvSpPr>
            <p:spPr>
              <a:xfrm>
                <a:off x="140655" y="699363"/>
                <a:ext cx="91691"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1" name="Google Shape;1185;p27"/>
              <p:cNvSpPr/>
              <p:nvPr/>
            </p:nvSpPr>
            <p:spPr>
              <a:xfrm>
                <a:off x="141424" y="882742"/>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2" name="Google Shape;1186;p27"/>
              <p:cNvSpPr/>
              <p:nvPr/>
            </p:nvSpPr>
            <p:spPr>
              <a:xfrm>
                <a:off x="-1" y="51675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3" name="Google Shape;1187;p27"/>
              <p:cNvSpPr/>
              <p:nvPr/>
            </p:nvSpPr>
            <p:spPr>
              <a:xfrm>
                <a:off x="-1" y="69936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4" name="Google Shape;1188;p27"/>
              <p:cNvSpPr/>
              <p:nvPr/>
            </p:nvSpPr>
            <p:spPr>
              <a:xfrm>
                <a:off x="-1" y="882742"/>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278" name="Google Shape;1189;p27"/>
            <p:cNvGrpSpPr/>
            <p:nvPr/>
          </p:nvGrpSpPr>
          <p:grpSpPr>
            <a:xfrm>
              <a:off x="5518166" y="4549321"/>
              <a:ext cx="229431" cy="220232"/>
              <a:chOff x="0" y="0"/>
              <a:chExt cx="229430" cy="220230"/>
            </a:xfrm>
          </p:grpSpPr>
          <p:sp>
            <p:nvSpPr>
              <p:cNvPr id="1276" name="Google Shape;1190;p27"/>
              <p:cNvSpPr/>
              <p:nvPr/>
            </p:nvSpPr>
            <p:spPr>
              <a:xfrm>
                <a:off x="0" y="-1"/>
                <a:ext cx="69092"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77" name="Google Shape;1191;p27"/>
              <p:cNvSpPr/>
              <p:nvPr/>
            </p:nvSpPr>
            <p:spPr>
              <a:xfrm>
                <a:off x="143736" y="134536"/>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2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3">
    <p:spTree>
      <p:nvGrpSpPr>
        <p:cNvPr id="1" name=""/>
        <p:cNvGrpSpPr/>
        <p:nvPr/>
      </p:nvGrpSpPr>
      <p:grpSpPr>
        <a:xfrm>
          <a:off x="0" y="0"/>
          <a:ext cx="0" cy="0"/>
          <a:chOff x="0" y="0"/>
          <a:chExt cx="0" cy="0"/>
        </a:xfrm>
      </p:grpSpPr>
      <p:sp>
        <p:nvSpPr>
          <p:cNvPr id="1287" name="Title Text"/>
          <p:cNvSpPr txBox="1"/>
          <p:nvPr>
            <p:ph type="title"/>
          </p:nvPr>
        </p:nvSpPr>
        <p:spPr>
          <a:xfrm>
            <a:off x="725994" y="720375"/>
            <a:ext cx="4738802" cy="897902"/>
          </a:xfrm>
          <a:prstGeom prst="rect">
            <a:avLst/>
          </a:prstGeom>
        </p:spPr>
        <p:txBody>
          <a:bodyPr/>
          <a:lstStyle>
            <a:lvl1pPr algn="l">
              <a:defRPr sz="5600">
                <a:solidFill>
                  <a:schemeClr val="accent1"/>
                </a:solidFill>
              </a:defRPr>
            </a:lvl1pPr>
          </a:lstStyle>
          <a:p>
            <a:pPr/>
            <a:r>
              <a:t>Title Text</a:t>
            </a:r>
          </a:p>
        </p:txBody>
      </p:sp>
      <p:sp>
        <p:nvSpPr>
          <p:cNvPr id="1288" name="Body Level One…"/>
          <p:cNvSpPr txBox="1"/>
          <p:nvPr>
            <p:ph type="body" sz="quarter" idx="1"/>
          </p:nvPr>
        </p:nvSpPr>
        <p:spPr>
          <a:xfrm>
            <a:off x="725994" y="1683174"/>
            <a:ext cx="3434702" cy="1174202"/>
          </a:xfrm>
          <a:prstGeom prst="rect">
            <a:avLst/>
          </a:prstGeom>
        </p:spPr>
        <p:txBody>
          <a:bodyPr anchor="ctr"/>
          <a:lstStyle>
            <a:lvl1pPr marL="177800" indent="-38100">
              <a:buClrTx/>
              <a:buSzTx/>
              <a:buNone/>
              <a:defRPr sz="1600"/>
            </a:lvl1pPr>
            <a:lvl2pPr marL="177800" indent="139700">
              <a:buClrTx/>
              <a:buSzTx/>
              <a:buNone/>
              <a:defRPr sz="1600"/>
            </a:lvl2pPr>
            <a:lvl3pPr marL="177800" indent="139700">
              <a:buClrTx/>
              <a:buSzTx/>
              <a:buNone/>
              <a:defRPr sz="1600"/>
            </a:lvl3pPr>
            <a:lvl4pPr marL="177800" indent="139700">
              <a:buClrTx/>
              <a:buSzTx/>
              <a:buNone/>
              <a:defRPr sz="1600"/>
            </a:lvl4pPr>
            <a:lvl5pPr marL="1778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289" name="Google Shape;1195;p28"/>
          <p:cNvSpPr txBox="1"/>
          <p:nvPr/>
        </p:nvSpPr>
        <p:spPr>
          <a:xfrm>
            <a:off x="713175" y="4189745"/>
            <a:ext cx="4284301" cy="51050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spAutoFit/>
          </a:bodyPr>
          <a:lstStyle/>
          <a:p>
            <a:pPr>
              <a:defRPr sz="1000"/>
            </a:pPr>
            <a:r>
              <a:t>CREDITS: This presentation template was created by </a:t>
            </a:r>
            <a:r>
              <a:rPr u="sng">
                <a:solidFill>
                  <a:srgbClr val="0000FF"/>
                </a:solidFill>
                <a:uFill>
                  <a:solidFill>
                    <a:srgbClr val="0000FF"/>
                  </a:solidFill>
                </a:uFill>
                <a:hlinkClick r:id="rId2" invalidUrl="" action="" tgtFrame="" tooltip="" history="1" highlightClick="0" endSnd="0"/>
              </a:rPr>
              <a:t>Slidesgo</a:t>
            </a:r>
            <a:r>
              <a:t>, and includes icons by </a:t>
            </a:r>
            <a:r>
              <a:rPr u="sng">
                <a:solidFill>
                  <a:srgbClr val="0000FF"/>
                </a:solidFill>
                <a:uFill>
                  <a:solidFill>
                    <a:srgbClr val="0000FF"/>
                  </a:solidFill>
                </a:uFill>
                <a:hlinkClick r:id="rId3" invalidUrl="" action="" tgtFrame="" tooltip="" history="1" highlightClick="0" endSnd="0"/>
              </a:rPr>
              <a:t>Flaticon</a:t>
            </a:r>
            <a:r>
              <a:t>, and infographics and images by </a:t>
            </a:r>
            <a:r>
              <a:rPr u="sng">
                <a:solidFill>
                  <a:srgbClr val="0000FF"/>
                </a:solidFill>
                <a:uFill>
                  <a:solidFill>
                    <a:srgbClr val="0000FF"/>
                  </a:solidFill>
                </a:uFill>
                <a:hlinkClick r:id="rId4" invalidUrl="" action="" tgtFrame="" tooltip="" history="1" highlightClick="0" endSnd="0"/>
              </a:rPr>
              <a:t>Freepik</a:t>
            </a:r>
          </a:p>
        </p:txBody>
      </p:sp>
      <p:grpSp>
        <p:nvGrpSpPr>
          <p:cNvPr id="1297" name="Google Shape;1196;p28"/>
          <p:cNvGrpSpPr/>
          <p:nvPr/>
        </p:nvGrpSpPr>
        <p:grpSpPr>
          <a:xfrm>
            <a:off x="3963663" y="-2091202"/>
            <a:ext cx="8043478" cy="8043428"/>
            <a:chOff x="0" y="0"/>
            <a:chExt cx="8043477" cy="8043426"/>
          </a:xfrm>
        </p:grpSpPr>
        <p:sp>
          <p:nvSpPr>
            <p:cNvPr id="1290" name="Google Shape;1197;p28"/>
            <p:cNvSpPr/>
            <p:nvPr/>
          </p:nvSpPr>
          <p:spPr>
            <a:xfrm>
              <a:off x="0" y="-1"/>
              <a:ext cx="8043478" cy="8043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1" name="Google Shape;1198;p28"/>
            <p:cNvSpPr/>
            <p:nvPr/>
          </p:nvSpPr>
          <p:spPr>
            <a:xfrm>
              <a:off x="546373" y="545600"/>
              <a:ext cx="6950729" cy="6951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2" name="Google Shape;1199;p28"/>
            <p:cNvSpPr/>
            <p:nvPr/>
          </p:nvSpPr>
          <p:spPr>
            <a:xfrm>
              <a:off x="1091975" y="1091950"/>
              <a:ext cx="5859528" cy="5860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3" name="Google Shape;1200;p28"/>
            <p:cNvSpPr/>
            <p:nvPr/>
          </p:nvSpPr>
          <p:spPr>
            <a:xfrm>
              <a:off x="1637574" y="1637550"/>
              <a:ext cx="4768327" cy="4768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4" name="Google Shape;1201;p28"/>
            <p:cNvSpPr/>
            <p:nvPr/>
          </p:nvSpPr>
          <p:spPr>
            <a:xfrm>
              <a:off x="2183949" y="2183926"/>
              <a:ext cx="3675604" cy="3675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5" name="Google Shape;1202;p28"/>
            <p:cNvSpPr/>
            <p:nvPr/>
          </p:nvSpPr>
          <p:spPr>
            <a:xfrm>
              <a:off x="2730299" y="2731050"/>
              <a:ext cx="2583628" cy="258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6" name="Google Shape;1203;p28"/>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10" name="Google Shape;1204;p28"/>
          <p:cNvGrpSpPr/>
          <p:nvPr/>
        </p:nvGrpSpPr>
        <p:grpSpPr>
          <a:xfrm>
            <a:off x="209581" y="304466"/>
            <a:ext cx="232348" cy="974435"/>
            <a:chOff x="0" y="0"/>
            <a:chExt cx="232346" cy="974433"/>
          </a:xfrm>
        </p:grpSpPr>
        <p:sp>
          <p:nvSpPr>
            <p:cNvPr id="1298" name="Google Shape;1205;p28"/>
            <p:cNvSpPr/>
            <p:nvPr/>
          </p:nvSpPr>
          <p:spPr>
            <a:xfrm>
              <a:off x="141425" y="-1"/>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299" name="Google Shape;1206;p28"/>
            <p:cNvSpPr/>
            <p:nvPr/>
          </p:nvSpPr>
          <p:spPr>
            <a:xfrm>
              <a:off x="141425" y="18261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0" name="Google Shape;1207;p28"/>
            <p:cNvSpPr/>
            <p:nvPr/>
          </p:nvSpPr>
          <p:spPr>
            <a:xfrm>
              <a:off x="141425" y="36522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1" name="Google Shape;1208;p28"/>
            <p:cNvSpPr/>
            <p:nvPr/>
          </p:nvSpPr>
          <p:spPr>
            <a:xfrm>
              <a:off x="-1" y="-1"/>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2" name="Google Shape;1209;p28"/>
            <p:cNvSpPr/>
            <p:nvPr/>
          </p:nvSpPr>
          <p:spPr>
            <a:xfrm>
              <a:off x="-1" y="18261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3" name="Google Shape;1210;p28"/>
            <p:cNvSpPr/>
            <p:nvPr/>
          </p:nvSpPr>
          <p:spPr>
            <a:xfrm>
              <a:off x="-1" y="36445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4" name="Google Shape;1211;p28"/>
            <p:cNvSpPr/>
            <p:nvPr/>
          </p:nvSpPr>
          <p:spPr>
            <a:xfrm>
              <a:off x="141425" y="518292"/>
              <a:ext cx="90922"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5" name="Google Shape;1212;p28"/>
            <p:cNvSpPr/>
            <p:nvPr/>
          </p:nvSpPr>
          <p:spPr>
            <a:xfrm>
              <a:off x="141425" y="700132"/>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6" name="Google Shape;1213;p28"/>
            <p:cNvSpPr/>
            <p:nvPr/>
          </p:nvSpPr>
          <p:spPr>
            <a:xfrm>
              <a:off x="141425" y="882742"/>
              <a:ext cx="9092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7" name="Google Shape;1214;p28"/>
            <p:cNvSpPr/>
            <p:nvPr/>
          </p:nvSpPr>
          <p:spPr>
            <a:xfrm>
              <a:off x="-1" y="518292"/>
              <a:ext cx="91715"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8" name="Google Shape;1215;p28"/>
            <p:cNvSpPr/>
            <p:nvPr/>
          </p:nvSpPr>
          <p:spPr>
            <a:xfrm>
              <a:off x="-1" y="69936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09" name="Google Shape;1216;p28"/>
            <p:cNvSpPr/>
            <p:nvPr/>
          </p:nvSpPr>
          <p:spPr>
            <a:xfrm>
              <a:off x="-1" y="881973"/>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16" name="Google Shape;1217;p28"/>
          <p:cNvGrpSpPr/>
          <p:nvPr/>
        </p:nvGrpSpPr>
        <p:grpSpPr>
          <a:xfrm>
            <a:off x="172988" y="143463"/>
            <a:ext cx="3903953" cy="4535511"/>
            <a:chOff x="0" y="0"/>
            <a:chExt cx="3903951" cy="4535509"/>
          </a:xfrm>
        </p:grpSpPr>
        <p:sp>
          <p:nvSpPr>
            <p:cNvPr id="1311" name="Google Shape;1218;p28"/>
            <p:cNvSpPr/>
            <p:nvPr/>
          </p:nvSpPr>
          <p:spPr>
            <a:xfrm>
              <a:off x="3652542" y="-1"/>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12" name="Google Shape;1219;p28"/>
            <p:cNvSpPr/>
            <p:nvPr/>
          </p:nvSpPr>
          <p:spPr>
            <a:xfrm>
              <a:off x="3553035" y="97681"/>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13" name="Google Shape;1220;p28"/>
            <p:cNvSpPr/>
            <p:nvPr/>
          </p:nvSpPr>
          <p:spPr>
            <a:xfrm>
              <a:off x="3753727"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14" name="Google Shape;1221;p28"/>
            <p:cNvSpPr/>
            <p:nvPr/>
          </p:nvSpPr>
          <p:spPr>
            <a:xfrm>
              <a:off x="-1" y="4315281"/>
              <a:ext cx="6909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15" name="Google Shape;1222;p28"/>
            <p:cNvSpPr/>
            <p:nvPr/>
          </p:nvSpPr>
          <p:spPr>
            <a:xfrm>
              <a:off x="143734" y="4449815"/>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23" name="Google Shape;1223;p28"/>
          <p:cNvGrpSpPr/>
          <p:nvPr/>
        </p:nvGrpSpPr>
        <p:grpSpPr>
          <a:xfrm>
            <a:off x="7758456" y="355680"/>
            <a:ext cx="518248" cy="328057"/>
            <a:chOff x="-2" y="0"/>
            <a:chExt cx="518247" cy="328055"/>
          </a:xfrm>
        </p:grpSpPr>
        <p:sp>
          <p:nvSpPr>
            <p:cNvPr id="1317" name="Google Shape;1224;p28"/>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322" name="Google Shape;1225;p28"/>
            <p:cNvGrpSpPr/>
            <p:nvPr/>
          </p:nvGrpSpPr>
          <p:grpSpPr>
            <a:xfrm>
              <a:off x="-3" y="-1"/>
              <a:ext cx="518248" cy="328057"/>
              <a:chOff x="-1" y="0"/>
              <a:chExt cx="518246" cy="328055"/>
            </a:xfrm>
          </p:grpSpPr>
          <p:sp>
            <p:nvSpPr>
              <p:cNvPr id="1318" name="Google Shape;1226;p28"/>
              <p:cNvSpPr/>
              <p:nvPr/>
            </p:nvSpPr>
            <p:spPr>
              <a:xfrm>
                <a:off x="432552" y="63593"/>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19" name="Google Shape;1227;p28"/>
              <p:cNvSpPr/>
              <p:nvPr/>
            </p:nvSpPr>
            <p:spPr>
              <a:xfrm>
                <a:off x="274064" y="242359"/>
                <a:ext cx="8475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20" name="Google Shape;1228;p28"/>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21" name="Google Shape;1229;p28"/>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3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9">
    <p:spTree>
      <p:nvGrpSpPr>
        <p:cNvPr id="1" name=""/>
        <p:cNvGrpSpPr/>
        <p:nvPr/>
      </p:nvGrpSpPr>
      <p:grpSpPr>
        <a:xfrm>
          <a:off x="0" y="0"/>
          <a:ext cx="0" cy="0"/>
          <a:chOff x="0" y="0"/>
          <a:chExt cx="0" cy="0"/>
        </a:xfrm>
      </p:grpSpPr>
      <p:grpSp>
        <p:nvGrpSpPr>
          <p:cNvPr id="1343" name="Google Shape;1231;p29"/>
          <p:cNvGrpSpPr/>
          <p:nvPr/>
        </p:nvGrpSpPr>
        <p:grpSpPr>
          <a:xfrm>
            <a:off x="198626" y="452706"/>
            <a:ext cx="232347" cy="973666"/>
            <a:chOff x="0" y="-1"/>
            <a:chExt cx="232345" cy="973664"/>
          </a:xfrm>
        </p:grpSpPr>
        <p:sp>
          <p:nvSpPr>
            <p:cNvPr id="1331" name="Google Shape;1232;p29"/>
            <p:cNvSpPr/>
            <p:nvPr/>
          </p:nvSpPr>
          <p:spPr>
            <a:xfrm>
              <a:off x="140655"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2" name="Google Shape;1233;p29"/>
            <p:cNvSpPr/>
            <p:nvPr/>
          </p:nvSpPr>
          <p:spPr>
            <a:xfrm>
              <a:off x="140655"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3" name="Google Shape;1234;p29"/>
            <p:cNvSpPr/>
            <p:nvPr/>
          </p:nvSpPr>
          <p:spPr>
            <a:xfrm>
              <a:off x="140655"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4" name="Google Shape;1235;p29"/>
            <p:cNvSpPr/>
            <p:nvPr/>
          </p:nvSpPr>
          <p:spPr>
            <a:xfrm>
              <a:off x="0" y="-2"/>
              <a:ext cx="9171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5" name="Google Shape;1236;p29"/>
            <p:cNvSpPr/>
            <p:nvPr/>
          </p:nvSpPr>
          <p:spPr>
            <a:xfrm>
              <a:off x="0" y="18184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6" name="Google Shape;1237;p29"/>
            <p:cNvSpPr/>
            <p:nvPr/>
          </p:nvSpPr>
          <p:spPr>
            <a:xfrm>
              <a:off x="0" y="364449"/>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7" name="Google Shape;1238;p29"/>
            <p:cNvSpPr/>
            <p:nvPr/>
          </p:nvSpPr>
          <p:spPr>
            <a:xfrm>
              <a:off x="140655" y="51675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8" name="Google Shape;1239;p29"/>
            <p:cNvSpPr/>
            <p:nvPr/>
          </p:nvSpPr>
          <p:spPr>
            <a:xfrm>
              <a:off x="140655" y="699363"/>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39" name="Google Shape;1240;p29"/>
            <p:cNvSpPr/>
            <p:nvPr/>
          </p:nvSpPr>
          <p:spPr>
            <a:xfrm>
              <a:off x="141424" y="882741"/>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40" name="Google Shape;1241;p29"/>
            <p:cNvSpPr/>
            <p:nvPr/>
          </p:nvSpPr>
          <p:spPr>
            <a:xfrm>
              <a:off x="0" y="51675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41" name="Google Shape;1242;p29"/>
            <p:cNvSpPr/>
            <p:nvPr/>
          </p:nvSpPr>
          <p:spPr>
            <a:xfrm>
              <a:off x="0" y="69936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42" name="Google Shape;1243;p29"/>
            <p:cNvSpPr/>
            <p:nvPr/>
          </p:nvSpPr>
          <p:spPr>
            <a:xfrm>
              <a:off x="0" y="882741"/>
              <a:ext cx="91714"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50" name="Google Shape;1244;p29"/>
          <p:cNvGrpSpPr/>
          <p:nvPr/>
        </p:nvGrpSpPr>
        <p:grpSpPr>
          <a:xfrm>
            <a:off x="1844031" y="4194505"/>
            <a:ext cx="518248" cy="328056"/>
            <a:chOff x="-2" y="0"/>
            <a:chExt cx="518247" cy="328055"/>
          </a:xfrm>
        </p:grpSpPr>
        <p:sp>
          <p:nvSpPr>
            <p:cNvPr id="1344" name="Google Shape;1245;p29"/>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349" name="Google Shape;1246;p29"/>
            <p:cNvGrpSpPr/>
            <p:nvPr/>
          </p:nvGrpSpPr>
          <p:grpSpPr>
            <a:xfrm>
              <a:off x="-3" y="-1"/>
              <a:ext cx="518248" cy="328057"/>
              <a:chOff x="-1" y="0"/>
              <a:chExt cx="518246" cy="328055"/>
            </a:xfrm>
          </p:grpSpPr>
          <p:sp>
            <p:nvSpPr>
              <p:cNvPr id="1345" name="Google Shape;1247;p29"/>
              <p:cNvSpPr/>
              <p:nvPr/>
            </p:nvSpPr>
            <p:spPr>
              <a:xfrm>
                <a:off x="432552" y="63593"/>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46" name="Google Shape;1248;p29"/>
              <p:cNvSpPr/>
              <p:nvPr/>
            </p:nvSpPr>
            <p:spPr>
              <a:xfrm>
                <a:off x="274064" y="242359"/>
                <a:ext cx="8475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47" name="Google Shape;1249;p29"/>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48" name="Google Shape;1250;p29"/>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359" name="Google Shape;1251;p29"/>
          <p:cNvGrpSpPr/>
          <p:nvPr/>
        </p:nvGrpSpPr>
        <p:grpSpPr>
          <a:xfrm>
            <a:off x="107088" y="345675"/>
            <a:ext cx="4178278" cy="4176865"/>
            <a:chOff x="0" y="0"/>
            <a:chExt cx="4178276" cy="4176863"/>
          </a:xfrm>
        </p:grpSpPr>
        <p:sp>
          <p:nvSpPr>
            <p:cNvPr id="1351" name="Google Shape;1252;p29"/>
            <p:cNvSpPr/>
            <p:nvPr/>
          </p:nvSpPr>
          <p:spPr>
            <a:xfrm>
              <a:off x="3926866" y="-1"/>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2" name="Google Shape;1253;p29"/>
            <p:cNvSpPr/>
            <p:nvPr/>
          </p:nvSpPr>
          <p:spPr>
            <a:xfrm>
              <a:off x="3827359" y="97681"/>
              <a:ext cx="212852"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3" name="Google Shape;1254;p29"/>
            <p:cNvSpPr/>
            <p:nvPr/>
          </p:nvSpPr>
          <p:spPr>
            <a:xfrm>
              <a:off x="4028052"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4" name="Google Shape;1255;p29"/>
            <p:cNvSpPr/>
            <p:nvPr/>
          </p:nvSpPr>
          <p:spPr>
            <a:xfrm>
              <a:off x="3609202" y="4091170"/>
              <a:ext cx="84783"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5" name="Google Shape;1256;p29"/>
            <p:cNvSpPr/>
            <p:nvPr/>
          </p:nvSpPr>
          <p:spPr>
            <a:xfrm>
              <a:off x="3485716" y="3745384"/>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6" name="Google Shape;1257;p29"/>
            <p:cNvSpPr/>
            <p:nvPr/>
          </p:nvSpPr>
          <p:spPr>
            <a:xfrm>
              <a:off x="-1" y="2916867"/>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7" name="Google Shape;1258;p29"/>
            <p:cNvSpPr/>
            <p:nvPr/>
          </p:nvSpPr>
          <p:spPr>
            <a:xfrm>
              <a:off x="143735" y="3051402"/>
              <a:ext cx="85694"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58" name="Google Shape;1259;p29"/>
            <p:cNvSpPr/>
            <p:nvPr/>
          </p:nvSpPr>
          <p:spPr>
            <a:xfrm>
              <a:off x="122852" y="2737165"/>
              <a:ext cx="191065" cy="171636"/>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63" name="Google Shape;1260;p29"/>
          <p:cNvGrpSpPr/>
          <p:nvPr/>
        </p:nvGrpSpPr>
        <p:grpSpPr>
          <a:xfrm>
            <a:off x="7159490" y="3943789"/>
            <a:ext cx="1271349" cy="625080"/>
            <a:chOff x="0" y="0"/>
            <a:chExt cx="1271348" cy="625079"/>
          </a:xfrm>
        </p:grpSpPr>
        <p:sp>
          <p:nvSpPr>
            <p:cNvPr id="1360" name="Google Shape;1261;p29"/>
            <p:cNvSpPr/>
            <p:nvPr/>
          </p:nvSpPr>
          <p:spPr>
            <a:xfrm>
              <a:off x="1129590" y="0"/>
              <a:ext cx="141759"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61" name="Google Shape;1262;p29"/>
            <p:cNvSpPr/>
            <p:nvPr/>
          </p:nvSpPr>
          <p:spPr>
            <a:xfrm>
              <a:off x="0" y="293032"/>
              <a:ext cx="257551" cy="25880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62" name="Google Shape;1263;p29"/>
            <p:cNvSpPr/>
            <p:nvPr/>
          </p:nvSpPr>
          <p:spPr>
            <a:xfrm>
              <a:off x="154803" y="447842"/>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68" name="Google Shape;1264;p29"/>
          <p:cNvGrpSpPr/>
          <p:nvPr/>
        </p:nvGrpSpPr>
        <p:grpSpPr>
          <a:xfrm>
            <a:off x="1476312" y="221824"/>
            <a:ext cx="609542" cy="583576"/>
            <a:chOff x="0" y="0"/>
            <a:chExt cx="609541" cy="583575"/>
          </a:xfrm>
        </p:grpSpPr>
        <p:sp>
          <p:nvSpPr>
            <p:cNvPr id="1364" name="Google Shape;1265;p29"/>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65" name="Google Shape;1266;p29"/>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66" name="Google Shape;1267;p29"/>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67" name="Google Shape;1268;p29"/>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376" name="Google Shape;1269;p29"/>
          <p:cNvGrpSpPr/>
          <p:nvPr/>
        </p:nvGrpSpPr>
        <p:grpSpPr>
          <a:xfrm>
            <a:off x="3963663" y="-2091202"/>
            <a:ext cx="8043478" cy="8043428"/>
            <a:chOff x="0" y="0"/>
            <a:chExt cx="8043477" cy="8043426"/>
          </a:xfrm>
        </p:grpSpPr>
        <p:sp>
          <p:nvSpPr>
            <p:cNvPr id="1369" name="Google Shape;1270;p29"/>
            <p:cNvSpPr/>
            <p:nvPr/>
          </p:nvSpPr>
          <p:spPr>
            <a:xfrm>
              <a:off x="0" y="-1"/>
              <a:ext cx="8043478" cy="8043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70" name="Google Shape;1271;p29"/>
            <p:cNvSpPr/>
            <p:nvPr/>
          </p:nvSpPr>
          <p:spPr>
            <a:xfrm>
              <a:off x="546373" y="545600"/>
              <a:ext cx="6950729" cy="6951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71" name="Google Shape;1272;p29"/>
            <p:cNvSpPr/>
            <p:nvPr/>
          </p:nvSpPr>
          <p:spPr>
            <a:xfrm>
              <a:off x="1091975" y="1091950"/>
              <a:ext cx="5859528" cy="5860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72" name="Google Shape;1273;p29"/>
            <p:cNvSpPr/>
            <p:nvPr/>
          </p:nvSpPr>
          <p:spPr>
            <a:xfrm>
              <a:off x="1637574" y="1637550"/>
              <a:ext cx="4768327" cy="4768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73" name="Google Shape;1274;p29"/>
            <p:cNvSpPr/>
            <p:nvPr/>
          </p:nvSpPr>
          <p:spPr>
            <a:xfrm>
              <a:off x="2183949" y="2183926"/>
              <a:ext cx="3675604" cy="3675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74" name="Google Shape;1275;p29"/>
            <p:cNvSpPr/>
            <p:nvPr/>
          </p:nvSpPr>
          <p:spPr>
            <a:xfrm>
              <a:off x="2730299" y="2731050"/>
              <a:ext cx="2583628" cy="258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75" name="Google Shape;1276;p29"/>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3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9_1">
    <p:spTree>
      <p:nvGrpSpPr>
        <p:cNvPr id="1" name=""/>
        <p:cNvGrpSpPr/>
        <p:nvPr/>
      </p:nvGrpSpPr>
      <p:grpSpPr>
        <a:xfrm>
          <a:off x="0" y="0"/>
          <a:ext cx="0" cy="0"/>
          <a:chOff x="0" y="0"/>
          <a:chExt cx="0" cy="0"/>
        </a:xfrm>
      </p:grpSpPr>
      <p:grpSp>
        <p:nvGrpSpPr>
          <p:cNvPr id="1391" name="Google Shape;1278;p30"/>
          <p:cNvGrpSpPr/>
          <p:nvPr/>
        </p:nvGrpSpPr>
        <p:grpSpPr>
          <a:xfrm>
            <a:off x="4800605" y="-2897841"/>
            <a:ext cx="8043478" cy="8043429"/>
            <a:chOff x="0" y="0"/>
            <a:chExt cx="8043477" cy="8043427"/>
          </a:xfrm>
        </p:grpSpPr>
        <p:sp>
          <p:nvSpPr>
            <p:cNvPr id="1384" name="Google Shape;1279;p30"/>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85" name="Google Shape;1280;p30"/>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86" name="Google Shape;1281;p30"/>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87" name="Google Shape;1282;p30"/>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88" name="Google Shape;1283;p30"/>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89" name="Google Shape;1284;p30"/>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90" name="Google Shape;1285;p30"/>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29" name="Google Shape;1286;p30"/>
          <p:cNvGrpSpPr/>
          <p:nvPr/>
        </p:nvGrpSpPr>
        <p:grpSpPr>
          <a:xfrm>
            <a:off x="218672" y="467656"/>
            <a:ext cx="8696433" cy="4569297"/>
            <a:chOff x="0" y="0"/>
            <a:chExt cx="8696431" cy="4569295"/>
          </a:xfrm>
        </p:grpSpPr>
        <p:grpSp>
          <p:nvGrpSpPr>
            <p:cNvPr id="1398" name="Google Shape;1287;p30"/>
            <p:cNvGrpSpPr/>
            <p:nvPr/>
          </p:nvGrpSpPr>
          <p:grpSpPr>
            <a:xfrm>
              <a:off x="8090435" y="4241225"/>
              <a:ext cx="518248" cy="328056"/>
              <a:chOff x="-1" y="0"/>
              <a:chExt cx="518246" cy="328055"/>
            </a:xfrm>
          </p:grpSpPr>
          <p:sp>
            <p:nvSpPr>
              <p:cNvPr id="1392" name="Google Shape;1288;p30"/>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397" name="Google Shape;1289;p30"/>
              <p:cNvGrpSpPr/>
              <p:nvPr/>
            </p:nvGrpSpPr>
            <p:grpSpPr>
              <a:xfrm>
                <a:off x="-2" y="0"/>
                <a:ext cx="518247" cy="328056"/>
                <a:chOff x="0" y="0"/>
                <a:chExt cx="518246" cy="328055"/>
              </a:xfrm>
            </p:grpSpPr>
            <p:sp>
              <p:nvSpPr>
                <p:cNvPr id="1393" name="Google Shape;1290;p30"/>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94" name="Google Shape;1291;p30"/>
                <p:cNvSpPr/>
                <p:nvPr/>
              </p:nvSpPr>
              <p:spPr>
                <a:xfrm>
                  <a:off x="274063" y="242360"/>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95" name="Google Shape;1292;p30"/>
                <p:cNvSpPr/>
                <p:nvPr/>
              </p:nvSpPr>
              <p:spPr>
                <a:xfrm>
                  <a:off x="99534" y="0"/>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96" name="Google Shape;1293;p30"/>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411" name="Google Shape;1294;p30"/>
            <p:cNvGrpSpPr/>
            <p:nvPr/>
          </p:nvGrpSpPr>
          <p:grpSpPr>
            <a:xfrm>
              <a:off x="8464085" y="1059910"/>
              <a:ext cx="232347" cy="974434"/>
              <a:chOff x="0" y="0"/>
              <a:chExt cx="232346" cy="974433"/>
            </a:xfrm>
          </p:grpSpPr>
          <p:sp>
            <p:nvSpPr>
              <p:cNvPr id="1399" name="Google Shape;1295;p30"/>
              <p:cNvSpPr/>
              <p:nvPr/>
            </p:nvSpPr>
            <p:spPr>
              <a:xfrm>
                <a:off x="141424" y="0"/>
                <a:ext cx="90923"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0" name="Google Shape;1296;p30"/>
              <p:cNvSpPr/>
              <p:nvPr/>
            </p:nvSpPr>
            <p:spPr>
              <a:xfrm>
                <a:off x="141424" y="182610"/>
                <a:ext cx="90923"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1" name="Google Shape;1297;p30"/>
              <p:cNvSpPr/>
              <p:nvPr/>
            </p:nvSpPr>
            <p:spPr>
              <a:xfrm>
                <a:off x="141424"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2" name="Google Shape;1298;p30"/>
              <p:cNvSpPr/>
              <p:nvPr/>
            </p:nvSpPr>
            <p:spPr>
              <a:xfrm>
                <a:off x="-1" y="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3" name="Google Shape;1299;p30"/>
              <p:cNvSpPr/>
              <p:nvPr/>
            </p:nvSpPr>
            <p:spPr>
              <a:xfrm>
                <a:off x="-1" y="182610"/>
                <a:ext cx="91715"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4" name="Google Shape;1300;p30"/>
              <p:cNvSpPr/>
              <p:nvPr/>
            </p:nvSpPr>
            <p:spPr>
              <a:xfrm>
                <a:off x="-1"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5" name="Google Shape;1301;p30"/>
              <p:cNvSpPr/>
              <p:nvPr/>
            </p:nvSpPr>
            <p:spPr>
              <a:xfrm>
                <a:off x="141424" y="518292"/>
                <a:ext cx="90923"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6" name="Google Shape;1302;p30"/>
              <p:cNvSpPr/>
              <p:nvPr/>
            </p:nvSpPr>
            <p:spPr>
              <a:xfrm>
                <a:off x="141424" y="700132"/>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7" name="Google Shape;1303;p30"/>
              <p:cNvSpPr/>
              <p:nvPr/>
            </p:nvSpPr>
            <p:spPr>
              <a:xfrm>
                <a:off x="141424" y="882743"/>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8" name="Google Shape;1304;p30"/>
              <p:cNvSpPr/>
              <p:nvPr/>
            </p:nvSpPr>
            <p:spPr>
              <a:xfrm>
                <a:off x="-1" y="518292"/>
                <a:ext cx="91715"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09" name="Google Shape;1305;p30"/>
              <p:cNvSpPr/>
              <p:nvPr/>
            </p:nvSpPr>
            <p:spPr>
              <a:xfrm>
                <a:off x="-1" y="69936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10" name="Google Shape;1306;p30"/>
              <p:cNvSpPr/>
              <p:nvPr/>
            </p:nvSpPr>
            <p:spPr>
              <a:xfrm>
                <a:off x="-1" y="881974"/>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16" name="Google Shape;1307;p30"/>
            <p:cNvGrpSpPr/>
            <p:nvPr/>
          </p:nvGrpSpPr>
          <p:grpSpPr>
            <a:xfrm>
              <a:off x="7712911" y="-1"/>
              <a:ext cx="648309" cy="649188"/>
              <a:chOff x="0" y="0"/>
              <a:chExt cx="648307" cy="649186"/>
            </a:xfrm>
          </p:grpSpPr>
          <p:sp>
            <p:nvSpPr>
              <p:cNvPr id="1412" name="Google Shape;1308;p30"/>
              <p:cNvSpPr/>
              <p:nvPr/>
            </p:nvSpPr>
            <p:spPr>
              <a:xfrm>
                <a:off x="-1" y="0"/>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13" name="Google Shape;1309;p30"/>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14" name="Google Shape;1310;p30"/>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15" name="Google Shape;1311;p30"/>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417" name="Google Shape;1312;p30"/>
            <p:cNvSpPr/>
            <p:nvPr/>
          </p:nvSpPr>
          <p:spPr>
            <a:xfrm>
              <a:off x="4553482" y="4377991"/>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423" name="Google Shape;1313;p30"/>
            <p:cNvGrpSpPr/>
            <p:nvPr/>
          </p:nvGrpSpPr>
          <p:grpSpPr>
            <a:xfrm>
              <a:off x="-1" y="21256"/>
              <a:ext cx="355672" cy="1888162"/>
              <a:chOff x="0" y="0"/>
              <a:chExt cx="355671" cy="1888160"/>
            </a:xfrm>
          </p:grpSpPr>
          <p:sp>
            <p:nvSpPr>
              <p:cNvPr id="1418" name="Google Shape;1314;p30"/>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19" name="Google Shape;1315;p30"/>
              <p:cNvSpPr/>
              <p:nvPr/>
            </p:nvSpPr>
            <p:spPr>
              <a:xfrm>
                <a:off x="0" y="97683"/>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20" name="Google Shape;1316;p30"/>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21" name="Google Shape;1317;p30"/>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22" name="Google Shape;1318;p30"/>
              <p:cNvSpPr/>
              <p:nvPr/>
            </p:nvSpPr>
            <p:spPr>
              <a:xfrm>
                <a:off x="269977" y="1802467"/>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28" name="Google Shape;1319;p30"/>
            <p:cNvGrpSpPr/>
            <p:nvPr/>
          </p:nvGrpSpPr>
          <p:grpSpPr>
            <a:xfrm>
              <a:off x="94637" y="3860468"/>
              <a:ext cx="609543" cy="583577"/>
              <a:chOff x="0" y="0"/>
              <a:chExt cx="609541" cy="583575"/>
            </a:xfrm>
          </p:grpSpPr>
          <p:sp>
            <p:nvSpPr>
              <p:cNvPr id="1424" name="Google Shape;1320;p30"/>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25" name="Google Shape;1321;p30"/>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26" name="Google Shape;1322;p30"/>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27" name="Google Shape;1323;p30"/>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4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9_1_1">
    <p:spTree>
      <p:nvGrpSpPr>
        <p:cNvPr id="1" name=""/>
        <p:cNvGrpSpPr/>
        <p:nvPr/>
      </p:nvGrpSpPr>
      <p:grpSpPr>
        <a:xfrm>
          <a:off x="0" y="0"/>
          <a:ext cx="0" cy="0"/>
          <a:chOff x="0" y="0"/>
          <a:chExt cx="0" cy="0"/>
        </a:xfrm>
      </p:grpSpPr>
      <p:grpSp>
        <p:nvGrpSpPr>
          <p:cNvPr id="1444" name="Google Shape;1325;p31"/>
          <p:cNvGrpSpPr/>
          <p:nvPr/>
        </p:nvGrpSpPr>
        <p:grpSpPr>
          <a:xfrm>
            <a:off x="4800605" y="-2897841"/>
            <a:ext cx="8043478" cy="8043429"/>
            <a:chOff x="0" y="0"/>
            <a:chExt cx="8043477" cy="8043427"/>
          </a:xfrm>
        </p:grpSpPr>
        <p:sp>
          <p:nvSpPr>
            <p:cNvPr id="1437" name="Google Shape;1326;p31"/>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38" name="Google Shape;1327;p31"/>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39" name="Google Shape;1328;p31"/>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0" name="Google Shape;1329;p31"/>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1" name="Google Shape;1330;p31"/>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2" name="Google Shape;1331;p31"/>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3" name="Google Shape;1332;p31"/>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69" name="Google Shape;1333;p31"/>
          <p:cNvGrpSpPr/>
          <p:nvPr/>
        </p:nvGrpSpPr>
        <p:grpSpPr>
          <a:xfrm>
            <a:off x="151634" y="193695"/>
            <a:ext cx="8393544" cy="4799125"/>
            <a:chOff x="0" y="0"/>
            <a:chExt cx="8393542" cy="4799124"/>
          </a:xfrm>
        </p:grpSpPr>
        <p:grpSp>
          <p:nvGrpSpPr>
            <p:cNvPr id="1449" name="Google Shape;1334;p31"/>
            <p:cNvGrpSpPr/>
            <p:nvPr/>
          </p:nvGrpSpPr>
          <p:grpSpPr>
            <a:xfrm>
              <a:off x="355701" y="1"/>
              <a:ext cx="609542" cy="583576"/>
              <a:chOff x="0" y="0"/>
              <a:chExt cx="609541" cy="583575"/>
            </a:xfrm>
          </p:grpSpPr>
          <p:sp>
            <p:nvSpPr>
              <p:cNvPr id="1445" name="Google Shape;1335;p31"/>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6" name="Google Shape;1336;p31"/>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7" name="Google Shape;1337;p31"/>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48" name="Google Shape;1338;p31"/>
              <p:cNvSpPr/>
              <p:nvPr/>
            </p:nvSpPr>
            <p:spPr>
              <a:xfrm>
                <a:off x="0" y="-1"/>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53" name="Google Shape;1339;p31"/>
            <p:cNvGrpSpPr/>
            <p:nvPr/>
          </p:nvGrpSpPr>
          <p:grpSpPr>
            <a:xfrm>
              <a:off x="7761755" y="964067"/>
              <a:ext cx="631788" cy="457730"/>
              <a:chOff x="0" y="0"/>
              <a:chExt cx="631786" cy="457728"/>
            </a:xfrm>
          </p:grpSpPr>
          <p:sp>
            <p:nvSpPr>
              <p:cNvPr id="1450" name="Google Shape;1340;p31"/>
              <p:cNvSpPr/>
              <p:nvPr/>
            </p:nvSpPr>
            <p:spPr>
              <a:xfrm>
                <a:off x="490027" y="0"/>
                <a:ext cx="141760" cy="14176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51" name="Google Shape;1341;p31"/>
              <p:cNvSpPr/>
              <p:nvPr/>
            </p:nvSpPr>
            <p:spPr>
              <a:xfrm>
                <a:off x="-1" y="125681"/>
                <a:ext cx="257551"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52" name="Google Shape;1342;p31"/>
              <p:cNvSpPr/>
              <p:nvPr/>
            </p:nvSpPr>
            <p:spPr>
              <a:xfrm>
                <a:off x="154803" y="280491"/>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58" name="Google Shape;1343;p31"/>
            <p:cNvGrpSpPr/>
            <p:nvPr/>
          </p:nvGrpSpPr>
          <p:grpSpPr>
            <a:xfrm>
              <a:off x="190998" y="4149936"/>
              <a:ext cx="648309" cy="649188"/>
              <a:chOff x="0" y="0"/>
              <a:chExt cx="648307" cy="649186"/>
            </a:xfrm>
          </p:grpSpPr>
          <p:sp>
            <p:nvSpPr>
              <p:cNvPr id="1454" name="Google Shape;1344;p31"/>
              <p:cNvSpPr/>
              <p:nvPr/>
            </p:nvSpPr>
            <p:spPr>
              <a:xfrm>
                <a:off x="-1" y="0"/>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55" name="Google Shape;1345;p31"/>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56" name="Google Shape;1346;p31"/>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57" name="Google Shape;1347;p31"/>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459" name="Google Shape;1348;p31"/>
            <p:cNvSpPr/>
            <p:nvPr/>
          </p:nvSpPr>
          <p:spPr>
            <a:xfrm>
              <a:off x="7761695" y="-1"/>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465" name="Google Shape;1349;p31"/>
            <p:cNvGrpSpPr/>
            <p:nvPr/>
          </p:nvGrpSpPr>
          <p:grpSpPr>
            <a:xfrm>
              <a:off x="0" y="1208917"/>
              <a:ext cx="355672" cy="1888162"/>
              <a:chOff x="0" y="0"/>
              <a:chExt cx="355671" cy="1888160"/>
            </a:xfrm>
          </p:grpSpPr>
          <p:sp>
            <p:nvSpPr>
              <p:cNvPr id="1460" name="Google Shape;1350;p31"/>
              <p:cNvSpPr/>
              <p:nvPr/>
            </p:nvSpPr>
            <p:spPr>
              <a:xfrm>
                <a:off x="99506"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61" name="Google Shape;1351;p31"/>
              <p:cNvSpPr/>
              <p:nvPr/>
            </p:nvSpPr>
            <p:spPr>
              <a:xfrm>
                <a:off x="0" y="97683"/>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62" name="Google Shape;1352;p31"/>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63" name="Google Shape;1353;p31"/>
              <p:cNvSpPr/>
              <p:nvPr/>
            </p:nvSpPr>
            <p:spPr>
              <a:xfrm>
                <a:off x="126241" y="1667932"/>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64" name="Google Shape;1354;p31"/>
              <p:cNvSpPr/>
              <p:nvPr/>
            </p:nvSpPr>
            <p:spPr>
              <a:xfrm>
                <a:off x="269977" y="1802467"/>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468" name="Google Shape;1355;p31"/>
            <p:cNvGrpSpPr/>
            <p:nvPr/>
          </p:nvGrpSpPr>
          <p:grpSpPr>
            <a:xfrm>
              <a:off x="5518166" y="4549321"/>
              <a:ext cx="229431" cy="220232"/>
              <a:chOff x="0" y="0"/>
              <a:chExt cx="229430" cy="220230"/>
            </a:xfrm>
          </p:grpSpPr>
          <p:sp>
            <p:nvSpPr>
              <p:cNvPr id="1466" name="Google Shape;1356;p31"/>
              <p:cNvSpPr/>
              <p:nvPr/>
            </p:nvSpPr>
            <p:spPr>
              <a:xfrm>
                <a:off x="0" y="-1"/>
                <a:ext cx="69092"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67" name="Google Shape;1357;p31"/>
              <p:cNvSpPr/>
              <p:nvPr/>
            </p:nvSpPr>
            <p:spPr>
              <a:xfrm>
                <a:off x="143736" y="134536"/>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482" name="Google Shape;1358;p31"/>
          <p:cNvGrpSpPr/>
          <p:nvPr/>
        </p:nvGrpSpPr>
        <p:grpSpPr>
          <a:xfrm>
            <a:off x="8758501" y="3301183"/>
            <a:ext cx="232348" cy="973665"/>
            <a:chOff x="0" y="-1"/>
            <a:chExt cx="232346" cy="973663"/>
          </a:xfrm>
        </p:grpSpPr>
        <p:sp>
          <p:nvSpPr>
            <p:cNvPr id="1470" name="Google Shape;1359;p31"/>
            <p:cNvSpPr/>
            <p:nvPr/>
          </p:nvSpPr>
          <p:spPr>
            <a:xfrm>
              <a:off x="140656" y="-2"/>
              <a:ext cx="91690"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1" name="Google Shape;1360;p31"/>
            <p:cNvSpPr/>
            <p:nvPr/>
          </p:nvSpPr>
          <p:spPr>
            <a:xfrm>
              <a:off x="140656" y="181840"/>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2" name="Google Shape;1361;p31"/>
            <p:cNvSpPr/>
            <p:nvPr/>
          </p:nvSpPr>
          <p:spPr>
            <a:xfrm>
              <a:off x="140656" y="364449"/>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3" name="Google Shape;1362;p31"/>
            <p:cNvSpPr/>
            <p:nvPr/>
          </p:nvSpPr>
          <p:spPr>
            <a:xfrm>
              <a:off x="-1" y="-2"/>
              <a:ext cx="91715"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4" name="Google Shape;1363;p31"/>
            <p:cNvSpPr/>
            <p:nvPr/>
          </p:nvSpPr>
          <p:spPr>
            <a:xfrm>
              <a:off x="-1" y="18184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5" name="Google Shape;1364;p31"/>
            <p:cNvSpPr/>
            <p:nvPr/>
          </p:nvSpPr>
          <p:spPr>
            <a:xfrm>
              <a:off x="-1" y="364449"/>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6" name="Google Shape;1365;p31"/>
            <p:cNvSpPr/>
            <p:nvPr/>
          </p:nvSpPr>
          <p:spPr>
            <a:xfrm>
              <a:off x="140656" y="51675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7" name="Google Shape;1366;p31"/>
            <p:cNvSpPr/>
            <p:nvPr/>
          </p:nvSpPr>
          <p:spPr>
            <a:xfrm>
              <a:off x="140656" y="699362"/>
              <a:ext cx="91690"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8" name="Google Shape;1367;p31"/>
            <p:cNvSpPr/>
            <p:nvPr/>
          </p:nvSpPr>
          <p:spPr>
            <a:xfrm>
              <a:off x="141425" y="882740"/>
              <a:ext cx="90922"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79" name="Google Shape;1368;p31"/>
            <p:cNvSpPr/>
            <p:nvPr/>
          </p:nvSpPr>
          <p:spPr>
            <a:xfrm>
              <a:off x="-1" y="516752"/>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80" name="Google Shape;1369;p31"/>
            <p:cNvSpPr/>
            <p:nvPr/>
          </p:nvSpPr>
          <p:spPr>
            <a:xfrm>
              <a:off x="-1" y="699362"/>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81" name="Google Shape;1370;p31"/>
            <p:cNvSpPr/>
            <p:nvPr/>
          </p:nvSpPr>
          <p:spPr>
            <a:xfrm>
              <a:off x="-1" y="882740"/>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4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sp>
        <p:nvSpPr>
          <p:cNvPr id="1490" name="Title Text"/>
          <p:cNvSpPr txBox="1"/>
          <p:nvPr>
            <p:ph type="title"/>
          </p:nvPr>
        </p:nvSpPr>
        <p:spPr>
          <a:xfrm>
            <a:off x="783841" y="788363"/>
            <a:ext cx="7576202" cy="2138102"/>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491" name="Body Level One…"/>
          <p:cNvSpPr txBox="1"/>
          <p:nvPr>
            <p:ph type="body" sz="quarter" idx="1"/>
          </p:nvPr>
        </p:nvSpPr>
        <p:spPr>
          <a:xfrm>
            <a:off x="987425" y="2000730"/>
            <a:ext cx="7169100" cy="1077000"/>
          </a:xfrm>
          <a:prstGeom prst="rect">
            <a:avLst/>
          </a:prstGeom>
        </p:spPr>
        <p:txBody>
          <a:bodyPr lIns="0" tIns="0" rIns="0" bIns="0"/>
          <a:lstStyle>
            <a:lvl1pPr marL="0" indent="228600">
              <a:buClrTx/>
              <a:buSzTx/>
              <a:buNone/>
              <a:defRPr sz="1400">
                <a:solidFill>
                  <a:srgbClr val="0D092A"/>
                </a:solidFill>
                <a:latin typeface="Helvetica Neue"/>
                <a:ea typeface="Helvetica Neue"/>
                <a:cs typeface="Helvetica Neue"/>
                <a:sym typeface="Helvetica Neue"/>
              </a:defRPr>
            </a:lvl1pPr>
            <a:lvl2pPr marL="0" indent="228600">
              <a:buClrTx/>
              <a:buSzTx/>
              <a:buNone/>
              <a:defRPr sz="1400">
                <a:solidFill>
                  <a:srgbClr val="0D092A"/>
                </a:solidFill>
                <a:latin typeface="Helvetica Neue"/>
                <a:ea typeface="Helvetica Neue"/>
                <a:cs typeface="Helvetica Neue"/>
                <a:sym typeface="Helvetica Neue"/>
              </a:defRPr>
            </a:lvl2pPr>
            <a:lvl3pPr marL="0" indent="228600">
              <a:buClrTx/>
              <a:buSzTx/>
              <a:buNone/>
              <a:defRPr sz="1400">
                <a:solidFill>
                  <a:srgbClr val="0D092A"/>
                </a:solidFill>
                <a:latin typeface="Helvetica Neue"/>
                <a:ea typeface="Helvetica Neue"/>
                <a:cs typeface="Helvetica Neue"/>
                <a:sym typeface="Helvetica Neue"/>
              </a:defRPr>
            </a:lvl3pPr>
            <a:lvl4pPr marL="0" indent="228600">
              <a:buClrTx/>
              <a:buSzTx/>
              <a:buNone/>
              <a:defRPr sz="1400">
                <a:solidFill>
                  <a:srgbClr val="0D092A"/>
                </a:solidFill>
                <a:latin typeface="Helvetica Neue"/>
                <a:ea typeface="Helvetica Neue"/>
                <a:cs typeface="Helvetica Neue"/>
                <a:sym typeface="Helvetica Neue"/>
              </a:defRPr>
            </a:lvl4pPr>
            <a:lvl5pPr marL="0" indent="228600">
              <a:buClrTx/>
              <a:buSzTx/>
              <a:buNone/>
              <a:defRPr sz="1400">
                <a:solidFill>
                  <a:srgbClr val="0D092A"/>
                </a:solidFill>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492" name="Slide Number"/>
          <p:cNvSpPr txBox="1"/>
          <p:nvPr>
            <p:ph type="sldNum" sz="quarter" idx="2"/>
          </p:nvPr>
        </p:nvSpPr>
        <p:spPr>
          <a:xfrm>
            <a:off x="8476213" y="4783454"/>
            <a:ext cx="210469" cy="197384"/>
          </a:xfrm>
          <a:prstGeom prst="rect">
            <a:avLst/>
          </a:prstGeom>
        </p:spPr>
        <p:txBody>
          <a:bodyPr lIns="0" tIns="0" rIns="0" bIns="0" anchor="t"/>
          <a:lstStyle>
            <a:lvl1pPr>
              <a:defRPr sz="1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bg>
      <p:bgPr>
        <a:solidFill>
          <a:srgbClr val="FFFFFF"/>
        </a:solidFill>
      </p:bgPr>
    </p:bg>
    <p:spTree>
      <p:nvGrpSpPr>
        <p:cNvPr id="1" name=""/>
        <p:cNvGrpSpPr/>
        <p:nvPr/>
      </p:nvGrpSpPr>
      <p:grpSpPr>
        <a:xfrm>
          <a:off x="0" y="0"/>
          <a:ext cx="0" cy="0"/>
          <a:chOff x="0" y="0"/>
          <a:chExt cx="0" cy="0"/>
        </a:xfrm>
      </p:grpSpPr>
      <p:sp>
        <p:nvSpPr>
          <p:cNvPr id="1499" name="Google Shape;1385;p34"/>
          <p:cNvSpPr/>
          <p:nvPr/>
        </p:nvSpPr>
        <p:spPr>
          <a:xfrm>
            <a:off x="-1" y="-2"/>
            <a:ext cx="9144001" cy="5143503"/>
          </a:xfrm>
          <a:prstGeom prst="rect">
            <a:avLst/>
          </a:prstGeom>
          <a:solidFill>
            <a:srgbClr val="0D2A47"/>
          </a:solidFill>
          <a:ln w="12700">
            <a:miter lim="400000"/>
          </a:ln>
        </p:spPr>
        <p:txBody>
          <a:bodyPr lIns="45718" tIns="45718" rIns="45718" bIns="45718"/>
          <a:lstStyle/>
          <a:p>
            <a:pPr>
              <a:lnSpc>
                <a:spcPct val="100000"/>
              </a:lnSpc>
              <a:defRPr b="0" sz="1800">
                <a:solidFill>
                  <a:srgbClr val="000000"/>
                </a:solidFill>
                <a:latin typeface="+mn-lt"/>
                <a:ea typeface="+mn-ea"/>
                <a:cs typeface="+mn-cs"/>
                <a:sym typeface="Arial"/>
              </a:defRPr>
            </a:pPr>
          </a:p>
        </p:txBody>
      </p:sp>
      <p:sp>
        <p:nvSpPr>
          <p:cNvPr id="1500"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bg>
      <p:bgPr>
        <a:solidFill>
          <a:srgbClr val="FFFFFF"/>
        </a:solidFill>
      </p:bgPr>
    </p:bg>
    <p:spTree>
      <p:nvGrpSpPr>
        <p:cNvPr id="1" name=""/>
        <p:cNvGrpSpPr/>
        <p:nvPr/>
      </p:nvGrpSpPr>
      <p:grpSpPr>
        <a:xfrm>
          <a:off x="0" y="0"/>
          <a:ext cx="0" cy="0"/>
          <a:chOff x="0" y="0"/>
          <a:chExt cx="0" cy="0"/>
        </a:xfrm>
      </p:grpSpPr>
      <p:pic>
        <p:nvPicPr>
          <p:cNvPr id="1507" name="Google Shape;1378;p33" descr="Google Shape;1378;p3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08" name="Title Text"/>
          <p:cNvSpPr txBox="1"/>
          <p:nvPr>
            <p:ph type="title"/>
          </p:nvPr>
        </p:nvSpPr>
        <p:spPr>
          <a:xfrm>
            <a:off x="783841" y="788363"/>
            <a:ext cx="7576202" cy="2138102"/>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09" name="Body Level One…"/>
          <p:cNvSpPr txBox="1"/>
          <p:nvPr>
            <p:ph type="body" sz="quarter" idx="1"/>
          </p:nvPr>
        </p:nvSpPr>
        <p:spPr>
          <a:xfrm>
            <a:off x="987425" y="2000730"/>
            <a:ext cx="7169100" cy="1077000"/>
          </a:xfrm>
          <a:prstGeom prst="rect">
            <a:avLst/>
          </a:prstGeom>
        </p:spPr>
        <p:txBody>
          <a:bodyPr lIns="0" tIns="0" rIns="0" bIns="0"/>
          <a:lstStyle>
            <a:lvl1pPr marL="0" indent="228600">
              <a:buClrTx/>
              <a:buSzTx/>
              <a:buNone/>
              <a:defRPr sz="1400">
                <a:latin typeface="Helvetica Neue"/>
                <a:ea typeface="Helvetica Neue"/>
                <a:cs typeface="Helvetica Neue"/>
                <a:sym typeface="Helvetica Neue"/>
              </a:defRPr>
            </a:lvl1pPr>
            <a:lvl2pPr marL="0" indent="228600">
              <a:buClrTx/>
              <a:buSzTx/>
              <a:buNone/>
              <a:defRPr sz="1400">
                <a:latin typeface="Helvetica Neue"/>
                <a:ea typeface="Helvetica Neue"/>
                <a:cs typeface="Helvetica Neue"/>
                <a:sym typeface="Helvetica Neue"/>
              </a:defRPr>
            </a:lvl2pPr>
            <a:lvl3pPr marL="0" indent="228600">
              <a:buClrTx/>
              <a:buSzTx/>
              <a:buNone/>
              <a:defRPr sz="1400">
                <a:latin typeface="Helvetica Neue"/>
                <a:ea typeface="Helvetica Neue"/>
                <a:cs typeface="Helvetica Neue"/>
                <a:sym typeface="Helvetica Neue"/>
              </a:defRPr>
            </a:lvl3pPr>
            <a:lvl4pPr marL="0" indent="228600">
              <a:buClrTx/>
              <a:buSzTx/>
              <a:buNone/>
              <a:defRPr sz="1400">
                <a:latin typeface="Helvetica Neue"/>
                <a:ea typeface="Helvetica Neue"/>
                <a:cs typeface="Helvetica Neue"/>
                <a:sym typeface="Helvetica Neue"/>
              </a:defRPr>
            </a:lvl4pPr>
            <a:lvl5pPr marL="0" indent="228600">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10"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bg>
      <p:bgPr>
        <a:solidFill>
          <a:srgbClr val="FFFFFF"/>
        </a:solidFill>
      </p:bgPr>
    </p:bg>
    <p:spTree>
      <p:nvGrpSpPr>
        <p:cNvPr id="1" name=""/>
        <p:cNvGrpSpPr/>
        <p:nvPr/>
      </p:nvGrpSpPr>
      <p:grpSpPr>
        <a:xfrm>
          <a:off x="0" y="0"/>
          <a:ext cx="0" cy="0"/>
          <a:chOff x="0" y="0"/>
          <a:chExt cx="0" cy="0"/>
        </a:xfrm>
      </p:grpSpPr>
      <p:sp>
        <p:nvSpPr>
          <p:cNvPr id="1517" name="Google Shape;1396;p36"/>
          <p:cNvSpPr/>
          <p:nvPr/>
        </p:nvSpPr>
        <p:spPr>
          <a:xfrm>
            <a:off x="-1" y="-2"/>
            <a:ext cx="9144001" cy="5143503"/>
          </a:xfrm>
          <a:prstGeom prst="rect">
            <a:avLst/>
          </a:prstGeom>
          <a:solidFill>
            <a:srgbClr val="0D2A47"/>
          </a:solidFill>
          <a:ln w="12700">
            <a:miter lim="400000"/>
          </a:ln>
        </p:spPr>
        <p:txBody>
          <a:bodyPr lIns="45718" tIns="45718" rIns="45718" bIns="45718"/>
          <a:lstStyle/>
          <a:p>
            <a:pPr>
              <a:lnSpc>
                <a:spcPct val="100000"/>
              </a:lnSpc>
              <a:defRPr b="0" sz="1800">
                <a:solidFill>
                  <a:srgbClr val="000000"/>
                </a:solidFill>
                <a:latin typeface="+mn-lt"/>
                <a:ea typeface="+mn-ea"/>
                <a:cs typeface="+mn-cs"/>
                <a:sym typeface="Arial"/>
              </a:defRPr>
            </a:pPr>
          </a:p>
        </p:txBody>
      </p:sp>
      <p:sp>
        <p:nvSpPr>
          <p:cNvPr id="1518" name="Title Text"/>
          <p:cNvSpPr txBox="1"/>
          <p:nvPr>
            <p:ph type="title"/>
          </p:nvPr>
        </p:nvSpPr>
        <p:spPr>
          <a:xfrm>
            <a:off x="783841" y="788363"/>
            <a:ext cx="7576202" cy="2138102"/>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19"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0">
    <p:bg>
      <p:bgPr>
        <a:solidFill>
          <a:srgbClr val="FFFFFF"/>
        </a:solidFill>
      </p:bgPr>
    </p:bg>
    <p:spTree>
      <p:nvGrpSpPr>
        <p:cNvPr id="1" name=""/>
        <p:cNvGrpSpPr/>
        <p:nvPr/>
      </p:nvGrpSpPr>
      <p:grpSpPr>
        <a:xfrm>
          <a:off x="0" y="0"/>
          <a:ext cx="0" cy="0"/>
          <a:chOff x="0" y="0"/>
          <a:chExt cx="0" cy="0"/>
        </a:xfrm>
      </p:grpSpPr>
      <p:sp>
        <p:nvSpPr>
          <p:cNvPr id="1526" name="Title Text"/>
          <p:cNvSpPr txBox="1"/>
          <p:nvPr>
            <p:ph type="title"/>
          </p:nvPr>
        </p:nvSpPr>
        <p:spPr>
          <a:xfrm>
            <a:off x="783841" y="788363"/>
            <a:ext cx="7576202" cy="2138102"/>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27"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p:bg>
      <p:bgPr>
        <a:solidFill>
          <a:srgbClr val="FFFFFF"/>
        </a:solidFill>
      </p:bgPr>
    </p:bg>
    <p:spTree>
      <p:nvGrpSpPr>
        <p:cNvPr id="1" name=""/>
        <p:cNvGrpSpPr/>
        <p:nvPr/>
      </p:nvGrpSpPr>
      <p:grpSpPr>
        <a:xfrm>
          <a:off x="0" y="0"/>
          <a:ext cx="0" cy="0"/>
          <a:chOff x="0" y="0"/>
          <a:chExt cx="0" cy="0"/>
        </a:xfrm>
      </p:grpSpPr>
      <p:sp>
        <p:nvSpPr>
          <p:cNvPr id="1534" name="Google Shape;1402;p37"/>
          <p:cNvSpPr/>
          <p:nvPr/>
        </p:nvSpPr>
        <p:spPr>
          <a:xfrm>
            <a:off x="-1" y="-2"/>
            <a:ext cx="9144001" cy="5143503"/>
          </a:xfrm>
          <a:prstGeom prst="rect">
            <a:avLst/>
          </a:prstGeom>
          <a:solidFill>
            <a:srgbClr val="0D2A47"/>
          </a:solidFill>
          <a:ln w="12700">
            <a:miter lim="400000"/>
          </a:ln>
        </p:spPr>
        <p:txBody>
          <a:bodyPr lIns="45718" tIns="45718" rIns="45718" bIns="45718"/>
          <a:lstStyle/>
          <a:p>
            <a:pPr>
              <a:lnSpc>
                <a:spcPct val="100000"/>
              </a:lnSpc>
              <a:defRPr b="0" sz="1800">
                <a:solidFill>
                  <a:srgbClr val="000000"/>
                </a:solidFill>
                <a:latin typeface="+mn-lt"/>
                <a:ea typeface="+mn-ea"/>
                <a:cs typeface="+mn-cs"/>
                <a:sym typeface="Arial"/>
              </a:defRPr>
            </a:pPr>
          </a:p>
        </p:txBody>
      </p:sp>
      <p:sp>
        <p:nvSpPr>
          <p:cNvPr id="1535" name="Title Text"/>
          <p:cNvSpPr txBox="1"/>
          <p:nvPr>
            <p:ph type="title"/>
          </p:nvPr>
        </p:nvSpPr>
        <p:spPr>
          <a:xfrm>
            <a:off x="1779902" y="1800206"/>
            <a:ext cx="5584202" cy="513000"/>
          </a:xfrm>
          <a:prstGeom prst="rect">
            <a:avLst/>
          </a:prstGeom>
        </p:spPr>
        <p:txBody>
          <a:bodyPr lIns="0" tIns="0" rIns="0" bIns="0" anchor="t"/>
          <a:lstStyle>
            <a:lvl1pPr algn="l">
              <a:defRPr>
                <a:solidFill>
                  <a:srgbClr val="92F6FF"/>
                </a:solidFill>
                <a:latin typeface="Verdana"/>
                <a:ea typeface="Verdana"/>
                <a:cs typeface="Verdana"/>
                <a:sym typeface="Verdana"/>
              </a:defRPr>
            </a:lvl1pPr>
          </a:lstStyle>
          <a:p>
            <a:pPr/>
            <a:r>
              <a:t>Title Text</a:t>
            </a:r>
          </a:p>
        </p:txBody>
      </p:sp>
      <p:sp>
        <p:nvSpPr>
          <p:cNvPr id="1536" name="Body Level One…"/>
          <p:cNvSpPr txBox="1"/>
          <p:nvPr>
            <p:ph type="body" sz="quarter" idx="1"/>
          </p:nvPr>
        </p:nvSpPr>
        <p:spPr>
          <a:xfrm>
            <a:off x="1371600" y="2880360"/>
            <a:ext cx="6400800" cy="1285802"/>
          </a:xfrm>
          <a:prstGeom prst="rect">
            <a:avLst/>
          </a:prstGeom>
        </p:spPr>
        <p:txBody>
          <a:bodyPr lIns="0" tIns="0" rIns="0" bIns="0"/>
          <a:lstStyle>
            <a:lvl1pPr marL="0" indent="228600">
              <a:buClrTx/>
              <a:buSzTx/>
              <a:buNone/>
              <a:defRPr sz="1400">
                <a:latin typeface="Helvetica Neue"/>
                <a:ea typeface="Helvetica Neue"/>
                <a:cs typeface="Helvetica Neue"/>
                <a:sym typeface="Helvetica Neue"/>
              </a:defRPr>
            </a:lvl1pPr>
            <a:lvl2pPr marL="0" indent="228600">
              <a:buClrTx/>
              <a:buSzTx/>
              <a:buNone/>
              <a:defRPr sz="1400">
                <a:latin typeface="Helvetica Neue"/>
                <a:ea typeface="Helvetica Neue"/>
                <a:cs typeface="Helvetica Neue"/>
                <a:sym typeface="Helvetica Neue"/>
              </a:defRPr>
            </a:lvl2pPr>
            <a:lvl3pPr marL="0" indent="228600">
              <a:buClrTx/>
              <a:buSzTx/>
              <a:buNone/>
              <a:defRPr sz="1400">
                <a:latin typeface="Helvetica Neue"/>
                <a:ea typeface="Helvetica Neue"/>
                <a:cs typeface="Helvetica Neue"/>
                <a:sym typeface="Helvetica Neue"/>
              </a:defRPr>
            </a:lvl3pPr>
            <a:lvl4pPr marL="0" indent="228600">
              <a:buClrTx/>
              <a:buSzTx/>
              <a:buNone/>
              <a:defRPr sz="1400">
                <a:latin typeface="Helvetica Neue"/>
                <a:ea typeface="Helvetica Neue"/>
                <a:cs typeface="Helvetica Neue"/>
                <a:sym typeface="Helvetica Neue"/>
              </a:defRPr>
            </a:lvl4pPr>
            <a:lvl5pPr marL="0" indent="228600">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37"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bg>
      <p:bgPr>
        <a:solidFill>
          <a:srgbClr val="FFFFFF"/>
        </a:solidFill>
      </p:bgPr>
    </p:bg>
    <p:spTree>
      <p:nvGrpSpPr>
        <p:cNvPr id="1" name=""/>
        <p:cNvGrpSpPr/>
        <p:nvPr/>
      </p:nvGrpSpPr>
      <p:grpSpPr>
        <a:xfrm>
          <a:off x="0" y="0"/>
          <a:ext cx="0" cy="0"/>
          <a:chOff x="0" y="0"/>
          <a:chExt cx="0" cy="0"/>
        </a:xfrm>
      </p:grpSpPr>
      <p:pic>
        <p:nvPicPr>
          <p:cNvPr id="1544" name="Google Shape;1378;p33" descr="Google Shape;1378;p3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45" name="Title Text"/>
          <p:cNvSpPr txBox="1"/>
          <p:nvPr>
            <p:ph type="title"/>
          </p:nvPr>
        </p:nvSpPr>
        <p:spPr>
          <a:xfrm>
            <a:off x="783841" y="788363"/>
            <a:ext cx="7576202" cy="2138102"/>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46" name="Body Level One…"/>
          <p:cNvSpPr txBox="1"/>
          <p:nvPr>
            <p:ph type="body" sz="half" idx="1"/>
          </p:nvPr>
        </p:nvSpPr>
        <p:spPr>
          <a:xfrm>
            <a:off x="457200" y="1183005"/>
            <a:ext cx="3977700" cy="3394801"/>
          </a:xfrm>
          <a:prstGeom prst="rect">
            <a:avLst/>
          </a:prstGeom>
        </p:spPr>
        <p:txBody>
          <a:bodyPr lIns="0" tIns="0" rIns="0" bIns="0"/>
          <a:lstStyle>
            <a:lvl1pPr marL="0" indent="228600">
              <a:buClrTx/>
              <a:buSzTx/>
              <a:buNone/>
              <a:defRPr sz="1400">
                <a:latin typeface="Helvetica Neue"/>
                <a:ea typeface="Helvetica Neue"/>
                <a:cs typeface="Helvetica Neue"/>
                <a:sym typeface="Helvetica Neue"/>
              </a:defRPr>
            </a:lvl1pPr>
            <a:lvl2pPr marL="0" indent="228600">
              <a:buClrTx/>
              <a:buSzTx/>
              <a:buNone/>
              <a:defRPr sz="1400">
                <a:latin typeface="Helvetica Neue"/>
                <a:ea typeface="Helvetica Neue"/>
                <a:cs typeface="Helvetica Neue"/>
                <a:sym typeface="Helvetica Neue"/>
              </a:defRPr>
            </a:lvl2pPr>
            <a:lvl3pPr marL="0" indent="228600">
              <a:buClrTx/>
              <a:buSzTx/>
              <a:buNone/>
              <a:defRPr sz="1400">
                <a:latin typeface="Helvetica Neue"/>
                <a:ea typeface="Helvetica Neue"/>
                <a:cs typeface="Helvetica Neue"/>
                <a:sym typeface="Helvetica Neue"/>
              </a:defRPr>
            </a:lvl3pPr>
            <a:lvl4pPr marL="0" indent="228600">
              <a:buClrTx/>
              <a:buSzTx/>
              <a:buNone/>
              <a:defRPr sz="1400">
                <a:latin typeface="Helvetica Neue"/>
                <a:ea typeface="Helvetica Neue"/>
                <a:cs typeface="Helvetica Neue"/>
                <a:sym typeface="Helvetica Neue"/>
              </a:defRPr>
            </a:lvl4pPr>
            <a:lvl5pPr marL="0" indent="228600">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47" name="Google Shape;1411;p38"/>
          <p:cNvSpPr txBox="1"/>
          <p:nvPr>
            <p:ph type="body" sz="half" idx="21"/>
          </p:nvPr>
        </p:nvSpPr>
        <p:spPr>
          <a:xfrm>
            <a:off x="4709159" y="1183003"/>
            <a:ext cx="3977700" cy="3394804"/>
          </a:xfrm>
          <a:prstGeom prst="rect">
            <a:avLst/>
          </a:prstGeom>
        </p:spPr>
        <p:txBody>
          <a:bodyPr lIns="0" tIns="0" rIns="0" bIns="0"/>
          <a:lstStyle/>
          <a:p>
            <a:pPr marL="593271" indent="-453571">
              <a:lnSpc>
                <a:spcPct val="115000"/>
              </a:lnSpc>
              <a:buSzPts val="2000"/>
              <a:buFont typeface="Helvetica"/>
              <a:buChar char="●"/>
              <a:defRPr b="1" sz="2000">
                <a:solidFill>
                  <a:schemeClr val="accent1"/>
                </a:solidFill>
              </a:defRPr>
            </a:pPr>
          </a:p>
        </p:txBody>
      </p:sp>
      <p:sp>
        <p:nvSpPr>
          <p:cNvPr id="1548"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2">
    <p:bg>
      <p:bgPr>
        <a:solidFill>
          <a:srgbClr val="FFFFFF"/>
        </a:solidFill>
      </p:bgPr>
    </p:bg>
    <p:spTree>
      <p:nvGrpSpPr>
        <p:cNvPr id="1" name=""/>
        <p:cNvGrpSpPr/>
        <p:nvPr/>
      </p:nvGrpSpPr>
      <p:grpSpPr>
        <a:xfrm>
          <a:off x="0" y="0"/>
          <a:ext cx="0" cy="0"/>
          <a:chOff x="0" y="0"/>
          <a:chExt cx="0" cy="0"/>
        </a:xfrm>
      </p:grpSpPr>
      <p:pic>
        <p:nvPicPr>
          <p:cNvPr id="1555" name="Google Shape;1378;p33" descr="Google Shape;1378;p3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56" name="Title Text"/>
          <p:cNvSpPr txBox="1"/>
          <p:nvPr>
            <p:ph type="title"/>
          </p:nvPr>
        </p:nvSpPr>
        <p:spPr>
          <a:xfrm>
            <a:off x="5191716" y="3343742"/>
            <a:ext cx="1944903" cy="527702"/>
          </a:xfrm>
          <a:prstGeom prst="rect">
            <a:avLst/>
          </a:prstGeom>
        </p:spPr>
        <p:txBody>
          <a:bodyPr lIns="0" tIns="0" rIns="0" bIns="0"/>
          <a:lstStyle>
            <a:lvl1pPr algn="l">
              <a:defRPr sz="2000">
                <a:solidFill>
                  <a:srgbClr val="4F81BD"/>
                </a:solidFill>
                <a:latin typeface="Verdana"/>
                <a:ea typeface="Verdana"/>
                <a:cs typeface="Verdana"/>
                <a:sym typeface="Verdana"/>
              </a:defRPr>
            </a:lvl1pPr>
          </a:lstStyle>
          <a:p>
            <a:pPr/>
            <a:r>
              <a:t>Title Text</a:t>
            </a:r>
          </a:p>
        </p:txBody>
      </p:sp>
      <p:sp>
        <p:nvSpPr>
          <p:cNvPr id="1557" name="Body Level One…"/>
          <p:cNvSpPr txBox="1"/>
          <p:nvPr>
            <p:ph type="body" sz="quarter" idx="1"/>
          </p:nvPr>
        </p:nvSpPr>
        <p:spPr>
          <a:xfrm>
            <a:off x="5191716" y="3871457"/>
            <a:ext cx="1944903" cy="467702"/>
          </a:xfrm>
          <a:prstGeom prst="rect">
            <a:avLst/>
          </a:prstGeom>
        </p:spPr>
        <p:txBody>
          <a:bodyPr lIns="0" tIns="0" rIns="0" bIns="0" anchor="ctr"/>
          <a:lstStyle>
            <a:lvl1pPr marL="0" indent="228600" algn="ctr">
              <a:buClrTx/>
              <a:buSzTx/>
              <a:buNone/>
              <a:defRPr sz="1400">
                <a:latin typeface="Helvetica Neue"/>
                <a:ea typeface="Helvetica Neue"/>
                <a:cs typeface="Helvetica Neue"/>
                <a:sym typeface="Helvetica Neue"/>
              </a:defRPr>
            </a:lvl1pPr>
            <a:lvl2pPr marL="0" indent="228600" algn="ctr">
              <a:buClrTx/>
              <a:buSzTx/>
              <a:buNone/>
              <a:defRPr sz="1400">
                <a:latin typeface="Helvetica Neue"/>
                <a:ea typeface="Helvetica Neue"/>
                <a:cs typeface="Helvetica Neue"/>
                <a:sym typeface="Helvetica Neue"/>
              </a:defRPr>
            </a:lvl2pPr>
            <a:lvl3pPr marL="0" indent="228600" algn="ctr">
              <a:buClrTx/>
              <a:buSzTx/>
              <a:buNone/>
              <a:defRPr sz="1400">
                <a:latin typeface="Helvetica Neue"/>
                <a:ea typeface="Helvetica Neue"/>
                <a:cs typeface="Helvetica Neue"/>
                <a:sym typeface="Helvetica Neue"/>
              </a:defRPr>
            </a:lvl3pPr>
            <a:lvl4pPr marL="0" indent="228600" algn="ctr">
              <a:buClrTx/>
              <a:buSzTx/>
              <a:buNone/>
              <a:defRPr sz="1400">
                <a:latin typeface="Helvetica Neue"/>
                <a:ea typeface="Helvetica Neue"/>
                <a:cs typeface="Helvetica Neue"/>
                <a:sym typeface="Helvetica Neue"/>
              </a:defRPr>
            </a:lvl4pPr>
            <a:lvl5pPr marL="0" indent="228600" algn="ctr">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grpSp>
        <p:nvGrpSpPr>
          <p:cNvPr id="1565" name="Google Shape;1421;p39"/>
          <p:cNvGrpSpPr/>
          <p:nvPr/>
        </p:nvGrpSpPr>
        <p:grpSpPr>
          <a:xfrm>
            <a:off x="4800605" y="-2897841"/>
            <a:ext cx="8043478" cy="8043429"/>
            <a:chOff x="0" y="0"/>
            <a:chExt cx="8043477" cy="8043427"/>
          </a:xfrm>
        </p:grpSpPr>
        <p:sp>
          <p:nvSpPr>
            <p:cNvPr id="1558" name="Google Shape;1422;p39"/>
            <p:cNvSpPr/>
            <p:nvPr/>
          </p:nvSpPr>
          <p:spPr>
            <a:xfrm>
              <a:off x="0" y="-1"/>
              <a:ext cx="8043478" cy="80434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59" name="Google Shape;1423;p39"/>
            <p:cNvSpPr/>
            <p:nvPr/>
          </p:nvSpPr>
          <p:spPr>
            <a:xfrm>
              <a:off x="546373" y="545600"/>
              <a:ext cx="6950729" cy="69514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0" name="Google Shape;1424;p39"/>
            <p:cNvSpPr/>
            <p:nvPr/>
          </p:nvSpPr>
          <p:spPr>
            <a:xfrm>
              <a:off x="1091975" y="1091950"/>
              <a:ext cx="5859528" cy="5860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1" name="Google Shape;1425;p39"/>
            <p:cNvSpPr/>
            <p:nvPr/>
          </p:nvSpPr>
          <p:spPr>
            <a:xfrm>
              <a:off x="1637574" y="1637550"/>
              <a:ext cx="4768327" cy="476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2" name="Google Shape;1426;p39"/>
            <p:cNvSpPr/>
            <p:nvPr/>
          </p:nvSpPr>
          <p:spPr>
            <a:xfrm>
              <a:off x="2183949" y="2183926"/>
              <a:ext cx="3675604" cy="36755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3" name="Google Shape;1427;p39"/>
            <p:cNvSpPr/>
            <p:nvPr/>
          </p:nvSpPr>
          <p:spPr>
            <a:xfrm>
              <a:off x="2730299" y="2731050"/>
              <a:ext cx="2583628" cy="258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4" name="Google Shape;1428;p39"/>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578" name="Google Shape;1429;p39"/>
          <p:cNvGrpSpPr/>
          <p:nvPr/>
        </p:nvGrpSpPr>
        <p:grpSpPr>
          <a:xfrm>
            <a:off x="8689233" y="737266"/>
            <a:ext cx="232347" cy="974435"/>
            <a:chOff x="0" y="0"/>
            <a:chExt cx="232345" cy="974433"/>
          </a:xfrm>
        </p:grpSpPr>
        <p:sp>
          <p:nvSpPr>
            <p:cNvPr id="1566" name="Google Shape;1430;p39"/>
            <p:cNvSpPr/>
            <p:nvPr/>
          </p:nvSpPr>
          <p:spPr>
            <a:xfrm>
              <a:off x="141424" y="-1"/>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7" name="Google Shape;1431;p39"/>
            <p:cNvSpPr/>
            <p:nvPr/>
          </p:nvSpPr>
          <p:spPr>
            <a:xfrm>
              <a:off x="141424" y="18261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8" name="Google Shape;1432;p39"/>
            <p:cNvSpPr/>
            <p:nvPr/>
          </p:nvSpPr>
          <p:spPr>
            <a:xfrm>
              <a:off x="141424" y="365220"/>
              <a:ext cx="90922"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69" name="Google Shape;1433;p39"/>
            <p:cNvSpPr/>
            <p:nvPr/>
          </p:nvSpPr>
          <p:spPr>
            <a:xfrm>
              <a:off x="0" y="-1"/>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0" name="Google Shape;1434;p39"/>
            <p:cNvSpPr/>
            <p:nvPr/>
          </p:nvSpPr>
          <p:spPr>
            <a:xfrm>
              <a:off x="0" y="182610"/>
              <a:ext cx="91714" cy="91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1" name="Google Shape;1435;p39"/>
            <p:cNvSpPr/>
            <p:nvPr/>
          </p:nvSpPr>
          <p:spPr>
            <a:xfrm>
              <a:off x="0" y="364450"/>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2" name="Google Shape;1436;p39"/>
            <p:cNvSpPr/>
            <p:nvPr/>
          </p:nvSpPr>
          <p:spPr>
            <a:xfrm>
              <a:off x="141424" y="518292"/>
              <a:ext cx="90922"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3" name="Google Shape;1437;p39"/>
            <p:cNvSpPr/>
            <p:nvPr/>
          </p:nvSpPr>
          <p:spPr>
            <a:xfrm>
              <a:off x="141424" y="700132"/>
              <a:ext cx="90922"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4" name="Google Shape;1438;p39"/>
            <p:cNvSpPr/>
            <p:nvPr/>
          </p:nvSpPr>
          <p:spPr>
            <a:xfrm>
              <a:off x="141424" y="882742"/>
              <a:ext cx="9092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5" name="Google Shape;1439;p39"/>
            <p:cNvSpPr/>
            <p:nvPr/>
          </p:nvSpPr>
          <p:spPr>
            <a:xfrm>
              <a:off x="0" y="518292"/>
              <a:ext cx="91714" cy="90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6" name="Google Shape;1440;p39"/>
            <p:cNvSpPr/>
            <p:nvPr/>
          </p:nvSpPr>
          <p:spPr>
            <a:xfrm>
              <a:off x="0" y="699364"/>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77" name="Google Shape;1441;p39"/>
            <p:cNvSpPr/>
            <p:nvPr/>
          </p:nvSpPr>
          <p:spPr>
            <a:xfrm>
              <a:off x="0" y="881973"/>
              <a:ext cx="91714"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583" name="Google Shape;1442;p39"/>
          <p:cNvGrpSpPr/>
          <p:nvPr/>
        </p:nvGrpSpPr>
        <p:grpSpPr>
          <a:xfrm>
            <a:off x="7782583" y="4327681"/>
            <a:ext cx="648308" cy="649188"/>
            <a:chOff x="0" y="0"/>
            <a:chExt cx="648307" cy="649186"/>
          </a:xfrm>
        </p:grpSpPr>
        <p:sp>
          <p:nvSpPr>
            <p:cNvPr id="1579" name="Google Shape;1443;p39"/>
            <p:cNvSpPr/>
            <p:nvPr/>
          </p:nvSpPr>
          <p:spPr>
            <a:xfrm>
              <a:off x="0" y="-1"/>
              <a:ext cx="235469"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0" name="Google Shape;1444;p39"/>
            <p:cNvSpPr/>
            <p:nvPr/>
          </p:nvSpPr>
          <p:spPr>
            <a:xfrm>
              <a:off x="134828" y="133905"/>
              <a:ext cx="166237" cy="1661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1" name="Google Shape;1445;p39"/>
            <p:cNvSpPr/>
            <p:nvPr/>
          </p:nvSpPr>
          <p:spPr>
            <a:xfrm>
              <a:off x="546691" y="133905"/>
              <a:ext cx="101617" cy="1015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2" name="Google Shape;1446;p39"/>
            <p:cNvSpPr/>
            <p:nvPr/>
          </p:nvSpPr>
          <p:spPr>
            <a:xfrm>
              <a:off x="271501" y="510665"/>
              <a:ext cx="138515" cy="13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584" name="Google Shape;1447;p39"/>
          <p:cNvSpPr/>
          <p:nvPr/>
        </p:nvSpPr>
        <p:spPr>
          <a:xfrm>
            <a:off x="305568" y="3409098"/>
            <a:ext cx="462361"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
        <p:nvSpPr>
          <p:cNvPr id="1585" name="Google Shape;1448;p39"/>
          <p:cNvSpPr/>
          <p:nvPr/>
        </p:nvSpPr>
        <p:spPr>
          <a:xfrm>
            <a:off x="8656804" y="3631260"/>
            <a:ext cx="171636"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000000"/>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1591" name="Google Shape;1449;p39"/>
          <p:cNvGrpSpPr/>
          <p:nvPr/>
        </p:nvGrpSpPr>
        <p:grpSpPr>
          <a:xfrm>
            <a:off x="218672" y="488914"/>
            <a:ext cx="355672" cy="1888160"/>
            <a:chOff x="0" y="0"/>
            <a:chExt cx="355670" cy="1888159"/>
          </a:xfrm>
        </p:grpSpPr>
        <p:sp>
          <p:nvSpPr>
            <p:cNvPr id="1586" name="Google Shape;1450;p39"/>
            <p:cNvSpPr/>
            <p:nvPr/>
          </p:nvSpPr>
          <p:spPr>
            <a:xfrm>
              <a:off x="99506" y="0"/>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7" name="Google Shape;1451;p39"/>
            <p:cNvSpPr/>
            <p:nvPr/>
          </p:nvSpPr>
          <p:spPr>
            <a:xfrm>
              <a:off x="-1" y="97683"/>
              <a:ext cx="21285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8" name="Google Shape;1452;p39"/>
            <p:cNvSpPr/>
            <p:nvPr/>
          </p:nvSpPr>
          <p:spPr>
            <a:xfrm>
              <a:off x="200692" y="241805"/>
              <a:ext cx="150226"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89" name="Google Shape;1453;p39"/>
            <p:cNvSpPr/>
            <p:nvPr/>
          </p:nvSpPr>
          <p:spPr>
            <a:xfrm>
              <a:off x="126241" y="1667931"/>
              <a:ext cx="69093"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90" name="Google Shape;1454;p39"/>
            <p:cNvSpPr/>
            <p:nvPr/>
          </p:nvSpPr>
          <p:spPr>
            <a:xfrm>
              <a:off x="269977" y="1802466"/>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596" name="Google Shape;1455;p39"/>
          <p:cNvGrpSpPr/>
          <p:nvPr/>
        </p:nvGrpSpPr>
        <p:grpSpPr>
          <a:xfrm>
            <a:off x="786210" y="4277085"/>
            <a:ext cx="609544" cy="583578"/>
            <a:chOff x="0" y="0"/>
            <a:chExt cx="609542" cy="583576"/>
          </a:xfrm>
        </p:grpSpPr>
        <p:sp>
          <p:nvSpPr>
            <p:cNvPr id="1592" name="Google Shape;1456;p39"/>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93" name="Google Shape;1457;p39"/>
            <p:cNvSpPr/>
            <p:nvPr/>
          </p:nvSpPr>
          <p:spPr>
            <a:xfrm>
              <a:off x="230298" y="407505"/>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94" name="Google Shape;1458;p39"/>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95" name="Google Shape;1459;p39"/>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603" name="Google Shape;1460;p39"/>
          <p:cNvGrpSpPr/>
          <p:nvPr/>
        </p:nvGrpSpPr>
        <p:grpSpPr>
          <a:xfrm>
            <a:off x="7227283" y="329755"/>
            <a:ext cx="518247" cy="328057"/>
            <a:chOff x="-1" y="0"/>
            <a:chExt cx="518245" cy="328055"/>
          </a:xfrm>
        </p:grpSpPr>
        <p:sp>
          <p:nvSpPr>
            <p:cNvPr id="1597" name="Google Shape;1461;p39"/>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602" name="Google Shape;1462;p39"/>
            <p:cNvGrpSpPr/>
            <p:nvPr/>
          </p:nvGrpSpPr>
          <p:grpSpPr>
            <a:xfrm>
              <a:off x="-2" y="-1"/>
              <a:ext cx="518247" cy="328057"/>
              <a:chOff x="0" y="0"/>
              <a:chExt cx="518245" cy="328055"/>
            </a:xfrm>
          </p:grpSpPr>
          <p:sp>
            <p:nvSpPr>
              <p:cNvPr id="1598" name="Google Shape;1463;p39"/>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99" name="Google Shape;1464;p39"/>
              <p:cNvSpPr/>
              <p:nvPr/>
            </p:nvSpPr>
            <p:spPr>
              <a:xfrm>
                <a:off x="274063" y="242359"/>
                <a:ext cx="8475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00" name="Google Shape;1465;p39"/>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01" name="Google Shape;1466;p39"/>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16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gradFill flip="none" rotWithShape="1">
          <a:gsLst>
            <a:gs pos="0">
              <a:srgbClr val="0D092A"/>
            </a:gs>
            <a:gs pos="100000">
              <a:srgbClr val="3333B8"/>
            </a:gs>
          </a:gsLst>
          <a:lin ang="18900044" scaled="0"/>
        </a:gradFill>
      </p:bgPr>
    </p:bg>
    <p:spTree>
      <p:nvGrpSpPr>
        <p:cNvPr id="1" name=""/>
        <p:cNvGrpSpPr/>
        <p:nvPr/>
      </p:nvGrpSpPr>
      <p:grpSpPr>
        <a:xfrm>
          <a:off x="0" y="0"/>
          <a:ext cx="0" cy="0"/>
          <a:chOff x="0" y="0"/>
          <a:chExt cx="0" cy="0"/>
        </a:xfrm>
      </p:grpSpPr>
      <p:sp>
        <p:nvSpPr>
          <p:cNvPr id="2" name="Title Text"/>
          <p:cNvSpPr txBox="1"/>
          <p:nvPr>
            <p:ph type="title"/>
          </p:nvPr>
        </p:nvSpPr>
        <p:spPr>
          <a:xfrm>
            <a:off x="719998" y="539400"/>
            <a:ext cx="7704003" cy="478200"/>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p>
            <a:pPr/>
            <a:r>
              <a:t>Title Text</a:t>
            </a:r>
          </a:p>
        </p:txBody>
      </p:sp>
      <p:sp>
        <p:nvSpPr>
          <p:cNvPr id="3" name="Body Level One…"/>
          <p:cNvSpPr txBox="1"/>
          <p:nvPr>
            <p:ph type="body" idx="1"/>
          </p:nvPr>
        </p:nvSpPr>
        <p:spPr>
          <a:xfrm>
            <a:off x="719998" y="1215750"/>
            <a:ext cx="7704003" cy="478200"/>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grpSp>
        <p:nvGrpSpPr>
          <p:cNvPr id="11" name="Google Shape;100;p4"/>
          <p:cNvGrpSpPr/>
          <p:nvPr/>
        </p:nvGrpSpPr>
        <p:grpSpPr>
          <a:xfrm>
            <a:off x="4906538" y="-5017452"/>
            <a:ext cx="8043478" cy="8043428"/>
            <a:chOff x="0" y="0"/>
            <a:chExt cx="8043477" cy="8043426"/>
          </a:xfrm>
        </p:grpSpPr>
        <p:sp>
          <p:nvSpPr>
            <p:cNvPr id="4" name="Google Shape;101;p4"/>
            <p:cNvSpPr/>
            <p:nvPr/>
          </p:nvSpPr>
          <p:spPr>
            <a:xfrm>
              <a:off x="0" y="-1"/>
              <a:ext cx="8043478" cy="8043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5" name="Google Shape;102;p4"/>
            <p:cNvSpPr/>
            <p:nvPr/>
          </p:nvSpPr>
          <p:spPr>
            <a:xfrm>
              <a:off x="546373" y="545600"/>
              <a:ext cx="6950729" cy="6951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6" name="Google Shape;103;p4"/>
            <p:cNvSpPr/>
            <p:nvPr/>
          </p:nvSpPr>
          <p:spPr>
            <a:xfrm>
              <a:off x="1091975" y="1091950"/>
              <a:ext cx="5859528" cy="5860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7" name="Google Shape;104;p4"/>
            <p:cNvSpPr/>
            <p:nvPr/>
          </p:nvSpPr>
          <p:spPr>
            <a:xfrm>
              <a:off x="1637574" y="1637550"/>
              <a:ext cx="4768327" cy="4768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8" name="Google Shape;105;p4"/>
            <p:cNvSpPr/>
            <p:nvPr/>
          </p:nvSpPr>
          <p:spPr>
            <a:xfrm>
              <a:off x="2183949" y="2183926"/>
              <a:ext cx="3675604" cy="3675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9" name="Google Shape;106;p4"/>
            <p:cNvSpPr/>
            <p:nvPr/>
          </p:nvSpPr>
          <p:spPr>
            <a:xfrm>
              <a:off x="2730299" y="2731050"/>
              <a:ext cx="2583628" cy="258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0" name="Google Shape;107;p4"/>
            <p:cNvSpPr/>
            <p:nvPr/>
          </p:nvSpPr>
          <p:spPr>
            <a:xfrm>
              <a:off x="3275149" y="3275125"/>
              <a:ext cx="1493178" cy="1493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6" name="Google Shape;108;p4"/>
          <p:cNvGrpSpPr/>
          <p:nvPr/>
        </p:nvGrpSpPr>
        <p:grpSpPr>
          <a:xfrm>
            <a:off x="551185" y="193699"/>
            <a:ext cx="609544" cy="583576"/>
            <a:chOff x="0" y="0"/>
            <a:chExt cx="609542" cy="583575"/>
          </a:xfrm>
        </p:grpSpPr>
        <p:sp>
          <p:nvSpPr>
            <p:cNvPr id="12" name="Google Shape;109;p4"/>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3" name="Google Shape;110;p4"/>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4" name="Google Shape;111;p4"/>
            <p:cNvSpPr/>
            <p:nvPr/>
          </p:nvSpPr>
          <p:spPr>
            <a:xfrm>
              <a:off x="445881"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5" name="Google Shape;112;p4"/>
            <p:cNvSpPr/>
            <p:nvPr/>
          </p:nvSpPr>
          <p:spPr>
            <a:xfrm>
              <a:off x="-1"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0" name="Google Shape;113;p4"/>
          <p:cNvGrpSpPr/>
          <p:nvPr/>
        </p:nvGrpSpPr>
        <p:grpSpPr>
          <a:xfrm>
            <a:off x="152189" y="4457163"/>
            <a:ext cx="631788" cy="457730"/>
            <a:chOff x="0" y="0"/>
            <a:chExt cx="631786" cy="457728"/>
          </a:xfrm>
        </p:grpSpPr>
        <p:sp>
          <p:nvSpPr>
            <p:cNvPr id="17" name="Google Shape;114;p4"/>
            <p:cNvSpPr/>
            <p:nvPr/>
          </p:nvSpPr>
          <p:spPr>
            <a:xfrm>
              <a:off x="490027" y="-1"/>
              <a:ext cx="141760"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 name="Google Shape;115;p4"/>
            <p:cNvSpPr/>
            <p:nvPr/>
          </p:nvSpPr>
          <p:spPr>
            <a:xfrm>
              <a:off x="-1" y="125681"/>
              <a:ext cx="257551"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 name="Google Shape;116;p4"/>
            <p:cNvSpPr/>
            <p:nvPr/>
          </p:nvSpPr>
          <p:spPr>
            <a:xfrm>
              <a:off x="154803" y="280491"/>
              <a:ext cx="177230"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9" name="Google Shape;117;p4"/>
          <p:cNvGrpSpPr/>
          <p:nvPr/>
        </p:nvGrpSpPr>
        <p:grpSpPr>
          <a:xfrm>
            <a:off x="4175389" y="164776"/>
            <a:ext cx="4700237" cy="4838889"/>
            <a:chOff x="0" y="0"/>
            <a:chExt cx="4700236" cy="4838887"/>
          </a:xfrm>
        </p:grpSpPr>
        <p:sp>
          <p:nvSpPr>
            <p:cNvPr id="21" name="Google Shape;118;p4"/>
            <p:cNvSpPr/>
            <p:nvPr/>
          </p:nvSpPr>
          <p:spPr>
            <a:xfrm>
              <a:off x="4356467" y="0"/>
              <a:ext cx="15665"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 name="Google Shape;119;p4"/>
            <p:cNvSpPr/>
            <p:nvPr/>
          </p:nvSpPr>
          <p:spPr>
            <a:xfrm>
              <a:off x="4256959" y="97683"/>
              <a:ext cx="212853" cy="15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3" name="Google Shape;120;p4"/>
            <p:cNvSpPr/>
            <p:nvPr/>
          </p:nvSpPr>
          <p:spPr>
            <a:xfrm>
              <a:off x="4457652" y="241804"/>
              <a:ext cx="150225" cy="160918"/>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4" name="Google Shape;121;p4"/>
            <p:cNvSpPr/>
            <p:nvPr/>
          </p:nvSpPr>
          <p:spPr>
            <a:xfrm>
              <a:off x="4615453" y="4408470"/>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5" name="Google Shape;122;p4"/>
            <p:cNvSpPr/>
            <p:nvPr/>
          </p:nvSpPr>
          <p:spPr>
            <a:xfrm>
              <a:off x="4491968" y="4062685"/>
              <a:ext cx="171635" cy="191305"/>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6" name="Google Shape;123;p4"/>
            <p:cNvSpPr/>
            <p:nvPr/>
          </p:nvSpPr>
          <p:spPr>
            <a:xfrm>
              <a:off x="0" y="4769768"/>
              <a:ext cx="69092"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7" name="Google Shape;124;p4"/>
            <p:cNvSpPr/>
            <p:nvPr/>
          </p:nvSpPr>
          <p:spPr>
            <a:xfrm>
              <a:off x="4356461" y="4294316"/>
              <a:ext cx="85695" cy="85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8" name="Google Shape;125;p4"/>
            <p:cNvSpPr/>
            <p:nvPr/>
          </p:nvSpPr>
          <p:spPr>
            <a:xfrm rot="16200000">
              <a:off x="122846" y="4590088"/>
              <a:ext cx="191065" cy="171636"/>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30" name="Slide Number"/>
          <p:cNvSpPr txBox="1"/>
          <p:nvPr>
            <p:ph type="sldNum" sz="quarter" idx="2"/>
          </p:nvPr>
        </p:nvSpPr>
        <p:spPr>
          <a:xfrm>
            <a:off x="6279546" y="4635136"/>
            <a:ext cx="273654" cy="264253"/>
          </a:xfrm>
          <a:prstGeom prst="rect">
            <a:avLst/>
          </a:prstGeom>
          <a:ln w="12700">
            <a:miter lim="400000"/>
          </a:ln>
        </p:spPr>
        <p:txBody>
          <a:bodyPr wrap="none" lIns="45718" tIns="45718" rIns="45718" bIns="45718" anchor="ctr">
            <a:spAutoFit/>
          </a:bodyPr>
          <a:lstStyle>
            <a:lvl1pPr algn="r">
              <a:lnSpc>
                <a:spcPct val="100000"/>
              </a:lnSpc>
              <a:defRPr b="0" sz="1200">
                <a:solidFill>
                  <a:srgbClr val="000000"/>
                </a:solidFill>
                <a:latin typeface="+mn-lt"/>
                <a:ea typeface="+mn-ea"/>
                <a:cs typeface="+mn-cs"/>
                <a:sym typeface="Arial"/>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1pPr>
      <a:lvl2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2pPr>
      <a:lvl3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3pPr>
      <a:lvl4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4pPr>
      <a:lvl5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5pPr>
      <a:lvl6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6pPr>
      <a:lvl7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7pPr>
      <a:lvl8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8pPr>
      <a:lvl9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9pPr>
    </p:titleStyle>
    <p:bodyStyle>
      <a:lvl1pPr marL="457200" marR="0" indent="-304800" algn="l" defTabSz="914400" rtl="0" latinLnBrk="0">
        <a:lnSpc>
          <a:spcPct val="100000"/>
        </a:lnSpc>
        <a:spcBef>
          <a:spcPts val="0"/>
        </a:spcBef>
        <a:spcAft>
          <a:spcPts val="0"/>
        </a:spcAft>
        <a:buClr>
          <a:srgbClr val="FFFFFF"/>
        </a:buClr>
        <a:buSzPts val="1200"/>
        <a:buFontTx/>
        <a:buAutoNum type="arabicPeriod" startAt="1"/>
        <a:tabLst/>
        <a:defRPr b="0" baseline="0" cap="none" i="0" spc="0" strike="noStrike" sz="1200" u="none">
          <a:solidFill>
            <a:srgbClr val="FFFFFF"/>
          </a:solidFill>
          <a:uFillTx/>
          <a:latin typeface="Archivo Light"/>
          <a:ea typeface="Archivo Light"/>
          <a:cs typeface="Archivo Light"/>
          <a:sym typeface="Archivo Light"/>
        </a:defRPr>
      </a:lvl1pPr>
      <a:lvl2pPr marL="870857" marR="0" indent="-261257" algn="l" defTabSz="914400" rtl="0" latinLnBrk="0">
        <a:lnSpc>
          <a:spcPct val="100000"/>
        </a:lnSpc>
        <a:spcBef>
          <a:spcPts val="0"/>
        </a:spcBef>
        <a:spcAft>
          <a:spcPts val="0"/>
        </a:spcAft>
        <a:buClr>
          <a:srgbClr val="FFFFFF"/>
        </a:buClr>
        <a:buSzPts val="1200"/>
        <a:buFontTx/>
        <a:buAutoNum type="alphaLcPeriod" startAt="1"/>
        <a:tabLst/>
        <a:defRPr b="0" baseline="0" cap="none" i="0" spc="0" strike="noStrike" sz="1200" u="none">
          <a:solidFill>
            <a:srgbClr val="FFFFFF"/>
          </a:solidFill>
          <a:uFillTx/>
          <a:latin typeface="Archivo Light"/>
          <a:ea typeface="Archivo Light"/>
          <a:cs typeface="Archivo Light"/>
          <a:sym typeface="Archivo Light"/>
        </a:defRPr>
      </a:lvl2pPr>
      <a:lvl3pPr marL="1328057" marR="0" indent="-261257" algn="l" defTabSz="914400" rtl="0" latinLnBrk="0">
        <a:lnSpc>
          <a:spcPct val="100000"/>
        </a:lnSpc>
        <a:spcBef>
          <a:spcPts val="0"/>
        </a:spcBef>
        <a:spcAft>
          <a:spcPts val="0"/>
        </a:spcAft>
        <a:buClr>
          <a:srgbClr val="FFFFFF"/>
        </a:buClr>
        <a:buSzPts val="1200"/>
        <a:buFontTx/>
        <a:buAutoNum type="romanLcPeriod" startAt="1"/>
        <a:tabLst/>
        <a:defRPr b="0" baseline="0" cap="none" i="0" spc="0" strike="noStrike" sz="1200" u="none">
          <a:solidFill>
            <a:srgbClr val="FFFFFF"/>
          </a:solidFill>
          <a:uFillTx/>
          <a:latin typeface="Archivo Light"/>
          <a:ea typeface="Archivo Light"/>
          <a:cs typeface="Archivo Light"/>
          <a:sym typeface="Archivo Light"/>
        </a:defRPr>
      </a:lvl3pPr>
      <a:lvl4pPr marL="1785256" marR="0" indent="-261257" algn="l" defTabSz="914400" rtl="0" latinLnBrk="0">
        <a:lnSpc>
          <a:spcPct val="100000"/>
        </a:lnSpc>
        <a:spcBef>
          <a:spcPts val="0"/>
        </a:spcBef>
        <a:spcAft>
          <a:spcPts val="0"/>
        </a:spcAft>
        <a:buClr>
          <a:srgbClr val="FFFFFF"/>
        </a:buClr>
        <a:buSzPts val="1200"/>
        <a:buFontTx/>
        <a:buAutoNum type="arabicPeriod" startAt="1"/>
        <a:tabLst/>
        <a:defRPr b="0" baseline="0" cap="none" i="0" spc="0" strike="noStrike" sz="1200" u="none">
          <a:solidFill>
            <a:srgbClr val="FFFFFF"/>
          </a:solidFill>
          <a:uFillTx/>
          <a:latin typeface="Archivo Light"/>
          <a:ea typeface="Archivo Light"/>
          <a:cs typeface="Archivo Light"/>
          <a:sym typeface="Archivo Light"/>
        </a:defRPr>
      </a:lvl4pPr>
      <a:lvl5pPr marL="2242456" marR="0" indent="-261256" algn="l" defTabSz="914400" rtl="0" latinLnBrk="0">
        <a:lnSpc>
          <a:spcPct val="100000"/>
        </a:lnSpc>
        <a:spcBef>
          <a:spcPts val="0"/>
        </a:spcBef>
        <a:spcAft>
          <a:spcPts val="0"/>
        </a:spcAft>
        <a:buClr>
          <a:srgbClr val="FFFFFF"/>
        </a:buClr>
        <a:buSzPts val="1200"/>
        <a:buFontTx/>
        <a:buAutoNum type="alphaLcPeriod" startAt="1"/>
        <a:tabLst/>
        <a:defRPr b="0" baseline="0" cap="none" i="0" spc="0" strike="noStrike" sz="1200" u="none">
          <a:solidFill>
            <a:srgbClr val="FFFFFF"/>
          </a:solidFill>
          <a:uFillTx/>
          <a:latin typeface="Archivo Light"/>
          <a:ea typeface="Archivo Light"/>
          <a:cs typeface="Archivo Light"/>
          <a:sym typeface="Archivo Light"/>
        </a:defRPr>
      </a:lvl5pPr>
      <a:lvl6pPr marL="26978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6pPr>
      <a:lvl7pPr marL="31550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7pPr>
      <a:lvl8pPr marL="36122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8pPr>
      <a:lvl9pPr marL="4069442" marR="0" indent="-272142"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image" Target="../media/image2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7.png"/><Relationship Id="rId3" Type="http://schemas.openxmlformats.org/officeDocument/2006/relationships/image" Target="../media/image1.jpe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29.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760" name="Group"/>
          <p:cNvGrpSpPr/>
          <p:nvPr/>
        </p:nvGrpSpPr>
        <p:grpSpPr>
          <a:xfrm>
            <a:off x="4868082" y="-183185"/>
            <a:ext cx="4308998" cy="5629192"/>
            <a:chOff x="0" y="0"/>
            <a:chExt cx="4308997" cy="5629190"/>
          </a:xfrm>
        </p:grpSpPr>
        <p:sp>
          <p:nvSpPr>
            <p:cNvPr id="1613" name="Google Shape;1474;p40"/>
            <p:cNvSpPr/>
            <p:nvPr/>
          </p:nvSpPr>
          <p:spPr>
            <a:xfrm>
              <a:off x="10764" y="557218"/>
              <a:ext cx="875128" cy="1060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7" y="0"/>
                  </a:moveTo>
                  <a:cubicBezTo>
                    <a:pt x="764" y="0"/>
                    <a:pt x="0" y="686"/>
                    <a:pt x="0" y="1543"/>
                  </a:cubicBezTo>
                  <a:lnTo>
                    <a:pt x="0" y="20079"/>
                  </a:lnTo>
                  <a:cubicBezTo>
                    <a:pt x="0" y="20915"/>
                    <a:pt x="718" y="21600"/>
                    <a:pt x="1667" y="21600"/>
                  </a:cubicBezTo>
                  <a:lnTo>
                    <a:pt x="19910" y="21600"/>
                  </a:lnTo>
                  <a:cubicBezTo>
                    <a:pt x="20837" y="21600"/>
                    <a:pt x="21600" y="20915"/>
                    <a:pt x="21600" y="20079"/>
                  </a:cubicBezTo>
                  <a:lnTo>
                    <a:pt x="21600" y="1543"/>
                  </a:lnTo>
                  <a:cubicBezTo>
                    <a:pt x="21600" y="707"/>
                    <a:pt x="20882" y="0"/>
                    <a:pt x="19957"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14" name="Google Shape;1475;p40"/>
            <p:cNvSpPr/>
            <p:nvPr/>
          </p:nvSpPr>
          <p:spPr>
            <a:xfrm>
              <a:off x="55784" y="513022"/>
              <a:ext cx="874200" cy="10606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46" y="0"/>
                  </a:moveTo>
                  <a:cubicBezTo>
                    <a:pt x="742" y="0"/>
                    <a:pt x="0" y="664"/>
                    <a:pt x="0" y="1522"/>
                  </a:cubicBezTo>
                  <a:lnTo>
                    <a:pt x="0" y="20058"/>
                  </a:lnTo>
                  <a:cubicBezTo>
                    <a:pt x="0" y="20893"/>
                    <a:pt x="718" y="21600"/>
                    <a:pt x="1646" y="21600"/>
                  </a:cubicBezTo>
                  <a:lnTo>
                    <a:pt x="19955" y="21600"/>
                  </a:lnTo>
                  <a:cubicBezTo>
                    <a:pt x="20859" y="21600"/>
                    <a:pt x="21600" y="20893"/>
                    <a:pt x="21600" y="20058"/>
                  </a:cubicBezTo>
                  <a:lnTo>
                    <a:pt x="21600" y="1522"/>
                  </a:lnTo>
                  <a:cubicBezTo>
                    <a:pt x="21600" y="686"/>
                    <a:pt x="20882" y="0"/>
                    <a:pt x="19955"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15" name="Google Shape;1476;p40"/>
            <p:cNvSpPr/>
            <p:nvPr/>
          </p:nvSpPr>
          <p:spPr>
            <a:xfrm>
              <a:off x="128024" y="617216"/>
              <a:ext cx="323597" cy="851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007" y="0"/>
                  </a:moveTo>
                  <a:cubicBezTo>
                    <a:pt x="1815" y="0"/>
                    <a:pt x="0" y="774"/>
                    <a:pt x="0" y="1682"/>
                  </a:cubicBezTo>
                  <a:lnTo>
                    <a:pt x="0" y="19891"/>
                  </a:lnTo>
                  <a:cubicBezTo>
                    <a:pt x="0" y="20825"/>
                    <a:pt x="1815" y="21600"/>
                    <a:pt x="4007" y="21600"/>
                  </a:cubicBezTo>
                  <a:lnTo>
                    <a:pt x="17657" y="21600"/>
                  </a:lnTo>
                  <a:cubicBezTo>
                    <a:pt x="19847" y="21600"/>
                    <a:pt x="21538" y="20825"/>
                    <a:pt x="21600" y="19891"/>
                  </a:cubicBezTo>
                  <a:lnTo>
                    <a:pt x="21600" y="1682"/>
                  </a:lnTo>
                  <a:cubicBezTo>
                    <a:pt x="21600" y="748"/>
                    <a:pt x="19847" y="0"/>
                    <a:pt x="1765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16" name="Google Shape;1477;p40"/>
            <p:cNvSpPr/>
            <p:nvPr/>
          </p:nvSpPr>
          <p:spPr>
            <a:xfrm>
              <a:off x="525719" y="669834"/>
              <a:ext cx="331105" cy="157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0" y="0"/>
                  </a:moveTo>
                  <a:cubicBezTo>
                    <a:pt x="246" y="0"/>
                    <a:pt x="0" y="5746"/>
                    <a:pt x="0" y="10066"/>
                  </a:cubicBezTo>
                  <a:cubicBezTo>
                    <a:pt x="0" y="15811"/>
                    <a:pt x="246" y="21600"/>
                    <a:pt x="490" y="21600"/>
                  </a:cubicBezTo>
                  <a:lnTo>
                    <a:pt x="21110" y="21600"/>
                  </a:lnTo>
                  <a:cubicBezTo>
                    <a:pt x="21356" y="21600"/>
                    <a:pt x="21600" y="17280"/>
                    <a:pt x="21600" y="10066"/>
                  </a:cubicBezTo>
                  <a:cubicBezTo>
                    <a:pt x="21600" y="4320"/>
                    <a:pt x="21356" y="0"/>
                    <a:pt x="2111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17" name="Google Shape;1478;p40"/>
            <p:cNvSpPr/>
            <p:nvPr/>
          </p:nvSpPr>
          <p:spPr>
            <a:xfrm>
              <a:off x="525719" y="771884"/>
              <a:ext cx="331105" cy="158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0" y="0"/>
                  </a:moveTo>
                  <a:cubicBezTo>
                    <a:pt x="246" y="0"/>
                    <a:pt x="0" y="5777"/>
                    <a:pt x="0" y="11511"/>
                  </a:cubicBezTo>
                  <a:cubicBezTo>
                    <a:pt x="0" y="17246"/>
                    <a:pt x="246" y="21600"/>
                    <a:pt x="490" y="21600"/>
                  </a:cubicBezTo>
                  <a:lnTo>
                    <a:pt x="21110" y="21600"/>
                  </a:lnTo>
                  <a:cubicBezTo>
                    <a:pt x="21356" y="21600"/>
                    <a:pt x="21600" y="18711"/>
                    <a:pt x="21600" y="11511"/>
                  </a:cubicBezTo>
                  <a:cubicBezTo>
                    <a:pt x="21600" y="5777"/>
                    <a:pt x="21356" y="0"/>
                    <a:pt x="2111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18" name="Google Shape;1479;p40"/>
            <p:cNvSpPr/>
            <p:nvPr/>
          </p:nvSpPr>
          <p:spPr>
            <a:xfrm>
              <a:off x="525719" y="875006"/>
              <a:ext cx="331105" cy="158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0" y="0"/>
                  </a:moveTo>
                  <a:cubicBezTo>
                    <a:pt x="246" y="0"/>
                    <a:pt x="0" y="5777"/>
                    <a:pt x="0" y="10089"/>
                  </a:cubicBezTo>
                  <a:cubicBezTo>
                    <a:pt x="0" y="15823"/>
                    <a:pt x="246" y="21600"/>
                    <a:pt x="490" y="21600"/>
                  </a:cubicBezTo>
                  <a:lnTo>
                    <a:pt x="21110" y="21600"/>
                  </a:lnTo>
                  <a:cubicBezTo>
                    <a:pt x="21356" y="21600"/>
                    <a:pt x="21600" y="17246"/>
                    <a:pt x="21600" y="10089"/>
                  </a:cubicBezTo>
                  <a:cubicBezTo>
                    <a:pt x="21600" y="4311"/>
                    <a:pt x="21356" y="0"/>
                    <a:pt x="2111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19" name="Google Shape;1480;p40"/>
            <p:cNvSpPr/>
            <p:nvPr/>
          </p:nvSpPr>
          <p:spPr>
            <a:xfrm>
              <a:off x="2354459" y="1661853"/>
              <a:ext cx="786945" cy="10406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76" y="0"/>
                  </a:moveTo>
                  <a:cubicBezTo>
                    <a:pt x="798" y="0"/>
                    <a:pt x="0" y="699"/>
                    <a:pt x="0" y="1507"/>
                  </a:cubicBezTo>
                  <a:lnTo>
                    <a:pt x="0" y="20093"/>
                  </a:lnTo>
                  <a:cubicBezTo>
                    <a:pt x="0" y="20923"/>
                    <a:pt x="798" y="21600"/>
                    <a:pt x="1776" y="21600"/>
                  </a:cubicBezTo>
                  <a:lnTo>
                    <a:pt x="19824" y="21600"/>
                  </a:lnTo>
                  <a:cubicBezTo>
                    <a:pt x="20802" y="21600"/>
                    <a:pt x="21600" y="20945"/>
                    <a:pt x="21600" y="20093"/>
                  </a:cubicBezTo>
                  <a:lnTo>
                    <a:pt x="21600" y="1507"/>
                  </a:lnTo>
                  <a:cubicBezTo>
                    <a:pt x="21600" y="699"/>
                    <a:pt x="20802" y="0"/>
                    <a:pt x="1982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0" name="Google Shape;1481;p40"/>
            <p:cNvSpPr/>
            <p:nvPr/>
          </p:nvSpPr>
          <p:spPr>
            <a:xfrm>
              <a:off x="2413537" y="1602926"/>
              <a:ext cx="786017" cy="1040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3" y="0"/>
                  </a:moveTo>
                  <a:cubicBezTo>
                    <a:pt x="799" y="0"/>
                    <a:pt x="0" y="677"/>
                    <a:pt x="0" y="1507"/>
                  </a:cubicBezTo>
                  <a:lnTo>
                    <a:pt x="0" y="20093"/>
                  </a:lnTo>
                  <a:cubicBezTo>
                    <a:pt x="0" y="20923"/>
                    <a:pt x="799" y="21600"/>
                    <a:pt x="1753" y="21600"/>
                  </a:cubicBezTo>
                  <a:lnTo>
                    <a:pt x="19847" y="21600"/>
                  </a:lnTo>
                  <a:cubicBezTo>
                    <a:pt x="20801" y="21600"/>
                    <a:pt x="21600" y="20923"/>
                    <a:pt x="21600" y="20093"/>
                  </a:cubicBezTo>
                  <a:lnTo>
                    <a:pt x="21600" y="1507"/>
                  </a:lnTo>
                  <a:cubicBezTo>
                    <a:pt x="21600" y="677"/>
                    <a:pt x="20801" y="0"/>
                    <a:pt x="1984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1" name="Google Shape;1482;p40"/>
            <p:cNvSpPr/>
            <p:nvPr/>
          </p:nvSpPr>
          <p:spPr>
            <a:xfrm>
              <a:off x="2509229" y="1749202"/>
              <a:ext cx="244808" cy="5019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6" y="0"/>
                  </a:moveTo>
                  <a:cubicBezTo>
                    <a:pt x="1903" y="0"/>
                    <a:pt x="0" y="996"/>
                    <a:pt x="0" y="2264"/>
                  </a:cubicBezTo>
                  <a:lnTo>
                    <a:pt x="0" y="19336"/>
                  </a:lnTo>
                  <a:cubicBezTo>
                    <a:pt x="0" y="20604"/>
                    <a:pt x="1903" y="21600"/>
                    <a:pt x="4136" y="21600"/>
                  </a:cubicBezTo>
                  <a:lnTo>
                    <a:pt x="17462" y="21600"/>
                  </a:lnTo>
                  <a:cubicBezTo>
                    <a:pt x="19779" y="21600"/>
                    <a:pt x="21600" y="20604"/>
                    <a:pt x="21600" y="19336"/>
                  </a:cubicBezTo>
                  <a:lnTo>
                    <a:pt x="21600" y="2264"/>
                  </a:lnTo>
                  <a:cubicBezTo>
                    <a:pt x="21600" y="996"/>
                    <a:pt x="19779" y="0"/>
                    <a:pt x="1746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2" name="Google Shape;1483;p40"/>
            <p:cNvSpPr/>
            <p:nvPr/>
          </p:nvSpPr>
          <p:spPr>
            <a:xfrm>
              <a:off x="2859092" y="1749202"/>
              <a:ext cx="244808" cy="5019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8" y="0"/>
                  </a:moveTo>
                  <a:cubicBezTo>
                    <a:pt x="1821" y="0"/>
                    <a:pt x="0" y="996"/>
                    <a:pt x="0" y="2264"/>
                  </a:cubicBezTo>
                  <a:lnTo>
                    <a:pt x="0" y="19336"/>
                  </a:lnTo>
                  <a:cubicBezTo>
                    <a:pt x="0" y="20604"/>
                    <a:pt x="1821" y="21600"/>
                    <a:pt x="4138" y="21600"/>
                  </a:cubicBezTo>
                  <a:lnTo>
                    <a:pt x="17462" y="21600"/>
                  </a:lnTo>
                  <a:cubicBezTo>
                    <a:pt x="19697" y="21600"/>
                    <a:pt x="21600" y="20604"/>
                    <a:pt x="21600" y="19336"/>
                  </a:cubicBezTo>
                  <a:lnTo>
                    <a:pt x="21600" y="2264"/>
                  </a:lnTo>
                  <a:cubicBezTo>
                    <a:pt x="21600" y="996"/>
                    <a:pt x="19697" y="0"/>
                    <a:pt x="17462"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3" name="Google Shape;1484;p40"/>
            <p:cNvSpPr/>
            <p:nvPr/>
          </p:nvSpPr>
          <p:spPr>
            <a:xfrm>
              <a:off x="2551436" y="2322666"/>
              <a:ext cx="509409" cy="31578"/>
            </a:xfrm>
            <a:custGeom>
              <a:avLst/>
              <a:gdLst/>
              <a:ahLst/>
              <a:cxnLst>
                <a:cxn ang="0">
                  <a:pos x="wd2" y="hd2"/>
                </a:cxn>
                <a:cxn ang="5400000">
                  <a:pos x="wd2" y="hd2"/>
                </a:cxn>
                <a:cxn ang="10800000">
                  <a:pos x="wd2" y="hd2"/>
                </a:cxn>
                <a:cxn ang="16200000">
                  <a:pos x="wd2" y="hd2"/>
                </a:cxn>
              </a:cxnLst>
              <a:rect l="0" t="0" r="r" b="b"/>
              <a:pathLst>
                <a:path w="21564" h="21600" fill="norm" stroke="1" extrusionOk="0">
                  <a:moveTo>
                    <a:pt x="595" y="0"/>
                  </a:moveTo>
                  <a:cubicBezTo>
                    <a:pt x="238" y="0"/>
                    <a:pt x="0" y="4337"/>
                    <a:pt x="0" y="10811"/>
                  </a:cubicBezTo>
                  <a:cubicBezTo>
                    <a:pt x="0" y="17284"/>
                    <a:pt x="238" y="21600"/>
                    <a:pt x="595" y="21600"/>
                  </a:cubicBezTo>
                  <a:lnTo>
                    <a:pt x="20964" y="21600"/>
                  </a:lnTo>
                  <a:cubicBezTo>
                    <a:pt x="21282" y="21600"/>
                    <a:pt x="21600" y="15839"/>
                    <a:pt x="21561" y="10811"/>
                  </a:cubicBezTo>
                  <a:cubicBezTo>
                    <a:pt x="21561" y="4337"/>
                    <a:pt x="21282" y="0"/>
                    <a:pt x="2096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4" name="Google Shape;1485;p40"/>
            <p:cNvSpPr/>
            <p:nvPr/>
          </p:nvSpPr>
          <p:spPr>
            <a:xfrm>
              <a:off x="2563612" y="2401593"/>
              <a:ext cx="487757" cy="31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4" y="0"/>
                  </a:moveTo>
                  <a:cubicBezTo>
                    <a:pt x="249" y="0"/>
                    <a:pt x="0" y="4316"/>
                    <a:pt x="0" y="10811"/>
                  </a:cubicBezTo>
                  <a:cubicBezTo>
                    <a:pt x="0" y="17284"/>
                    <a:pt x="249" y="21600"/>
                    <a:pt x="624" y="21600"/>
                  </a:cubicBezTo>
                  <a:lnTo>
                    <a:pt x="20894" y="21600"/>
                  </a:lnTo>
                  <a:cubicBezTo>
                    <a:pt x="21268" y="21600"/>
                    <a:pt x="21517" y="15839"/>
                    <a:pt x="21600" y="10811"/>
                  </a:cubicBezTo>
                  <a:cubicBezTo>
                    <a:pt x="21600" y="4316"/>
                    <a:pt x="21309" y="0"/>
                    <a:pt x="2097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5" name="Google Shape;1486;p40"/>
            <p:cNvSpPr/>
            <p:nvPr/>
          </p:nvSpPr>
          <p:spPr>
            <a:xfrm>
              <a:off x="224042" y="5307209"/>
              <a:ext cx="3909498" cy="321982"/>
            </a:xfrm>
            <a:prstGeom prst="rect">
              <a:avLst/>
            </a:pr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6" name="Google Shape;1487;p40"/>
            <p:cNvSpPr/>
            <p:nvPr/>
          </p:nvSpPr>
          <p:spPr>
            <a:xfrm>
              <a:off x="224042" y="5114656"/>
              <a:ext cx="3909499" cy="1925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43" y="0"/>
                  </a:moveTo>
                  <a:cubicBezTo>
                    <a:pt x="420" y="0"/>
                    <a:pt x="0" y="9795"/>
                    <a:pt x="0" y="21600"/>
                  </a:cubicBezTo>
                  <a:lnTo>
                    <a:pt x="21600" y="21600"/>
                  </a:lnTo>
                  <a:cubicBezTo>
                    <a:pt x="21600" y="9795"/>
                    <a:pt x="21175" y="117"/>
                    <a:pt x="20662"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7" name="Google Shape;1488;p40"/>
            <p:cNvSpPr/>
            <p:nvPr/>
          </p:nvSpPr>
          <p:spPr>
            <a:xfrm>
              <a:off x="353149" y="1059168"/>
              <a:ext cx="1199652" cy="10206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09" y="0"/>
                  </a:moveTo>
                  <a:cubicBezTo>
                    <a:pt x="895" y="0"/>
                    <a:pt x="0" y="1180"/>
                    <a:pt x="0" y="2650"/>
                  </a:cubicBezTo>
                  <a:lnTo>
                    <a:pt x="0" y="18950"/>
                  </a:lnTo>
                  <a:cubicBezTo>
                    <a:pt x="0" y="20420"/>
                    <a:pt x="912" y="21600"/>
                    <a:pt x="2009" y="21600"/>
                  </a:cubicBezTo>
                  <a:lnTo>
                    <a:pt x="19591" y="21600"/>
                  </a:lnTo>
                  <a:cubicBezTo>
                    <a:pt x="20688" y="21600"/>
                    <a:pt x="21600" y="20420"/>
                    <a:pt x="21600" y="18950"/>
                  </a:cubicBezTo>
                  <a:lnTo>
                    <a:pt x="21600" y="2650"/>
                  </a:lnTo>
                  <a:cubicBezTo>
                    <a:pt x="21600" y="1158"/>
                    <a:pt x="20688" y="0"/>
                    <a:pt x="19591"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8" name="Google Shape;1489;p40"/>
            <p:cNvSpPr/>
            <p:nvPr/>
          </p:nvSpPr>
          <p:spPr>
            <a:xfrm>
              <a:off x="404720" y="992859"/>
              <a:ext cx="1199679" cy="10207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10" y="0"/>
                  </a:moveTo>
                  <a:cubicBezTo>
                    <a:pt x="895" y="0"/>
                    <a:pt x="0" y="1202"/>
                    <a:pt x="0" y="2650"/>
                  </a:cubicBezTo>
                  <a:lnTo>
                    <a:pt x="0" y="18973"/>
                  </a:lnTo>
                  <a:cubicBezTo>
                    <a:pt x="0" y="20442"/>
                    <a:pt x="912" y="21600"/>
                    <a:pt x="2010" y="21600"/>
                  </a:cubicBezTo>
                  <a:lnTo>
                    <a:pt x="19573" y="21600"/>
                  </a:lnTo>
                  <a:cubicBezTo>
                    <a:pt x="20688" y="21600"/>
                    <a:pt x="21583" y="20442"/>
                    <a:pt x="21600" y="18973"/>
                  </a:cubicBezTo>
                  <a:lnTo>
                    <a:pt x="21600" y="2650"/>
                  </a:lnTo>
                  <a:cubicBezTo>
                    <a:pt x="21600" y="1180"/>
                    <a:pt x="20688" y="0"/>
                    <a:pt x="19590"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29" name="Google Shape;1490;p40"/>
            <p:cNvSpPr/>
            <p:nvPr/>
          </p:nvSpPr>
          <p:spPr>
            <a:xfrm>
              <a:off x="404720" y="994972"/>
              <a:ext cx="1198750" cy="1473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11" y="0"/>
                  </a:moveTo>
                  <a:cubicBezTo>
                    <a:pt x="913" y="0"/>
                    <a:pt x="0" y="8020"/>
                    <a:pt x="0" y="18205"/>
                  </a:cubicBezTo>
                  <a:lnTo>
                    <a:pt x="0" y="21600"/>
                  </a:lnTo>
                  <a:lnTo>
                    <a:pt x="21600" y="21600"/>
                  </a:lnTo>
                  <a:lnTo>
                    <a:pt x="21600" y="18205"/>
                  </a:lnTo>
                  <a:cubicBezTo>
                    <a:pt x="21600" y="8020"/>
                    <a:pt x="20704" y="0"/>
                    <a:pt x="19589" y="0"/>
                  </a:cubicBezTo>
                  <a:close/>
                </a:path>
              </a:pathLst>
            </a:custGeom>
            <a:solidFill>
              <a:schemeClr val="accent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0" name="Google Shape;1491;p40"/>
            <p:cNvSpPr/>
            <p:nvPr/>
          </p:nvSpPr>
          <p:spPr>
            <a:xfrm>
              <a:off x="511659" y="1032858"/>
              <a:ext cx="63776" cy="70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62" y="0"/>
                    <a:pt x="0" y="4832"/>
                    <a:pt x="0" y="10959"/>
                  </a:cubicBezTo>
                  <a:cubicBezTo>
                    <a:pt x="0" y="16758"/>
                    <a:pt x="4762" y="21600"/>
                    <a:pt x="10800" y="21600"/>
                  </a:cubicBezTo>
                  <a:cubicBezTo>
                    <a:pt x="16838" y="21600"/>
                    <a:pt x="21600" y="16758"/>
                    <a:pt x="21600" y="10959"/>
                  </a:cubicBezTo>
                  <a:cubicBezTo>
                    <a:pt x="21600" y="4832"/>
                    <a:pt x="16838"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1" name="Google Shape;1492;p40"/>
            <p:cNvSpPr/>
            <p:nvPr/>
          </p:nvSpPr>
          <p:spPr>
            <a:xfrm>
              <a:off x="638282" y="1032858"/>
              <a:ext cx="63775" cy="70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62" y="0"/>
                    <a:pt x="0" y="4832"/>
                    <a:pt x="0" y="10959"/>
                  </a:cubicBezTo>
                  <a:cubicBezTo>
                    <a:pt x="0" y="16758"/>
                    <a:pt x="4762" y="21600"/>
                    <a:pt x="10800" y="21600"/>
                  </a:cubicBezTo>
                  <a:cubicBezTo>
                    <a:pt x="16838" y="21600"/>
                    <a:pt x="21600" y="16758"/>
                    <a:pt x="21600" y="10959"/>
                  </a:cubicBezTo>
                  <a:cubicBezTo>
                    <a:pt x="21600" y="4832"/>
                    <a:pt x="16838"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2" name="Google Shape;1493;p40"/>
            <p:cNvSpPr/>
            <p:nvPr/>
          </p:nvSpPr>
          <p:spPr>
            <a:xfrm>
              <a:off x="765860" y="1032858"/>
              <a:ext cx="63775" cy="70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62" y="0"/>
                    <a:pt x="0" y="4832"/>
                    <a:pt x="0" y="10959"/>
                  </a:cubicBezTo>
                  <a:cubicBezTo>
                    <a:pt x="0" y="16758"/>
                    <a:pt x="4762" y="21600"/>
                    <a:pt x="10800" y="21600"/>
                  </a:cubicBezTo>
                  <a:cubicBezTo>
                    <a:pt x="16838" y="21600"/>
                    <a:pt x="21600" y="16758"/>
                    <a:pt x="21600" y="10959"/>
                  </a:cubicBezTo>
                  <a:cubicBezTo>
                    <a:pt x="21600" y="4832"/>
                    <a:pt x="16838"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3" name="Google Shape;1494;p40"/>
            <p:cNvSpPr/>
            <p:nvPr/>
          </p:nvSpPr>
          <p:spPr>
            <a:xfrm>
              <a:off x="836108" y="1192699"/>
              <a:ext cx="336005" cy="376902"/>
            </a:xfrm>
            <a:custGeom>
              <a:avLst/>
              <a:gdLst/>
              <a:ahLst/>
              <a:cxnLst>
                <a:cxn ang="0">
                  <a:pos x="wd2" y="hd2"/>
                </a:cxn>
                <a:cxn ang="5400000">
                  <a:pos x="wd2" y="hd2"/>
                </a:cxn>
                <a:cxn ang="10800000">
                  <a:pos x="wd2" y="hd2"/>
                </a:cxn>
                <a:cxn ang="16200000">
                  <a:pos x="wd2" y="hd2"/>
                </a:cxn>
              </a:cxnLst>
              <a:rect l="0" t="0" r="r" b="b"/>
              <a:pathLst>
                <a:path w="20150" h="21600" fill="norm" stroke="1" extrusionOk="0">
                  <a:moveTo>
                    <a:pt x="10088" y="0"/>
                  </a:moveTo>
                  <a:cubicBezTo>
                    <a:pt x="9582" y="0"/>
                    <a:pt x="9071" y="42"/>
                    <a:pt x="8556" y="127"/>
                  </a:cubicBezTo>
                  <a:cubicBezTo>
                    <a:pt x="3044" y="1030"/>
                    <a:pt x="-725" y="6579"/>
                    <a:pt x="118" y="12429"/>
                  </a:cubicBezTo>
                  <a:cubicBezTo>
                    <a:pt x="934" y="17782"/>
                    <a:pt x="5211" y="21600"/>
                    <a:pt x="10064" y="21600"/>
                  </a:cubicBezTo>
                  <a:cubicBezTo>
                    <a:pt x="10568" y="21600"/>
                    <a:pt x="11079" y="21558"/>
                    <a:pt x="11594" y="21473"/>
                  </a:cubicBezTo>
                  <a:cubicBezTo>
                    <a:pt x="17106" y="20508"/>
                    <a:pt x="20875" y="15021"/>
                    <a:pt x="20032" y="9111"/>
                  </a:cubicBezTo>
                  <a:cubicBezTo>
                    <a:pt x="19266" y="3813"/>
                    <a:pt x="14949" y="0"/>
                    <a:pt x="1008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4" name="Google Shape;1495;p40"/>
            <p:cNvSpPr/>
            <p:nvPr/>
          </p:nvSpPr>
          <p:spPr>
            <a:xfrm>
              <a:off x="628917" y="1666321"/>
              <a:ext cx="750363" cy="3472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5346" y="0"/>
                    <a:pt x="809" y="9424"/>
                    <a:pt x="0" y="21600"/>
                  </a:cubicBezTo>
                  <a:lnTo>
                    <a:pt x="21600" y="21600"/>
                  </a:lnTo>
                  <a:cubicBezTo>
                    <a:pt x="20791" y="9424"/>
                    <a:pt x="16281"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5" name="Google Shape;1496;p40"/>
            <p:cNvSpPr/>
            <p:nvPr/>
          </p:nvSpPr>
          <p:spPr>
            <a:xfrm>
              <a:off x="2634894" y="1129399"/>
              <a:ext cx="1016792" cy="1093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1" y="0"/>
                  </a:moveTo>
                  <a:cubicBezTo>
                    <a:pt x="1076" y="0"/>
                    <a:pt x="0" y="1123"/>
                    <a:pt x="0" y="2495"/>
                  </a:cubicBezTo>
                  <a:lnTo>
                    <a:pt x="0" y="19105"/>
                  </a:lnTo>
                  <a:cubicBezTo>
                    <a:pt x="0" y="20477"/>
                    <a:pt x="1076" y="21600"/>
                    <a:pt x="2391" y="21600"/>
                  </a:cubicBezTo>
                  <a:lnTo>
                    <a:pt x="19209" y="21600"/>
                  </a:lnTo>
                  <a:cubicBezTo>
                    <a:pt x="20524" y="21600"/>
                    <a:pt x="21600" y="20477"/>
                    <a:pt x="21600" y="19105"/>
                  </a:cubicBezTo>
                  <a:lnTo>
                    <a:pt x="21600" y="2495"/>
                  </a:lnTo>
                  <a:cubicBezTo>
                    <a:pt x="21600" y="1123"/>
                    <a:pt x="20524" y="0"/>
                    <a:pt x="19209"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6" name="Google Shape;1497;p40"/>
            <p:cNvSpPr/>
            <p:nvPr/>
          </p:nvSpPr>
          <p:spPr>
            <a:xfrm>
              <a:off x="2691191" y="1070472"/>
              <a:ext cx="1016742" cy="1093322"/>
            </a:xfrm>
            <a:custGeom>
              <a:avLst/>
              <a:gdLst/>
              <a:ahLst/>
              <a:cxnLst>
                <a:cxn ang="0">
                  <a:pos x="wd2" y="hd2"/>
                </a:cxn>
                <a:cxn ang="5400000">
                  <a:pos x="wd2" y="hd2"/>
                </a:cxn>
                <a:cxn ang="10800000">
                  <a:pos x="wd2" y="hd2"/>
                </a:cxn>
                <a:cxn ang="16200000">
                  <a:pos x="wd2" y="hd2"/>
                </a:cxn>
              </a:cxnLst>
              <a:rect l="0" t="0" r="r" b="b"/>
              <a:pathLst>
                <a:path w="21580" h="21600" fill="norm" stroke="1" extrusionOk="0">
                  <a:moveTo>
                    <a:pt x="2389" y="0"/>
                  </a:moveTo>
                  <a:cubicBezTo>
                    <a:pt x="1075" y="0"/>
                    <a:pt x="0" y="1123"/>
                    <a:pt x="0" y="2495"/>
                  </a:cubicBezTo>
                  <a:lnTo>
                    <a:pt x="0" y="19105"/>
                  </a:lnTo>
                  <a:cubicBezTo>
                    <a:pt x="0" y="20477"/>
                    <a:pt x="1075" y="21600"/>
                    <a:pt x="2389" y="21600"/>
                  </a:cubicBezTo>
                  <a:lnTo>
                    <a:pt x="19191" y="21600"/>
                  </a:lnTo>
                  <a:cubicBezTo>
                    <a:pt x="20525" y="21600"/>
                    <a:pt x="21600" y="20477"/>
                    <a:pt x="21580" y="19105"/>
                  </a:cubicBezTo>
                  <a:lnTo>
                    <a:pt x="21580" y="2495"/>
                  </a:lnTo>
                  <a:cubicBezTo>
                    <a:pt x="21580" y="1102"/>
                    <a:pt x="20505" y="0"/>
                    <a:pt x="1919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7" name="Google Shape;1498;p40"/>
            <p:cNvSpPr/>
            <p:nvPr/>
          </p:nvSpPr>
          <p:spPr>
            <a:xfrm>
              <a:off x="2772794" y="1138894"/>
              <a:ext cx="853560" cy="9575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3157"/>
                  </a:moveTo>
                  <a:cubicBezTo>
                    <a:pt x="15025" y="3157"/>
                    <a:pt x="18443" y="6575"/>
                    <a:pt x="18443" y="10800"/>
                  </a:cubicBezTo>
                  <a:cubicBezTo>
                    <a:pt x="18443" y="15001"/>
                    <a:pt x="15025" y="18419"/>
                    <a:pt x="10800" y="18419"/>
                  </a:cubicBezTo>
                  <a:cubicBezTo>
                    <a:pt x="6598" y="18419"/>
                    <a:pt x="3181" y="15001"/>
                    <a:pt x="3181" y="10800"/>
                  </a:cubicBezTo>
                  <a:cubicBezTo>
                    <a:pt x="3181" y="6575"/>
                    <a:pt x="6598" y="3157"/>
                    <a:pt x="10800" y="3157"/>
                  </a:cubicBezTo>
                  <a:close/>
                  <a:moveTo>
                    <a:pt x="10800" y="0"/>
                  </a:moveTo>
                  <a:cubicBezTo>
                    <a:pt x="4842" y="0"/>
                    <a:pt x="0" y="4842"/>
                    <a:pt x="0" y="10800"/>
                  </a:cubicBezTo>
                  <a:cubicBezTo>
                    <a:pt x="0" y="16758"/>
                    <a:pt x="4842" y="21600"/>
                    <a:pt x="10800" y="21600"/>
                  </a:cubicBezTo>
                  <a:cubicBezTo>
                    <a:pt x="16781" y="21600"/>
                    <a:pt x="21600" y="16758"/>
                    <a:pt x="21600" y="10800"/>
                  </a:cubicBezTo>
                  <a:cubicBezTo>
                    <a:pt x="21577" y="4842"/>
                    <a:pt x="16781"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8" name="Google Shape;1499;p40"/>
            <p:cNvSpPr/>
            <p:nvPr/>
          </p:nvSpPr>
          <p:spPr>
            <a:xfrm>
              <a:off x="3483636" y="1519327"/>
              <a:ext cx="12501" cy="12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7344"/>
                    <a:pt x="21600" y="7344"/>
                    <a:pt x="0" y="0"/>
                  </a:cubicBezTo>
                  <a:cubicBezTo>
                    <a:pt x="0" y="7344"/>
                    <a:pt x="0" y="7344"/>
                    <a:pt x="21600" y="21600"/>
                  </a:cubicBezTo>
                  <a:close/>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39" name="Google Shape;1500;p40"/>
            <p:cNvSpPr/>
            <p:nvPr/>
          </p:nvSpPr>
          <p:spPr>
            <a:xfrm>
              <a:off x="3478939" y="1503034"/>
              <a:ext cx="12501" cy="12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10719"/>
                    <a:pt x="0" y="5359"/>
                    <a:pt x="0" y="0"/>
                  </a:cubicBezTo>
                  <a:cubicBezTo>
                    <a:pt x="21600" y="10719"/>
                    <a:pt x="21600" y="21600"/>
                    <a:pt x="21600" y="21600"/>
                  </a:cubicBezTo>
                  <a:close/>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40" name="Google Shape;1501;p40"/>
            <p:cNvSpPr/>
            <p:nvPr/>
          </p:nvSpPr>
          <p:spPr>
            <a:xfrm>
              <a:off x="3063579" y="1472456"/>
              <a:ext cx="562778" cy="6229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43" y="0"/>
                  </a:moveTo>
                  <a:cubicBezTo>
                    <a:pt x="21132" y="988"/>
                    <a:pt x="21338" y="2004"/>
                    <a:pt x="21463" y="3039"/>
                  </a:cubicBezTo>
                  <a:lnTo>
                    <a:pt x="21492" y="3028"/>
                  </a:lnTo>
                  <a:cubicBezTo>
                    <a:pt x="21347" y="1970"/>
                    <a:pt x="21168" y="984"/>
                    <a:pt x="20843" y="0"/>
                  </a:cubicBezTo>
                  <a:close/>
                  <a:moveTo>
                    <a:pt x="21463" y="3039"/>
                  </a:moveTo>
                  <a:lnTo>
                    <a:pt x="16811" y="4671"/>
                  </a:lnTo>
                  <a:lnTo>
                    <a:pt x="16811" y="4999"/>
                  </a:lnTo>
                  <a:cubicBezTo>
                    <a:pt x="16811" y="11457"/>
                    <a:pt x="11628" y="16711"/>
                    <a:pt x="5219" y="16711"/>
                  </a:cubicBezTo>
                  <a:cubicBezTo>
                    <a:pt x="3564" y="16711"/>
                    <a:pt x="2052" y="16346"/>
                    <a:pt x="612" y="15762"/>
                  </a:cubicBezTo>
                  <a:lnTo>
                    <a:pt x="0" y="20725"/>
                  </a:lnTo>
                  <a:cubicBezTo>
                    <a:pt x="1620" y="21272"/>
                    <a:pt x="3383" y="21600"/>
                    <a:pt x="5219" y="21600"/>
                  </a:cubicBezTo>
                  <a:cubicBezTo>
                    <a:pt x="14291" y="21600"/>
                    <a:pt x="21600" y="14156"/>
                    <a:pt x="21600" y="4999"/>
                  </a:cubicBezTo>
                  <a:cubicBezTo>
                    <a:pt x="21586" y="4339"/>
                    <a:pt x="21541" y="3685"/>
                    <a:pt x="21463" y="3039"/>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643" name="Google Shape;1502;p40"/>
            <p:cNvGrpSpPr/>
            <p:nvPr/>
          </p:nvGrpSpPr>
          <p:grpSpPr>
            <a:xfrm>
              <a:off x="3474258" y="1488302"/>
              <a:ext cx="12503" cy="12503"/>
              <a:chOff x="0" y="0"/>
              <a:chExt cx="12501" cy="12501"/>
            </a:xfrm>
          </p:grpSpPr>
          <p:sp>
            <p:nvSpPr>
              <p:cNvPr id="1641" name="Line"/>
              <p:cNvSpPr/>
              <p:nvPr/>
            </p:nvSpPr>
            <p:spPr>
              <a:xfrm>
                <a:off x="-1" y="-1"/>
                <a:ext cx="12503" cy="125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16241"/>
                      <a:pt x="0" y="5359"/>
                      <a:pt x="0" y="0"/>
                    </a:cubicBezTo>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42" name="Line"/>
              <p:cNvSpPr/>
              <p:nvPr/>
            </p:nvSpPr>
            <p:spPr>
              <a:xfrm>
                <a:off x="-1" y="-1"/>
                <a:ext cx="12503" cy="125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5359"/>
                      <a:pt x="21600" y="16241"/>
                      <a:pt x="21600" y="21600"/>
                    </a:cubicBezTo>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644" name="Google Shape;1504;p40"/>
            <p:cNvSpPr/>
            <p:nvPr/>
          </p:nvSpPr>
          <p:spPr>
            <a:xfrm>
              <a:off x="3487509" y="1535653"/>
              <a:ext cx="12501" cy="12501"/>
            </a:xfrm>
            <a:custGeom>
              <a:avLst/>
              <a:gdLst/>
              <a:ahLst/>
              <a:cxnLst>
                <a:cxn ang="0">
                  <a:pos x="wd2" y="hd2"/>
                </a:cxn>
                <a:cxn ang="5400000">
                  <a:pos x="wd2" y="hd2"/>
                </a:cxn>
                <a:cxn ang="10800000">
                  <a:pos x="wd2" y="hd2"/>
                </a:cxn>
                <a:cxn ang="16200000">
                  <a:pos x="wd2" y="hd2"/>
                </a:cxn>
              </a:cxnLst>
              <a:rect l="0" t="0" r="r" b="b"/>
              <a:pathLst>
                <a:path w="16200" h="21600" fill="norm" stroke="1" extrusionOk="0">
                  <a:moveTo>
                    <a:pt x="16200" y="21600"/>
                  </a:moveTo>
                  <a:lnTo>
                    <a:pt x="16200" y="0"/>
                  </a:lnTo>
                  <a:cubicBezTo>
                    <a:pt x="-5400" y="0"/>
                    <a:pt x="-5400" y="0"/>
                    <a:pt x="16200" y="21600"/>
                  </a:cubicBezTo>
                  <a:close/>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647" name="Google Shape;1505;p40"/>
            <p:cNvGrpSpPr/>
            <p:nvPr/>
          </p:nvGrpSpPr>
          <p:grpSpPr>
            <a:xfrm>
              <a:off x="3496929" y="1552012"/>
              <a:ext cx="11869" cy="12503"/>
              <a:chOff x="0" y="0"/>
              <a:chExt cx="11868" cy="12501"/>
            </a:xfrm>
          </p:grpSpPr>
          <p:sp>
            <p:nvSpPr>
              <p:cNvPr id="1645" name="Oval"/>
              <p:cNvSpPr/>
              <p:nvPr/>
            </p:nvSpPr>
            <p:spPr>
              <a:xfrm>
                <a:off x="0" y="0"/>
                <a:ext cx="11869" cy="12502"/>
              </a:xfrm>
              <a:prstGeom prst="ellipse">
                <a:avLst/>
              </a:pr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46" name="Oval"/>
              <p:cNvSpPr/>
              <p:nvPr/>
            </p:nvSpPr>
            <p:spPr>
              <a:xfrm>
                <a:off x="0" y="0"/>
                <a:ext cx="11869" cy="12502"/>
              </a:xfrm>
              <a:prstGeom prst="ellipse">
                <a:avLst/>
              </a:pr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648" name="Google Shape;1506;p40"/>
            <p:cNvSpPr/>
            <p:nvPr/>
          </p:nvSpPr>
          <p:spPr>
            <a:xfrm>
              <a:off x="3221161" y="1138894"/>
              <a:ext cx="401432" cy="4692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6489"/>
                  </a:lnTo>
                  <a:cubicBezTo>
                    <a:pt x="8276" y="7021"/>
                    <a:pt x="14838" y="13561"/>
                    <a:pt x="15040" y="21600"/>
                  </a:cubicBezTo>
                  <a:lnTo>
                    <a:pt x="21600" y="19421"/>
                  </a:lnTo>
                  <a:cubicBezTo>
                    <a:pt x="20288" y="8815"/>
                    <a:pt x="11204" y="533"/>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49" name="Google Shape;1507;p40"/>
            <p:cNvSpPr/>
            <p:nvPr/>
          </p:nvSpPr>
          <p:spPr>
            <a:xfrm>
              <a:off x="2824392" y="1138894"/>
              <a:ext cx="396763" cy="354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4" y="0"/>
                  </a:moveTo>
                  <a:cubicBezTo>
                    <a:pt x="11642" y="0"/>
                    <a:pt x="3982" y="6153"/>
                    <a:pt x="0" y="15190"/>
                  </a:cubicBezTo>
                  <a:lnTo>
                    <a:pt x="5105" y="21600"/>
                  </a:lnTo>
                  <a:cubicBezTo>
                    <a:pt x="7455" y="13908"/>
                    <a:pt x="13480" y="8461"/>
                    <a:pt x="20424" y="8461"/>
                  </a:cubicBezTo>
                  <a:cubicBezTo>
                    <a:pt x="20833" y="8461"/>
                    <a:pt x="21191" y="8461"/>
                    <a:pt x="21600" y="8587"/>
                  </a:cubicBezTo>
                  <a:lnTo>
                    <a:pt x="21600" y="63"/>
                  </a:lnTo>
                  <a:cubicBezTo>
                    <a:pt x="21191" y="63"/>
                    <a:pt x="20833" y="0"/>
                    <a:pt x="20424"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0" name="Google Shape;1508;p40"/>
            <p:cNvSpPr/>
            <p:nvPr/>
          </p:nvSpPr>
          <p:spPr>
            <a:xfrm>
              <a:off x="958718" y="3429963"/>
              <a:ext cx="177678" cy="199272"/>
            </a:xfrm>
            <a:custGeom>
              <a:avLst/>
              <a:gdLst/>
              <a:ahLst/>
              <a:cxnLst>
                <a:cxn ang="0">
                  <a:pos x="wd2" y="hd2"/>
                </a:cxn>
                <a:cxn ang="5400000">
                  <a:pos x="wd2" y="hd2"/>
                </a:cxn>
                <a:cxn ang="10800000">
                  <a:pos x="wd2" y="hd2"/>
                </a:cxn>
                <a:cxn ang="16200000">
                  <a:pos x="wd2" y="hd2"/>
                </a:cxn>
              </a:cxnLst>
              <a:rect l="0" t="0" r="r" b="b"/>
              <a:pathLst>
                <a:path w="19766" h="21600" fill="norm" stroke="1" extrusionOk="0">
                  <a:moveTo>
                    <a:pt x="9791" y="0"/>
                  </a:moveTo>
                  <a:cubicBezTo>
                    <a:pt x="9084" y="0"/>
                    <a:pt x="8361" y="82"/>
                    <a:pt x="7642" y="246"/>
                  </a:cubicBezTo>
                  <a:cubicBezTo>
                    <a:pt x="2318" y="1730"/>
                    <a:pt x="-917" y="7434"/>
                    <a:pt x="231" y="13250"/>
                  </a:cubicBezTo>
                  <a:cubicBezTo>
                    <a:pt x="1404" y="18276"/>
                    <a:pt x="5458" y="21600"/>
                    <a:pt x="9975" y="21600"/>
                  </a:cubicBezTo>
                  <a:cubicBezTo>
                    <a:pt x="10685" y="21600"/>
                    <a:pt x="11405" y="21518"/>
                    <a:pt x="12127" y="21347"/>
                  </a:cubicBezTo>
                  <a:cubicBezTo>
                    <a:pt x="17448" y="19979"/>
                    <a:pt x="20683" y="14276"/>
                    <a:pt x="19535" y="8347"/>
                  </a:cubicBezTo>
                  <a:cubicBezTo>
                    <a:pt x="18540" y="3402"/>
                    <a:pt x="14408" y="0"/>
                    <a:pt x="9791"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1" name="Google Shape;1509;p40"/>
            <p:cNvSpPr/>
            <p:nvPr/>
          </p:nvSpPr>
          <p:spPr>
            <a:xfrm>
              <a:off x="681523" y="1667425"/>
              <a:ext cx="128327" cy="144730"/>
            </a:xfrm>
            <a:custGeom>
              <a:avLst/>
              <a:gdLst/>
              <a:ahLst/>
              <a:cxnLst>
                <a:cxn ang="0">
                  <a:pos x="wd2" y="hd2"/>
                </a:cxn>
                <a:cxn ang="5400000">
                  <a:pos x="wd2" y="hd2"/>
                </a:cxn>
                <a:cxn ang="10800000">
                  <a:pos x="wd2" y="hd2"/>
                </a:cxn>
                <a:cxn ang="16200000">
                  <a:pos x="wd2" y="hd2"/>
                </a:cxn>
              </a:cxnLst>
              <a:rect l="0" t="0" r="r" b="b"/>
              <a:pathLst>
                <a:path w="19570" h="21600" fill="norm" stroke="1" extrusionOk="0">
                  <a:moveTo>
                    <a:pt x="9830" y="0"/>
                  </a:moveTo>
                  <a:cubicBezTo>
                    <a:pt x="9080" y="0"/>
                    <a:pt x="8325" y="99"/>
                    <a:pt x="7566" y="306"/>
                  </a:cubicBezTo>
                  <a:cubicBezTo>
                    <a:pt x="2420" y="1718"/>
                    <a:pt x="-1015" y="7373"/>
                    <a:pt x="271" y="13182"/>
                  </a:cubicBezTo>
                  <a:cubicBezTo>
                    <a:pt x="1262" y="18215"/>
                    <a:pt x="5366" y="21600"/>
                    <a:pt x="9886" y="21600"/>
                  </a:cubicBezTo>
                  <a:cubicBezTo>
                    <a:pt x="10585" y="21600"/>
                    <a:pt x="11292" y="21515"/>
                    <a:pt x="12004" y="21350"/>
                  </a:cubicBezTo>
                  <a:cubicBezTo>
                    <a:pt x="17150" y="19938"/>
                    <a:pt x="20585" y="14284"/>
                    <a:pt x="19299" y="8314"/>
                  </a:cubicBezTo>
                  <a:cubicBezTo>
                    <a:pt x="18201" y="3357"/>
                    <a:pt x="14183" y="0"/>
                    <a:pt x="983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2" name="Google Shape;1510;p40"/>
            <p:cNvSpPr/>
            <p:nvPr/>
          </p:nvSpPr>
          <p:spPr>
            <a:xfrm>
              <a:off x="144411" y="1165380"/>
              <a:ext cx="44657" cy="45300"/>
            </a:xfrm>
            <a:custGeom>
              <a:avLst/>
              <a:gdLst/>
              <a:ahLst/>
              <a:cxnLst>
                <a:cxn ang="0">
                  <a:pos x="wd2" y="hd2"/>
                </a:cxn>
                <a:cxn ang="5400000">
                  <a:pos x="wd2" y="hd2"/>
                </a:cxn>
                <a:cxn ang="10800000">
                  <a:pos x="wd2" y="hd2"/>
                </a:cxn>
                <a:cxn ang="16200000">
                  <a:pos x="wd2" y="hd2"/>
                </a:cxn>
              </a:cxnLst>
              <a:rect l="0" t="0" r="r" b="b"/>
              <a:pathLst>
                <a:path w="20578" h="21600" fill="norm" stroke="1" extrusionOk="0">
                  <a:moveTo>
                    <a:pt x="3474" y="0"/>
                  </a:moveTo>
                  <a:cubicBezTo>
                    <a:pt x="2516" y="0"/>
                    <a:pt x="1492" y="557"/>
                    <a:pt x="663" y="1534"/>
                  </a:cubicBezTo>
                  <a:cubicBezTo>
                    <a:pt x="-633" y="2542"/>
                    <a:pt x="222" y="5039"/>
                    <a:pt x="1090" y="6543"/>
                  </a:cubicBezTo>
                  <a:lnTo>
                    <a:pt x="15784" y="20592"/>
                  </a:lnTo>
                  <a:cubicBezTo>
                    <a:pt x="16212" y="21600"/>
                    <a:pt x="17520" y="21600"/>
                    <a:pt x="17948" y="21600"/>
                  </a:cubicBezTo>
                  <a:cubicBezTo>
                    <a:pt x="19244" y="21600"/>
                    <a:pt x="19671" y="20592"/>
                    <a:pt x="20112" y="20096"/>
                  </a:cubicBezTo>
                  <a:cubicBezTo>
                    <a:pt x="20967" y="19088"/>
                    <a:pt x="20539" y="16591"/>
                    <a:pt x="19671" y="15072"/>
                  </a:cubicBezTo>
                  <a:lnTo>
                    <a:pt x="4978" y="526"/>
                  </a:lnTo>
                  <a:cubicBezTo>
                    <a:pt x="4524" y="165"/>
                    <a:pt x="4006" y="0"/>
                    <a:pt x="3474" y="0"/>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3" name="Google Shape;1511;p40"/>
            <p:cNvSpPr/>
            <p:nvPr/>
          </p:nvSpPr>
          <p:spPr>
            <a:xfrm>
              <a:off x="239593" y="1256137"/>
              <a:ext cx="335665" cy="322833"/>
            </a:xfrm>
            <a:custGeom>
              <a:avLst/>
              <a:gdLst/>
              <a:ahLst/>
              <a:cxnLst>
                <a:cxn ang="0">
                  <a:pos x="wd2" y="hd2"/>
                </a:cxn>
                <a:cxn ang="5400000">
                  <a:pos x="wd2" y="hd2"/>
                </a:cxn>
                <a:cxn ang="10800000">
                  <a:pos x="wd2" y="hd2"/>
                </a:cxn>
                <a:cxn ang="16200000">
                  <a:pos x="wd2" y="hd2"/>
                </a:cxn>
              </a:cxnLst>
              <a:rect l="0" t="0" r="r" b="b"/>
              <a:pathLst>
                <a:path w="21470" h="21600" fill="norm" stroke="1" extrusionOk="0">
                  <a:moveTo>
                    <a:pt x="438" y="0"/>
                  </a:moveTo>
                  <a:cubicBezTo>
                    <a:pt x="313" y="0"/>
                    <a:pt x="167" y="74"/>
                    <a:pt x="63" y="198"/>
                  </a:cubicBezTo>
                  <a:cubicBezTo>
                    <a:pt x="-58" y="338"/>
                    <a:pt x="1" y="690"/>
                    <a:pt x="181" y="901"/>
                  </a:cubicBezTo>
                  <a:lnTo>
                    <a:pt x="4262" y="5055"/>
                  </a:lnTo>
                  <a:cubicBezTo>
                    <a:pt x="4381" y="5127"/>
                    <a:pt x="4502" y="5127"/>
                    <a:pt x="4561" y="5127"/>
                  </a:cubicBezTo>
                  <a:cubicBezTo>
                    <a:pt x="4743" y="5127"/>
                    <a:pt x="4861" y="5055"/>
                    <a:pt x="4861" y="4914"/>
                  </a:cubicBezTo>
                  <a:cubicBezTo>
                    <a:pt x="5041" y="4774"/>
                    <a:pt x="4982" y="4422"/>
                    <a:pt x="4802" y="4211"/>
                  </a:cubicBezTo>
                  <a:lnTo>
                    <a:pt x="661" y="127"/>
                  </a:lnTo>
                  <a:cubicBezTo>
                    <a:pt x="611" y="38"/>
                    <a:pt x="530" y="0"/>
                    <a:pt x="438" y="0"/>
                  </a:cubicBezTo>
                  <a:close/>
                  <a:moveTo>
                    <a:pt x="8700" y="8288"/>
                  </a:moveTo>
                  <a:cubicBezTo>
                    <a:pt x="8559" y="8288"/>
                    <a:pt x="8415" y="8347"/>
                    <a:pt x="8342" y="8434"/>
                  </a:cubicBezTo>
                  <a:cubicBezTo>
                    <a:pt x="8162" y="8645"/>
                    <a:pt x="8282" y="8998"/>
                    <a:pt x="8401" y="9139"/>
                  </a:cubicBezTo>
                  <a:lnTo>
                    <a:pt x="12542" y="13293"/>
                  </a:lnTo>
                  <a:cubicBezTo>
                    <a:pt x="12601" y="13362"/>
                    <a:pt x="12781" y="13362"/>
                    <a:pt x="12842" y="13362"/>
                  </a:cubicBezTo>
                  <a:cubicBezTo>
                    <a:pt x="12961" y="13362"/>
                    <a:pt x="13081" y="13293"/>
                    <a:pt x="13142" y="13223"/>
                  </a:cubicBezTo>
                  <a:cubicBezTo>
                    <a:pt x="13261" y="13012"/>
                    <a:pt x="13202" y="12659"/>
                    <a:pt x="13081" y="12518"/>
                  </a:cubicBezTo>
                  <a:lnTo>
                    <a:pt x="8942" y="8364"/>
                  </a:lnTo>
                  <a:cubicBezTo>
                    <a:pt x="8872" y="8309"/>
                    <a:pt x="8786" y="8288"/>
                    <a:pt x="8700" y="8288"/>
                  </a:cubicBezTo>
                  <a:close/>
                  <a:moveTo>
                    <a:pt x="16979" y="16459"/>
                  </a:moveTo>
                  <a:cubicBezTo>
                    <a:pt x="16844" y="16459"/>
                    <a:pt x="16677" y="16537"/>
                    <a:pt x="16562" y="16672"/>
                  </a:cubicBezTo>
                  <a:cubicBezTo>
                    <a:pt x="16441" y="16813"/>
                    <a:pt x="16502" y="17166"/>
                    <a:pt x="16682" y="17305"/>
                  </a:cubicBezTo>
                  <a:lnTo>
                    <a:pt x="20761" y="21459"/>
                  </a:lnTo>
                  <a:cubicBezTo>
                    <a:pt x="20882" y="21600"/>
                    <a:pt x="21001" y="21600"/>
                    <a:pt x="21062" y="21600"/>
                  </a:cubicBezTo>
                  <a:cubicBezTo>
                    <a:pt x="21180" y="21600"/>
                    <a:pt x="21301" y="21459"/>
                    <a:pt x="21360" y="21389"/>
                  </a:cubicBezTo>
                  <a:cubicBezTo>
                    <a:pt x="21542" y="21248"/>
                    <a:pt x="21481" y="20897"/>
                    <a:pt x="21301" y="20684"/>
                  </a:cubicBezTo>
                  <a:lnTo>
                    <a:pt x="17160" y="16530"/>
                  </a:lnTo>
                  <a:cubicBezTo>
                    <a:pt x="17119" y="16482"/>
                    <a:pt x="17054" y="16459"/>
                    <a:pt x="16979" y="16459"/>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4" name="Google Shape;1512;p40"/>
            <p:cNvSpPr/>
            <p:nvPr/>
          </p:nvSpPr>
          <p:spPr>
            <a:xfrm>
              <a:off x="625332" y="1625785"/>
              <a:ext cx="44887" cy="44733"/>
            </a:xfrm>
            <a:custGeom>
              <a:avLst/>
              <a:gdLst/>
              <a:ahLst/>
              <a:cxnLst>
                <a:cxn ang="0">
                  <a:pos x="wd2" y="hd2"/>
                </a:cxn>
                <a:cxn ang="5400000">
                  <a:pos x="wd2" y="hd2"/>
                </a:cxn>
                <a:cxn ang="10800000">
                  <a:pos x="wd2" y="hd2"/>
                </a:cxn>
                <a:cxn ang="16200000">
                  <a:pos x="wd2" y="hd2"/>
                </a:cxn>
              </a:cxnLst>
              <a:rect l="0" t="0" r="r" b="b"/>
              <a:pathLst>
                <a:path w="20671" h="21600" fill="norm" stroke="1" extrusionOk="0">
                  <a:moveTo>
                    <a:pt x="3426" y="0"/>
                  </a:moveTo>
                  <a:cubicBezTo>
                    <a:pt x="2390" y="0"/>
                    <a:pt x="1328" y="640"/>
                    <a:pt x="784" y="1280"/>
                  </a:cubicBezTo>
                  <a:cubicBezTo>
                    <a:pt x="-511" y="2803"/>
                    <a:pt x="-84" y="5347"/>
                    <a:pt x="1211" y="6352"/>
                  </a:cubicBezTo>
                  <a:lnTo>
                    <a:pt x="15469" y="21097"/>
                  </a:lnTo>
                  <a:cubicBezTo>
                    <a:pt x="16336" y="21600"/>
                    <a:pt x="17191" y="21600"/>
                    <a:pt x="18059" y="21600"/>
                  </a:cubicBezTo>
                  <a:cubicBezTo>
                    <a:pt x="18926" y="21600"/>
                    <a:pt x="20221" y="21097"/>
                    <a:pt x="20221" y="20077"/>
                  </a:cubicBezTo>
                  <a:cubicBezTo>
                    <a:pt x="21089" y="19056"/>
                    <a:pt x="20649" y="16528"/>
                    <a:pt x="19354" y="15507"/>
                  </a:cubicBezTo>
                  <a:lnTo>
                    <a:pt x="5096" y="777"/>
                  </a:lnTo>
                  <a:cubicBezTo>
                    <a:pt x="4630" y="213"/>
                    <a:pt x="4034" y="0"/>
                    <a:pt x="3426" y="0"/>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5" name="Google Shape;1513;p40"/>
            <p:cNvSpPr/>
            <p:nvPr/>
          </p:nvSpPr>
          <p:spPr>
            <a:xfrm>
              <a:off x="-1" y="1008820"/>
              <a:ext cx="139111" cy="156088"/>
            </a:xfrm>
            <a:custGeom>
              <a:avLst/>
              <a:gdLst/>
              <a:ahLst/>
              <a:cxnLst>
                <a:cxn ang="0">
                  <a:pos x="wd2" y="hd2"/>
                </a:cxn>
                <a:cxn ang="5400000">
                  <a:pos x="wd2" y="hd2"/>
                </a:cxn>
                <a:cxn ang="10800000">
                  <a:pos x="wd2" y="hd2"/>
                </a:cxn>
                <a:cxn ang="16200000">
                  <a:pos x="wd2" y="hd2"/>
                </a:cxn>
              </a:cxnLst>
              <a:rect l="0" t="0" r="r" b="b"/>
              <a:pathLst>
                <a:path w="19774" h="21600" fill="norm" stroke="1" extrusionOk="0">
                  <a:moveTo>
                    <a:pt x="9976" y="0"/>
                  </a:moveTo>
                  <a:cubicBezTo>
                    <a:pt x="9260" y="0"/>
                    <a:pt x="8533" y="87"/>
                    <a:pt x="7798" y="266"/>
                  </a:cubicBezTo>
                  <a:cubicBezTo>
                    <a:pt x="2466" y="1432"/>
                    <a:pt x="-868" y="7255"/>
                    <a:pt x="199" y="13083"/>
                  </a:cubicBezTo>
                  <a:cubicBezTo>
                    <a:pt x="1246" y="18173"/>
                    <a:pt x="5455" y="21600"/>
                    <a:pt x="10064" y="21600"/>
                  </a:cubicBezTo>
                  <a:cubicBezTo>
                    <a:pt x="10723" y="21600"/>
                    <a:pt x="11395" y="21530"/>
                    <a:pt x="12062" y="21382"/>
                  </a:cubicBezTo>
                  <a:cubicBezTo>
                    <a:pt x="17398" y="20072"/>
                    <a:pt x="20732" y="14249"/>
                    <a:pt x="19529" y="8421"/>
                  </a:cubicBezTo>
                  <a:cubicBezTo>
                    <a:pt x="18382" y="3401"/>
                    <a:pt x="14453" y="0"/>
                    <a:pt x="9976"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6" name="Google Shape;1514;p40"/>
            <p:cNvSpPr/>
            <p:nvPr/>
          </p:nvSpPr>
          <p:spPr>
            <a:xfrm>
              <a:off x="87162" y="0"/>
              <a:ext cx="351598" cy="394693"/>
            </a:xfrm>
            <a:custGeom>
              <a:avLst/>
              <a:gdLst/>
              <a:ahLst/>
              <a:cxnLst>
                <a:cxn ang="0">
                  <a:pos x="wd2" y="hd2"/>
                </a:cxn>
                <a:cxn ang="5400000">
                  <a:pos x="wd2" y="hd2"/>
                </a:cxn>
                <a:cxn ang="10800000">
                  <a:pos x="wd2" y="hd2"/>
                </a:cxn>
                <a:cxn ang="16200000">
                  <a:pos x="wd2" y="hd2"/>
                </a:cxn>
              </a:cxnLst>
              <a:rect l="0" t="0" r="r" b="b"/>
              <a:pathLst>
                <a:path w="20091" h="21600" fill="norm" stroke="1" extrusionOk="0">
                  <a:moveTo>
                    <a:pt x="10085" y="0"/>
                  </a:moveTo>
                  <a:cubicBezTo>
                    <a:pt x="9544" y="0"/>
                    <a:pt x="8996" y="48"/>
                    <a:pt x="8445" y="147"/>
                  </a:cubicBezTo>
                  <a:cubicBezTo>
                    <a:pt x="2977" y="1069"/>
                    <a:pt x="-775" y="6653"/>
                    <a:pt x="136" y="12528"/>
                  </a:cubicBezTo>
                  <a:cubicBezTo>
                    <a:pt x="907" y="17809"/>
                    <a:pt x="5144" y="21600"/>
                    <a:pt x="10003" y="21600"/>
                  </a:cubicBezTo>
                  <a:cubicBezTo>
                    <a:pt x="10550" y="21600"/>
                    <a:pt x="11102" y="21552"/>
                    <a:pt x="11660" y="21453"/>
                  </a:cubicBezTo>
                  <a:cubicBezTo>
                    <a:pt x="17126" y="20531"/>
                    <a:pt x="20825" y="14947"/>
                    <a:pt x="19967" y="9072"/>
                  </a:cubicBezTo>
                  <a:cubicBezTo>
                    <a:pt x="19148" y="3791"/>
                    <a:pt x="14906" y="0"/>
                    <a:pt x="10085"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7" name="Google Shape;1515;p40"/>
            <p:cNvSpPr/>
            <p:nvPr/>
          </p:nvSpPr>
          <p:spPr>
            <a:xfrm>
              <a:off x="119587" y="36340"/>
              <a:ext cx="287015" cy="3220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69" y="0"/>
                    <a:pt x="0" y="4871"/>
                    <a:pt x="0" y="10800"/>
                  </a:cubicBezTo>
                  <a:cubicBezTo>
                    <a:pt x="0" y="16729"/>
                    <a:pt x="4869" y="21600"/>
                    <a:pt x="10799" y="21600"/>
                  </a:cubicBezTo>
                  <a:cubicBezTo>
                    <a:pt x="16729" y="21600"/>
                    <a:pt x="21600" y="16729"/>
                    <a:pt x="21600" y="10800"/>
                  </a:cubicBezTo>
                  <a:cubicBezTo>
                    <a:pt x="21600" y="4801"/>
                    <a:pt x="16729" y="72"/>
                    <a:pt x="1079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8" name="Google Shape;1516;p40"/>
            <p:cNvSpPr/>
            <p:nvPr/>
          </p:nvSpPr>
          <p:spPr>
            <a:xfrm>
              <a:off x="202118" y="80535"/>
              <a:ext cx="126623" cy="2367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60" y="5761"/>
                  </a:moveTo>
                  <a:lnTo>
                    <a:pt x="8960" y="8544"/>
                  </a:lnTo>
                  <a:cubicBezTo>
                    <a:pt x="8001" y="8256"/>
                    <a:pt x="7680" y="8161"/>
                    <a:pt x="7200" y="7873"/>
                  </a:cubicBezTo>
                  <a:cubicBezTo>
                    <a:pt x="7042" y="7681"/>
                    <a:pt x="6879" y="7393"/>
                    <a:pt x="6879" y="7105"/>
                  </a:cubicBezTo>
                  <a:cubicBezTo>
                    <a:pt x="6879" y="6337"/>
                    <a:pt x="7680" y="5954"/>
                    <a:pt x="8960" y="5761"/>
                  </a:cubicBezTo>
                  <a:close/>
                  <a:moveTo>
                    <a:pt x="12640" y="13344"/>
                  </a:moveTo>
                  <a:cubicBezTo>
                    <a:pt x="13441" y="13439"/>
                    <a:pt x="14079" y="13632"/>
                    <a:pt x="14242" y="13919"/>
                  </a:cubicBezTo>
                  <a:cubicBezTo>
                    <a:pt x="14400" y="14112"/>
                    <a:pt x="14563" y="14400"/>
                    <a:pt x="14563" y="14783"/>
                  </a:cubicBezTo>
                  <a:cubicBezTo>
                    <a:pt x="14563" y="15361"/>
                    <a:pt x="13762" y="15744"/>
                    <a:pt x="12640" y="15937"/>
                  </a:cubicBezTo>
                  <a:lnTo>
                    <a:pt x="12640" y="13344"/>
                  </a:lnTo>
                  <a:close/>
                  <a:moveTo>
                    <a:pt x="8960" y="0"/>
                  </a:moveTo>
                  <a:lnTo>
                    <a:pt x="8960" y="2400"/>
                  </a:lnTo>
                  <a:cubicBezTo>
                    <a:pt x="6241" y="2498"/>
                    <a:pt x="4001" y="3073"/>
                    <a:pt x="2398" y="3937"/>
                  </a:cubicBezTo>
                  <a:cubicBezTo>
                    <a:pt x="801" y="4800"/>
                    <a:pt x="0" y="5954"/>
                    <a:pt x="0" y="7298"/>
                  </a:cubicBezTo>
                  <a:cubicBezTo>
                    <a:pt x="0" y="8449"/>
                    <a:pt x="801" y="9600"/>
                    <a:pt x="2240" y="10561"/>
                  </a:cubicBezTo>
                  <a:cubicBezTo>
                    <a:pt x="3679" y="11519"/>
                    <a:pt x="5603" y="12095"/>
                    <a:pt x="8481" y="12576"/>
                  </a:cubicBezTo>
                  <a:lnTo>
                    <a:pt x="8960" y="12673"/>
                  </a:lnTo>
                  <a:lnTo>
                    <a:pt x="8960" y="16224"/>
                  </a:lnTo>
                  <a:cubicBezTo>
                    <a:pt x="8001" y="16224"/>
                    <a:pt x="6879" y="16032"/>
                    <a:pt x="5440" y="15839"/>
                  </a:cubicBezTo>
                  <a:cubicBezTo>
                    <a:pt x="4159" y="15551"/>
                    <a:pt x="3041" y="15361"/>
                    <a:pt x="1760" y="14976"/>
                  </a:cubicBezTo>
                  <a:lnTo>
                    <a:pt x="0" y="18432"/>
                  </a:lnTo>
                  <a:cubicBezTo>
                    <a:pt x="2561" y="19200"/>
                    <a:pt x="5603" y="19488"/>
                    <a:pt x="8960" y="19681"/>
                  </a:cubicBezTo>
                  <a:lnTo>
                    <a:pt x="9440" y="19681"/>
                  </a:lnTo>
                  <a:lnTo>
                    <a:pt x="9440" y="21600"/>
                  </a:lnTo>
                  <a:lnTo>
                    <a:pt x="12961" y="21600"/>
                  </a:lnTo>
                  <a:lnTo>
                    <a:pt x="12961" y="19681"/>
                  </a:lnTo>
                  <a:cubicBezTo>
                    <a:pt x="15839" y="19393"/>
                    <a:pt x="17763" y="18814"/>
                    <a:pt x="19360" y="17951"/>
                  </a:cubicBezTo>
                  <a:cubicBezTo>
                    <a:pt x="20799" y="17183"/>
                    <a:pt x="21600" y="15937"/>
                    <a:pt x="21600" y="14495"/>
                  </a:cubicBezTo>
                  <a:cubicBezTo>
                    <a:pt x="21600" y="13151"/>
                    <a:pt x="20799" y="12193"/>
                    <a:pt x="19360" y="11232"/>
                  </a:cubicBezTo>
                  <a:cubicBezTo>
                    <a:pt x="17763" y="10368"/>
                    <a:pt x="15839" y="9698"/>
                    <a:pt x="13282" y="9312"/>
                  </a:cubicBezTo>
                  <a:lnTo>
                    <a:pt x="12640" y="9217"/>
                  </a:lnTo>
                  <a:lnTo>
                    <a:pt x="12640" y="5856"/>
                  </a:lnTo>
                  <a:cubicBezTo>
                    <a:pt x="15043" y="5954"/>
                    <a:pt x="16803" y="6337"/>
                    <a:pt x="18242" y="6912"/>
                  </a:cubicBezTo>
                  <a:lnTo>
                    <a:pt x="20482" y="3554"/>
                  </a:lnTo>
                  <a:cubicBezTo>
                    <a:pt x="17763" y="2978"/>
                    <a:pt x="15201" y="2498"/>
                    <a:pt x="12640" y="2400"/>
                  </a:cubicBezTo>
                  <a:lnTo>
                    <a:pt x="12640" y="0"/>
                  </a:ln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59" name="Google Shape;1517;p40"/>
            <p:cNvSpPr/>
            <p:nvPr/>
          </p:nvSpPr>
          <p:spPr>
            <a:xfrm>
              <a:off x="3010094" y="429659"/>
              <a:ext cx="70357" cy="789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0" name="Google Shape;1518;p40"/>
            <p:cNvSpPr/>
            <p:nvPr/>
          </p:nvSpPr>
          <p:spPr>
            <a:xfrm>
              <a:off x="3001658" y="420196"/>
              <a:ext cx="87227" cy="97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1" name="Google Shape;1519;p40"/>
            <p:cNvSpPr/>
            <p:nvPr/>
          </p:nvSpPr>
          <p:spPr>
            <a:xfrm>
              <a:off x="2840337" y="624325"/>
              <a:ext cx="86271" cy="97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2" name="Google Shape;1520;p40"/>
            <p:cNvSpPr/>
            <p:nvPr/>
          </p:nvSpPr>
          <p:spPr>
            <a:xfrm>
              <a:off x="2817814" y="347577"/>
              <a:ext cx="15945" cy="2441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3" name="Google Shape;1521;p40"/>
            <p:cNvSpPr/>
            <p:nvPr/>
          </p:nvSpPr>
          <p:spPr>
            <a:xfrm>
              <a:off x="2716498" y="460164"/>
              <a:ext cx="217617" cy="178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4" name="Google Shape;1522;p40"/>
            <p:cNvSpPr/>
            <p:nvPr/>
          </p:nvSpPr>
          <p:spPr>
            <a:xfrm>
              <a:off x="3401237" y="588553"/>
              <a:ext cx="558112" cy="6260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5" name="Google Shape;1523;p40"/>
            <p:cNvSpPr/>
            <p:nvPr/>
          </p:nvSpPr>
          <p:spPr>
            <a:xfrm>
              <a:off x="1584131" y="2049392"/>
              <a:ext cx="86300" cy="97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4" y="4185"/>
                  </a:moveTo>
                  <a:cubicBezTo>
                    <a:pt x="14555" y="4185"/>
                    <a:pt x="17609" y="7200"/>
                    <a:pt x="17609" y="10918"/>
                  </a:cubicBezTo>
                  <a:cubicBezTo>
                    <a:pt x="17609" y="14637"/>
                    <a:pt x="14555" y="17652"/>
                    <a:pt x="10804" y="17652"/>
                  </a:cubicBezTo>
                  <a:cubicBezTo>
                    <a:pt x="7045" y="17652"/>
                    <a:pt x="3991" y="14637"/>
                    <a:pt x="3991" y="10918"/>
                  </a:cubicBezTo>
                  <a:cubicBezTo>
                    <a:pt x="3991" y="7200"/>
                    <a:pt x="7045" y="4185"/>
                    <a:pt x="10804" y="4185"/>
                  </a:cubicBezTo>
                  <a:close/>
                  <a:moveTo>
                    <a:pt x="10804" y="0"/>
                  </a:moveTo>
                  <a:cubicBezTo>
                    <a:pt x="4934" y="0"/>
                    <a:pt x="0" y="5111"/>
                    <a:pt x="0" y="10918"/>
                  </a:cubicBezTo>
                  <a:cubicBezTo>
                    <a:pt x="0" y="16726"/>
                    <a:pt x="4934" y="21600"/>
                    <a:pt x="10804" y="21600"/>
                  </a:cubicBezTo>
                  <a:cubicBezTo>
                    <a:pt x="16673" y="21600"/>
                    <a:pt x="21600" y="16726"/>
                    <a:pt x="21600" y="10918"/>
                  </a:cubicBezTo>
                  <a:cubicBezTo>
                    <a:pt x="21600" y="5111"/>
                    <a:pt x="16673" y="0"/>
                    <a:pt x="1080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674" name="Google Shape;1524;p40"/>
            <p:cNvGrpSpPr/>
            <p:nvPr/>
          </p:nvGrpSpPr>
          <p:grpSpPr>
            <a:xfrm>
              <a:off x="646585" y="853849"/>
              <a:ext cx="1548010" cy="2534191"/>
              <a:chOff x="0" y="0"/>
              <a:chExt cx="1548008" cy="2534189"/>
            </a:xfrm>
          </p:grpSpPr>
          <p:sp>
            <p:nvSpPr>
              <p:cNvPr id="1666" name="Google Shape;1525;p40"/>
              <p:cNvSpPr/>
              <p:nvPr/>
            </p:nvSpPr>
            <p:spPr>
              <a:xfrm>
                <a:off x="1292100" y="-1"/>
                <a:ext cx="15947" cy="2430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7" name="Google Shape;1526;p40"/>
              <p:cNvSpPr/>
              <p:nvPr/>
            </p:nvSpPr>
            <p:spPr>
              <a:xfrm>
                <a:off x="1190813" y="111543"/>
                <a:ext cx="216661" cy="178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8" name="Google Shape;1527;p40"/>
              <p:cNvSpPr/>
              <p:nvPr/>
            </p:nvSpPr>
            <p:spPr>
              <a:xfrm>
                <a:off x="1395097" y="276116"/>
                <a:ext cx="152912" cy="183752"/>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69" name="Google Shape;1528;p40"/>
              <p:cNvSpPr/>
              <p:nvPr/>
            </p:nvSpPr>
            <p:spPr>
              <a:xfrm>
                <a:off x="1191748" y="1282892"/>
                <a:ext cx="86299" cy="97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0" name="Google Shape;1529;p40"/>
              <p:cNvSpPr/>
              <p:nvPr/>
            </p:nvSpPr>
            <p:spPr>
              <a:xfrm>
                <a:off x="1066053" y="888038"/>
                <a:ext cx="174706" cy="218452"/>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1" name="Google Shape;1530;p40"/>
              <p:cNvSpPr/>
              <p:nvPr/>
            </p:nvSpPr>
            <p:spPr>
              <a:xfrm>
                <a:off x="-1" y="2282711"/>
                <a:ext cx="70328" cy="789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2" name="Google Shape;1531;p40"/>
              <p:cNvSpPr/>
              <p:nvPr/>
            </p:nvSpPr>
            <p:spPr>
              <a:xfrm>
                <a:off x="146306" y="2436337"/>
                <a:ext cx="87227" cy="97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3" name="Google Shape;1532;p40"/>
              <p:cNvSpPr/>
              <p:nvPr/>
            </p:nvSpPr>
            <p:spPr>
              <a:xfrm>
                <a:off x="125050" y="2077508"/>
                <a:ext cx="194483" cy="195992"/>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675" name="Google Shape;1533;p40"/>
            <p:cNvSpPr/>
            <p:nvPr/>
          </p:nvSpPr>
          <p:spPr>
            <a:xfrm>
              <a:off x="491947" y="114225"/>
              <a:ext cx="456798" cy="5134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8" y="0"/>
                  </a:moveTo>
                  <a:cubicBezTo>
                    <a:pt x="4835" y="0"/>
                    <a:pt x="0" y="4825"/>
                    <a:pt x="0" y="10800"/>
                  </a:cubicBezTo>
                  <a:cubicBezTo>
                    <a:pt x="0" y="16775"/>
                    <a:pt x="4835" y="21600"/>
                    <a:pt x="10778" y="21600"/>
                  </a:cubicBezTo>
                  <a:cubicBezTo>
                    <a:pt x="16765" y="21600"/>
                    <a:pt x="21600" y="16775"/>
                    <a:pt x="21600" y="10800"/>
                  </a:cubicBezTo>
                  <a:cubicBezTo>
                    <a:pt x="21600" y="4825"/>
                    <a:pt x="16765" y="0"/>
                    <a:pt x="1077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6" name="Google Shape;1534;p40"/>
            <p:cNvSpPr/>
            <p:nvPr/>
          </p:nvSpPr>
          <p:spPr>
            <a:xfrm>
              <a:off x="535110" y="162616"/>
              <a:ext cx="370501" cy="4167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2" y="0"/>
                  </a:moveTo>
                  <a:cubicBezTo>
                    <a:pt x="4811" y="0"/>
                    <a:pt x="0" y="4855"/>
                    <a:pt x="0" y="10800"/>
                  </a:cubicBezTo>
                  <a:cubicBezTo>
                    <a:pt x="0" y="16745"/>
                    <a:pt x="4811" y="21600"/>
                    <a:pt x="10772" y="21600"/>
                  </a:cubicBezTo>
                  <a:cubicBezTo>
                    <a:pt x="16787" y="21600"/>
                    <a:pt x="21600" y="16745"/>
                    <a:pt x="21600" y="10800"/>
                  </a:cubicBezTo>
                  <a:cubicBezTo>
                    <a:pt x="21600" y="4855"/>
                    <a:pt x="16787" y="0"/>
                    <a:pt x="10772"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7" name="Google Shape;1535;p40"/>
            <p:cNvSpPr/>
            <p:nvPr/>
          </p:nvSpPr>
          <p:spPr>
            <a:xfrm>
              <a:off x="609205" y="197347"/>
              <a:ext cx="222494" cy="347250"/>
            </a:xfrm>
            <a:custGeom>
              <a:avLst/>
              <a:gdLst/>
              <a:ahLst/>
              <a:cxnLst>
                <a:cxn ang="0">
                  <a:pos x="wd2" y="hd2"/>
                </a:cxn>
                <a:cxn ang="5400000">
                  <a:pos x="wd2" y="hd2"/>
                </a:cxn>
                <a:cxn ang="10800000">
                  <a:pos x="wd2" y="hd2"/>
                </a:cxn>
                <a:cxn ang="16200000">
                  <a:pos x="wd2" y="hd2"/>
                </a:cxn>
              </a:cxnLst>
              <a:rect l="0" t="0" r="r" b="b"/>
              <a:pathLst>
                <a:path w="21439" h="21600" fill="norm" stroke="1" extrusionOk="0">
                  <a:moveTo>
                    <a:pt x="8315" y="5498"/>
                  </a:moveTo>
                  <a:cubicBezTo>
                    <a:pt x="9581" y="5563"/>
                    <a:pt x="10846" y="5563"/>
                    <a:pt x="11930" y="5563"/>
                  </a:cubicBezTo>
                  <a:cubicBezTo>
                    <a:pt x="12382" y="5630"/>
                    <a:pt x="12835" y="5694"/>
                    <a:pt x="13287" y="5891"/>
                  </a:cubicBezTo>
                  <a:cubicBezTo>
                    <a:pt x="14371" y="6218"/>
                    <a:pt x="14824" y="6807"/>
                    <a:pt x="14824" y="7527"/>
                  </a:cubicBezTo>
                  <a:cubicBezTo>
                    <a:pt x="14642" y="8379"/>
                    <a:pt x="14100" y="8771"/>
                    <a:pt x="13195" y="9099"/>
                  </a:cubicBezTo>
                  <a:cubicBezTo>
                    <a:pt x="12111" y="9491"/>
                    <a:pt x="10846" y="9491"/>
                    <a:pt x="9581" y="9491"/>
                  </a:cubicBezTo>
                  <a:lnTo>
                    <a:pt x="8315" y="9491"/>
                  </a:lnTo>
                  <a:lnTo>
                    <a:pt x="8315" y="5498"/>
                  </a:lnTo>
                  <a:close/>
                  <a:moveTo>
                    <a:pt x="9914" y="11448"/>
                  </a:moveTo>
                  <a:cubicBezTo>
                    <a:pt x="10965" y="11448"/>
                    <a:pt x="11989" y="11477"/>
                    <a:pt x="13014" y="11652"/>
                  </a:cubicBezTo>
                  <a:cubicBezTo>
                    <a:pt x="13558" y="11716"/>
                    <a:pt x="14100" y="11848"/>
                    <a:pt x="14642" y="12044"/>
                  </a:cubicBezTo>
                  <a:cubicBezTo>
                    <a:pt x="15544" y="12372"/>
                    <a:pt x="15997" y="12960"/>
                    <a:pt x="15997" y="13745"/>
                  </a:cubicBezTo>
                  <a:cubicBezTo>
                    <a:pt x="15907" y="14465"/>
                    <a:pt x="15365" y="14989"/>
                    <a:pt x="14461" y="15317"/>
                  </a:cubicBezTo>
                  <a:cubicBezTo>
                    <a:pt x="13195" y="15774"/>
                    <a:pt x="11840" y="15906"/>
                    <a:pt x="10483" y="15906"/>
                  </a:cubicBezTo>
                  <a:lnTo>
                    <a:pt x="8315" y="15906"/>
                  </a:lnTo>
                  <a:lnTo>
                    <a:pt x="8315" y="11455"/>
                  </a:lnTo>
                  <a:cubicBezTo>
                    <a:pt x="8857" y="11455"/>
                    <a:pt x="9388" y="11448"/>
                    <a:pt x="9914" y="11448"/>
                  </a:cubicBezTo>
                  <a:close/>
                  <a:moveTo>
                    <a:pt x="10483" y="0"/>
                  </a:moveTo>
                  <a:lnTo>
                    <a:pt x="10483" y="3208"/>
                  </a:lnTo>
                  <a:cubicBezTo>
                    <a:pt x="9670" y="3208"/>
                    <a:pt x="9039" y="3208"/>
                    <a:pt x="8226" y="3273"/>
                  </a:cubicBezTo>
                  <a:lnTo>
                    <a:pt x="8226" y="65"/>
                  </a:lnTo>
                  <a:lnTo>
                    <a:pt x="5514" y="65"/>
                  </a:lnTo>
                  <a:lnTo>
                    <a:pt x="5514" y="3338"/>
                  </a:lnTo>
                  <a:lnTo>
                    <a:pt x="0" y="3338"/>
                  </a:lnTo>
                  <a:lnTo>
                    <a:pt x="0" y="5498"/>
                  </a:lnTo>
                  <a:lnTo>
                    <a:pt x="2260" y="5498"/>
                  </a:lnTo>
                  <a:cubicBezTo>
                    <a:pt x="3165" y="5498"/>
                    <a:pt x="3614" y="5891"/>
                    <a:pt x="3614" y="6546"/>
                  </a:cubicBezTo>
                  <a:lnTo>
                    <a:pt x="3614" y="15121"/>
                  </a:lnTo>
                  <a:cubicBezTo>
                    <a:pt x="3614" y="15709"/>
                    <a:pt x="3254" y="15970"/>
                    <a:pt x="2441" y="15970"/>
                  </a:cubicBezTo>
                  <a:lnTo>
                    <a:pt x="542" y="15970"/>
                  </a:lnTo>
                  <a:cubicBezTo>
                    <a:pt x="271" y="16757"/>
                    <a:pt x="182" y="17542"/>
                    <a:pt x="0" y="18327"/>
                  </a:cubicBezTo>
                  <a:lnTo>
                    <a:pt x="5514" y="18327"/>
                  </a:lnTo>
                  <a:lnTo>
                    <a:pt x="5514" y="21600"/>
                  </a:lnTo>
                  <a:lnTo>
                    <a:pt x="8226" y="21600"/>
                  </a:lnTo>
                  <a:lnTo>
                    <a:pt x="8226" y="18327"/>
                  </a:lnTo>
                  <a:lnTo>
                    <a:pt x="10394" y="18327"/>
                  </a:lnTo>
                  <a:lnTo>
                    <a:pt x="10394" y="21600"/>
                  </a:lnTo>
                  <a:lnTo>
                    <a:pt x="13106" y="21600"/>
                  </a:lnTo>
                  <a:lnTo>
                    <a:pt x="13106" y="18392"/>
                  </a:lnTo>
                  <a:cubicBezTo>
                    <a:pt x="14553" y="18262"/>
                    <a:pt x="15907" y="18066"/>
                    <a:pt x="17262" y="17870"/>
                  </a:cubicBezTo>
                  <a:cubicBezTo>
                    <a:pt x="19614" y="17346"/>
                    <a:pt x="20969" y="16298"/>
                    <a:pt x="21329" y="14465"/>
                  </a:cubicBezTo>
                  <a:cubicBezTo>
                    <a:pt x="21421" y="14269"/>
                    <a:pt x="21421" y="14008"/>
                    <a:pt x="21421" y="13745"/>
                  </a:cubicBezTo>
                  <a:cubicBezTo>
                    <a:pt x="21600" y="11848"/>
                    <a:pt x="20427" y="10669"/>
                    <a:pt x="17804" y="10145"/>
                  </a:cubicBezTo>
                  <a:cubicBezTo>
                    <a:pt x="17715" y="10080"/>
                    <a:pt x="17715" y="10080"/>
                    <a:pt x="17625" y="10080"/>
                  </a:cubicBezTo>
                  <a:lnTo>
                    <a:pt x="17715" y="10015"/>
                  </a:lnTo>
                  <a:cubicBezTo>
                    <a:pt x="19885" y="9032"/>
                    <a:pt x="20516" y="7199"/>
                    <a:pt x="19522" y="5563"/>
                  </a:cubicBezTo>
                  <a:cubicBezTo>
                    <a:pt x="18980" y="4582"/>
                    <a:pt x="17896" y="3993"/>
                    <a:pt x="16631" y="3797"/>
                  </a:cubicBezTo>
                  <a:cubicBezTo>
                    <a:pt x="15544" y="3534"/>
                    <a:pt x="14553" y="3469"/>
                    <a:pt x="13558" y="3273"/>
                  </a:cubicBezTo>
                  <a:cubicBezTo>
                    <a:pt x="13287" y="3273"/>
                    <a:pt x="13195" y="3208"/>
                    <a:pt x="13195" y="3012"/>
                  </a:cubicBezTo>
                  <a:lnTo>
                    <a:pt x="13195" y="0"/>
                  </a:ln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8" name="Google Shape;1536;p40"/>
            <p:cNvSpPr/>
            <p:nvPr/>
          </p:nvSpPr>
          <p:spPr>
            <a:xfrm>
              <a:off x="3068029" y="5135697"/>
              <a:ext cx="387401" cy="124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4" y="0"/>
                  </a:moveTo>
                  <a:cubicBezTo>
                    <a:pt x="4812" y="0"/>
                    <a:pt x="0" y="4758"/>
                    <a:pt x="0" y="10800"/>
                  </a:cubicBezTo>
                  <a:cubicBezTo>
                    <a:pt x="0" y="16655"/>
                    <a:pt x="4812" y="21600"/>
                    <a:pt x="10774" y="21600"/>
                  </a:cubicBezTo>
                  <a:cubicBezTo>
                    <a:pt x="16735" y="21600"/>
                    <a:pt x="21600" y="16655"/>
                    <a:pt x="21600" y="10800"/>
                  </a:cubicBezTo>
                  <a:cubicBezTo>
                    <a:pt x="21600" y="4758"/>
                    <a:pt x="16735" y="0"/>
                    <a:pt x="10774" y="0"/>
                  </a:cubicBezTo>
                  <a:close/>
                </a:path>
              </a:pathLst>
            </a:custGeom>
            <a:solidFill>
              <a:srgbClr val="3737B7"/>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79" name="Google Shape;1537;p40"/>
            <p:cNvSpPr/>
            <p:nvPr/>
          </p:nvSpPr>
          <p:spPr>
            <a:xfrm>
              <a:off x="3083047" y="4821063"/>
              <a:ext cx="356441" cy="1399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1" y="0"/>
                    <a:pt x="0" y="4873"/>
                    <a:pt x="0" y="10720"/>
                  </a:cubicBezTo>
                  <a:cubicBezTo>
                    <a:pt x="0" y="16727"/>
                    <a:pt x="4831" y="21600"/>
                    <a:pt x="10800" y="21600"/>
                  </a:cubicBezTo>
                  <a:cubicBezTo>
                    <a:pt x="16767" y="21600"/>
                    <a:pt x="21600" y="16727"/>
                    <a:pt x="21600" y="10720"/>
                  </a:cubicBezTo>
                  <a:cubicBezTo>
                    <a:pt x="21600" y="4873"/>
                    <a:pt x="16767" y="0"/>
                    <a:pt x="10800"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0" name="Google Shape;1538;p40"/>
            <p:cNvSpPr/>
            <p:nvPr/>
          </p:nvSpPr>
          <p:spPr>
            <a:xfrm>
              <a:off x="3086786" y="4904186"/>
              <a:ext cx="347048" cy="299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3444" y="16370"/>
                  </a:lnTo>
                  <a:cubicBezTo>
                    <a:pt x="4087" y="19553"/>
                    <a:pt x="6306" y="21600"/>
                    <a:pt x="8758" y="21600"/>
                  </a:cubicBezTo>
                  <a:lnTo>
                    <a:pt x="12844" y="21600"/>
                  </a:lnTo>
                  <a:cubicBezTo>
                    <a:pt x="15354" y="21600"/>
                    <a:pt x="17513" y="19403"/>
                    <a:pt x="18156" y="16370"/>
                  </a:cubicBezTo>
                  <a:lnTo>
                    <a:pt x="21600" y="0"/>
                  </a:lnTo>
                  <a:cubicBezTo>
                    <a:pt x="20725" y="2349"/>
                    <a:pt x="16288" y="4094"/>
                    <a:pt x="10860" y="4094"/>
                  </a:cubicBezTo>
                  <a:cubicBezTo>
                    <a:pt x="5488" y="4094"/>
                    <a:pt x="935" y="2349"/>
                    <a:pt x="0"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1" name="Google Shape;1539;p40"/>
            <p:cNvSpPr/>
            <p:nvPr/>
          </p:nvSpPr>
          <p:spPr>
            <a:xfrm>
              <a:off x="3125253" y="4855605"/>
              <a:ext cx="270143" cy="105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72" y="0"/>
                  </a:moveTo>
                  <a:cubicBezTo>
                    <a:pt x="6664" y="0"/>
                    <a:pt x="2221" y="4822"/>
                    <a:pt x="0" y="16423"/>
                  </a:cubicBezTo>
                  <a:cubicBezTo>
                    <a:pt x="2624" y="19655"/>
                    <a:pt x="6525" y="21600"/>
                    <a:pt x="10875" y="21600"/>
                  </a:cubicBezTo>
                  <a:cubicBezTo>
                    <a:pt x="15224" y="21600"/>
                    <a:pt x="18974" y="19655"/>
                    <a:pt x="21600" y="16636"/>
                  </a:cubicBezTo>
                  <a:cubicBezTo>
                    <a:pt x="21299" y="12112"/>
                    <a:pt x="20024" y="8014"/>
                    <a:pt x="18601" y="5642"/>
                  </a:cubicBezTo>
                  <a:cubicBezTo>
                    <a:pt x="16552" y="2062"/>
                    <a:pt x="13791" y="0"/>
                    <a:pt x="1097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2" name="Google Shape;1540;p40"/>
            <p:cNvSpPr/>
            <p:nvPr/>
          </p:nvSpPr>
          <p:spPr>
            <a:xfrm>
              <a:off x="3069670" y="4586397"/>
              <a:ext cx="337230" cy="345168"/>
            </a:xfrm>
            <a:custGeom>
              <a:avLst/>
              <a:gdLst/>
              <a:ahLst/>
              <a:cxnLst>
                <a:cxn ang="0">
                  <a:pos x="wd2" y="hd2"/>
                </a:cxn>
                <a:cxn ang="5400000">
                  <a:pos x="wd2" y="hd2"/>
                </a:cxn>
                <a:cxn ang="10800000">
                  <a:pos x="wd2" y="hd2"/>
                </a:cxn>
                <a:cxn ang="16200000">
                  <a:pos x="wd2" y="hd2"/>
                </a:cxn>
              </a:cxnLst>
              <a:rect l="0" t="0" r="r" b="b"/>
              <a:pathLst>
                <a:path w="21159" h="21600" fill="norm" stroke="1" extrusionOk="0">
                  <a:moveTo>
                    <a:pt x="10197" y="0"/>
                  </a:moveTo>
                  <a:cubicBezTo>
                    <a:pt x="8902" y="0"/>
                    <a:pt x="8136" y="1646"/>
                    <a:pt x="7842" y="3162"/>
                  </a:cubicBezTo>
                  <a:cubicBezTo>
                    <a:pt x="7018" y="8364"/>
                    <a:pt x="8489" y="12841"/>
                    <a:pt x="10197" y="17318"/>
                  </a:cubicBezTo>
                  <a:cubicBezTo>
                    <a:pt x="9961" y="16923"/>
                    <a:pt x="9784" y="16594"/>
                    <a:pt x="9550" y="16199"/>
                  </a:cubicBezTo>
                  <a:cubicBezTo>
                    <a:pt x="8726" y="14817"/>
                    <a:pt x="7842" y="13368"/>
                    <a:pt x="7018" y="11657"/>
                  </a:cubicBezTo>
                  <a:cubicBezTo>
                    <a:pt x="6549" y="10603"/>
                    <a:pt x="6017" y="9351"/>
                    <a:pt x="5135" y="8429"/>
                  </a:cubicBezTo>
                  <a:cubicBezTo>
                    <a:pt x="4437" y="7697"/>
                    <a:pt x="3512" y="7290"/>
                    <a:pt x="2672" y="7290"/>
                  </a:cubicBezTo>
                  <a:cubicBezTo>
                    <a:pt x="2380" y="7290"/>
                    <a:pt x="2097" y="7339"/>
                    <a:pt x="1840" y="7442"/>
                  </a:cubicBezTo>
                  <a:cubicBezTo>
                    <a:pt x="368" y="8034"/>
                    <a:pt x="-221" y="10076"/>
                    <a:pt x="74" y="11657"/>
                  </a:cubicBezTo>
                  <a:cubicBezTo>
                    <a:pt x="368" y="13368"/>
                    <a:pt x="1427" y="14685"/>
                    <a:pt x="2311" y="15672"/>
                  </a:cubicBezTo>
                  <a:cubicBezTo>
                    <a:pt x="4901" y="18505"/>
                    <a:pt x="8136" y="20546"/>
                    <a:pt x="11668" y="21533"/>
                  </a:cubicBezTo>
                  <a:cubicBezTo>
                    <a:pt x="11727" y="21533"/>
                    <a:pt x="11903" y="21600"/>
                    <a:pt x="12021" y="21600"/>
                  </a:cubicBezTo>
                  <a:cubicBezTo>
                    <a:pt x="14080" y="21600"/>
                    <a:pt x="18965" y="17978"/>
                    <a:pt x="20555" y="14817"/>
                  </a:cubicBezTo>
                  <a:cubicBezTo>
                    <a:pt x="20966" y="13698"/>
                    <a:pt x="21379" y="12052"/>
                    <a:pt x="21024" y="10735"/>
                  </a:cubicBezTo>
                  <a:cubicBezTo>
                    <a:pt x="20848" y="10076"/>
                    <a:pt x="20495" y="9616"/>
                    <a:pt x="19966" y="9286"/>
                  </a:cubicBezTo>
                  <a:cubicBezTo>
                    <a:pt x="19662" y="9094"/>
                    <a:pt x="19311" y="9000"/>
                    <a:pt x="18935" y="9000"/>
                  </a:cubicBezTo>
                  <a:cubicBezTo>
                    <a:pt x="18140" y="9000"/>
                    <a:pt x="17233" y="9424"/>
                    <a:pt x="16436" y="10273"/>
                  </a:cubicBezTo>
                  <a:cubicBezTo>
                    <a:pt x="14609" y="12052"/>
                    <a:pt x="13433" y="14553"/>
                    <a:pt x="12609" y="16991"/>
                  </a:cubicBezTo>
                  <a:cubicBezTo>
                    <a:pt x="13140" y="12579"/>
                    <a:pt x="13140" y="8034"/>
                    <a:pt x="12551" y="3490"/>
                  </a:cubicBezTo>
                  <a:cubicBezTo>
                    <a:pt x="12492" y="2700"/>
                    <a:pt x="11961" y="0"/>
                    <a:pt x="10197"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3" name="Google Shape;1541;p40"/>
            <p:cNvSpPr/>
            <p:nvPr/>
          </p:nvSpPr>
          <p:spPr>
            <a:xfrm>
              <a:off x="3085857" y="4904186"/>
              <a:ext cx="211037" cy="299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664" y="16370"/>
                  </a:lnTo>
                  <a:cubicBezTo>
                    <a:pt x="6720" y="19553"/>
                    <a:pt x="10272" y="21600"/>
                    <a:pt x="14402" y="21600"/>
                  </a:cubicBezTo>
                  <a:lnTo>
                    <a:pt x="21600" y="21600"/>
                  </a:lnTo>
                  <a:cubicBezTo>
                    <a:pt x="12384" y="17129"/>
                    <a:pt x="11233" y="9172"/>
                    <a:pt x="11714" y="3790"/>
                  </a:cubicBezTo>
                  <a:cubicBezTo>
                    <a:pt x="5759" y="3260"/>
                    <a:pt x="1344" y="1820"/>
                    <a:pt x="0" y="0"/>
                  </a:cubicBezTo>
                  <a:close/>
                </a:path>
              </a:pathLst>
            </a:custGeom>
            <a:solidFill>
              <a:srgbClr val="9E9E9E">
                <a:alpha val="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4" name="Google Shape;1542;p40"/>
            <p:cNvSpPr/>
            <p:nvPr/>
          </p:nvSpPr>
          <p:spPr>
            <a:xfrm>
              <a:off x="3453550" y="4571665"/>
              <a:ext cx="520573" cy="2020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9" y="0"/>
                  </a:moveTo>
                  <a:cubicBezTo>
                    <a:pt x="4826" y="0"/>
                    <a:pt x="0" y="4725"/>
                    <a:pt x="0" y="10802"/>
                  </a:cubicBezTo>
                  <a:cubicBezTo>
                    <a:pt x="0" y="16764"/>
                    <a:pt x="4865" y="21600"/>
                    <a:pt x="10819" y="21600"/>
                  </a:cubicBezTo>
                  <a:cubicBezTo>
                    <a:pt x="16813" y="21600"/>
                    <a:pt x="21600" y="16875"/>
                    <a:pt x="21600" y="10802"/>
                  </a:cubicBezTo>
                  <a:cubicBezTo>
                    <a:pt x="21600" y="4725"/>
                    <a:pt x="16813" y="0"/>
                    <a:pt x="10819"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5" name="Google Shape;1543;p40"/>
            <p:cNvSpPr/>
            <p:nvPr/>
          </p:nvSpPr>
          <p:spPr>
            <a:xfrm>
              <a:off x="3157566" y="3935206"/>
              <a:ext cx="602613" cy="783770"/>
            </a:xfrm>
            <a:custGeom>
              <a:avLst/>
              <a:gdLst/>
              <a:ahLst/>
              <a:cxnLst>
                <a:cxn ang="0">
                  <a:pos x="wd2" y="hd2"/>
                </a:cxn>
                <a:cxn ang="5400000">
                  <a:pos x="wd2" y="hd2"/>
                </a:cxn>
                <a:cxn ang="10800000">
                  <a:pos x="wd2" y="hd2"/>
                </a:cxn>
                <a:cxn ang="16200000">
                  <a:pos x="wd2" y="hd2"/>
                </a:cxn>
              </a:cxnLst>
              <a:rect l="0" t="0" r="r" b="b"/>
              <a:pathLst>
                <a:path w="21284" h="21600" fill="norm" stroke="1" extrusionOk="0">
                  <a:moveTo>
                    <a:pt x="2062" y="0"/>
                  </a:moveTo>
                  <a:cubicBezTo>
                    <a:pt x="1379" y="0"/>
                    <a:pt x="652" y="376"/>
                    <a:pt x="318" y="924"/>
                  </a:cubicBezTo>
                  <a:cubicBezTo>
                    <a:pt x="-180" y="1765"/>
                    <a:pt x="-14" y="2751"/>
                    <a:pt x="284" y="3650"/>
                  </a:cubicBezTo>
                  <a:cubicBezTo>
                    <a:pt x="980" y="5853"/>
                    <a:pt x="2438" y="7913"/>
                    <a:pt x="4392" y="9450"/>
                  </a:cubicBezTo>
                  <a:cubicBezTo>
                    <a:pt x="2835" y="9595"/>
                    <a:pt x="1742" y="11044"/>
                    <a:pt x="1974" y="12379"/>
                  </a:cubicBezTo>
                  <a:cubicBezTo>
                    <a:pt x="2173" y="13742"/>
                    <a:pt x="3498" y="14815"/>
                    <a:pt x="4956" y="15221"/>
                  </a:cubicBezTo>
                  <a:cubicBezTo>
                    <a:pt x="5497" y="15368"/>
                    <a:pt x="6055" y="15431"/>
                    <a:pt x="6616" y="15431"/>
                  </a:cubicBezTo>
                  <a:cubicBezTo>
                    <a:pt x="7598" y="15431"/>
                    <a:pt x="8587" y="15236"/>
                    <a:pt x="9494" y="14960"/>
                  </a:cubicBezTo>
                  <a:cubicBezTo>
                    <a:pt x="8235" y="16091"/>
                    <a:pt x="9096" y="18150"/>
                    <a:pt x="10620" y="18990"/>
                  </a:cubicBezTo>
                  <a:cubicBezTo>
                    <a:pt x="12211" y="19802"/>
                    <a:pt x="14099" y="19773"/>
                    <a:pt x="15921" y="19860"/>
                  </a:cubicBezTo>
                  <a:cubicBezTo>
                    <a:pt x="17743" y="19947"/>
                    <a:pt x="19731" y="20295"/>
                    <a:pt x="20824" y="21600"/>
                  </a:cubicBezTo>
                  <a:cubicBezTo>
                    <a:pt x="21353" y="18990"/>
                    <a:pt x="21420" y="16322"/>
                    <a:pt x="21056" y="13684"/>
                  </a:cubicBezTo>
                  <a:cubicBezTo>
                    <a:pt x="20956" y="12668"/>
                    <a:pt x="20691" y="11538"/>
                    <a:pt x="19830" y="10813"/>
                  </a:cubicBezTo>
                  <a:cubicBezTo>
                    <a:pt x="19420" y="10453"/>
                    <a:pt x="18806" y="10258"/>
                    <a:pt x="18219" y="10258"/>
                  </a:cubicBezTo>
                  <a:cubicBezTo>
                    <a:pt x="17620" y="10258"/>
                    <a:pt x="17050" y="10461"/>
                    <a:pt x="16749" y="10900"/>
                  </a:cubicBezTo>
                  <a:cubicBezTo>
                    <a:pt x="16816" y="9102"/>
                    <a:pt x="16816" y="7130"/>
                    <a:pt x="15589" y="5679"/>
                  </a:cubicBezTo>
                  <a:cubicBezTo>
                    <a:pt x="14908" y="4851"/>
                    <a:pt x="13673" y="4344"/>
                    <a:pt x="12530" y="4344"/>
                  </a:cubicBezTo>
                  <a:cubicBezTo>
                    <a:pt x="11675" y="4344"/>
                    <a:pt x="10871" y="4628"/>
                    <a:pt x="10388" y="5274"/>
                  </a:cubicBezTo>
                  <a:cubicBezTo>
                    <a:pt x="9826" y="2459"/>
                    <a:pt x="6615" y="261"/>
                    <a:pt x="3529" y="261"/>
                  </a:cubicBezTo>
                  <a:cubicBezTo>
                    <a:pt x="3342" y="261"/>
                    <a:pt x="3154" y="270"/>
                    <a:pt x="2967" y="286"/>
                  </a:cubicBezTo>
                  <a:cubicBezTo>
                    <a:pt x="2709" y="88"/>
                    <a:pt x="2390" y="0"/>
                    <a:pt x="2062"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6" name="Google Shape;1544;p40"/>
            <p:cNvSpPr/>
            <p:nvPr/>
          </p:nvSpPr>
          <p:spPr>
            <a:xfrm>
              <a:off x="3164649" y="3958202"/>
              <a:ext cx="587187" cy="756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6" y="0"/>
                  </a:moveTo>
                  <a:cubicBezTo>
                    <a:pt x="207" y="90"/>
                    <a:pt x="103" y="211"/>
                    <a:pt x="69" y="270"/>
                  </a:cubicBezTo>
                  <a:cubicBezTo>
                    <a:pt x="34" y="301"/>
                    <a:pt x="34" y="391"/>
                    <a:pt x="0" y="421"/>
                  </a:cubicBezTo>
                  <a:cubicBezTo>
                    <a:pt x="9075" y="5708"/>
                    <a:pt x="16562" y="13069"/>
                    <a:pt x="21427" y="21600"/>
                  </a:cubicBezTo>
                  <a:cubicBezTo>
                    <a:pt x="21496" y="21330"/>
                    <a:pt x="21565" y="21089"/>
                    <a:pt x="21600" y="20789"/>
                  </a:cubicBezTo>
                  <a:cubicBezTo>
                    <a:pt x="16665" y="12437"/>
                    <a:pt x="9247" y="5227"/>
                    <a:pt x="27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7" name="Google Shape;1545;p40"/>
            <p:cNvSpPr/>
            <p:nvPr/>
          </p:nvSpPr>
          <p:spPr>
            <a:xfrm>
              <a:off x="3193725" y="3992934"/>
              <a:ext cx="234848" cy="214477"/>
            </a:xfrm>
            <a:custGeom>
              <a:avLst/>
              <a:gdLst/>
              <a:ahLst/>
              <a:cxnLst>
                <a:cxn ang="0">
                  <a:pos x="wd2" y="hd2"/>
                </a:cxn>
                <a:cxn ang="5400000">
                  <a:pos x="wd2" y="hd2"/>
                </a:cxn>
                <a:cxn ang="10800000">
                  <a:pos x="wd2" y="hd2"/>
                </a:cxn>
                <a:cxn ang="16200000">
                  <a:pos x="wd2" y="hd2"/>
                </a:cxn>
              </a:cxnLst>
              <a:rect l="0" t="0" r="r" b="b"/>
              <a:pathLst>
                <a:path w="21545" h="21600" fill="norm" stroke="1" extrusionOk="0">
                  <a:moveTo>
                    <a:pt x="16781" y="0"/>
                  </a:moveTo>
                  <a:cubicBezTo>
                    <a:pt x="16693" y="6357"/>
                    <a:pt x="17640" y="12717"/>
                    <a:pt x="19361" y="18652"/>
                  </a:cubicBezTo>
                  <a:cubicBezTo>
                    <a:pt x="15473" y="16186"/>
                    <a:pt x="11090" y="14938"/>
                    <a:pt x="6669" y="14938"/>
                  </a:cubicBezTo>
                  <a:cubicBezTo>
                    <a:pt x="4435" y="14938"/>
                    <a:pt x="2193" y="15256"/>
                    <a:pt x="0" y="15897"/>
                  </a:cubicBezTo>
                  <a:cubicBezTo>
                    <a:pt x="173" y="16425"/>
                    <a:pt x="431" y="16955"/>
                    <a:pt x="689" y="17486"/>
                  </a:cubicBezTo>
                  <a:cubicBezTo>
                    <a:pt x="2598" y="17003"/>
                    <a:pt x="4553" y="16762"/>
                    <a:pt x="6506" y="16762"/>
                  </a:cubicBezTo>
                  <a:cubicBezTo>
                    <a:pt x="11428" y="16762"/>
                    <a:pt x="16330" y="18296"/>
                    <a:pt x="20395" y="21406"/>
                  </a:cubicBezTo>
                  <a:cubicBezTo>
                    <a:pt x="20540" y="21540"/>
                    <a:pt x="20682" y="21600"/>
                    <a:pt x="20813" y="21600"/>
                  </a:cubicBezTo>
                  <a:cubicBezTo>
                    <a:pt x="20996" y="21600"/>
                    <a:pt x="21156" y="21486"/>
                    <a:pt x="21254" y="21301"/>
                  </a:cubicBezTo>
                  <a:cubicBezTo>
                    <a:pt x="21512" y="21089"/>
                    <a:pt x="21600" y="20666"/>
                    <a:pt x="21512" y="20240"/>
                  </a:cubicBezTo>
                  <a:cubicBezTo>
                    <a:pt x="19361" y="14414"/>
                    <a:pt x="18244" y="7949"/>
                    <a:pt x="18156" y="1484"/>
                  </a:cubicBezTo>
                  <a:cubicBezTo>
                    <a:pt x="17728" y="953"/>
                    <a:pt x="17209" y="423"/>
                    <a:pt x="1678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8" name="Google Shape;1546;p40"/>
            <p:cNvSpPr/>
            <p:nvPr/>
          </p:nvSpPr>
          <p:spPr>
            <a:xfrm>
              <a:off x="3212480" y="4103406"/>
              <a:ext cx="413734" cy="363054"/>
            </a:xfrm>
            <a:custGeom>
              <a:avLst/>
              <a:gdLst/>
              <a:ahLst/>
              <a:cxnLst>
                <a:cxn ang="0">
                  <a:pos x="wd2" y="hd2"/>
                </a:cxn>
                <a:cxn ang="5400000">
                  <a:pos x="wd2" y="hd2"/>
                </a:cxn>
                <a:cxn ang="10800000">
                  <a:pos x="wd2" y="hd2"/>
                </a:cxn>
                <a:cxn ang="16200000">
                  <a:pos x="wd2" y="hd2"/>
                </a:cxn>
              </a:cxnLst>
              <a:rect l="0" t="0" r="r" b="b"/>
              <a:pathLst>
                <a:path w="21556" h="21600" fill="norm" stroke="1" extrusionOk="0">
                  <a:moveTo>
                    <a:pt x="17886" y="0"/>
                  </a:moveTo>
                  <a:cubicBezTo>
                    <a:pt x="17300" y="6700"/>
                    <a:pt x="18081" y="13774"/>
                    <a:pt x="20134" y="19783"/>
                  </a:cubicBezTo>
                  <a:cubicBezTo>
                    <a:pt x="16068" y="16953"/>
                    <a:pt x="11456" y="15521"/>
                    <a:pt x="6944" y="15521"/>
                  </a:cubicBezTo>
                  <a:cubicBezTo>
                    <a:pt x="4571" y="15521"/>
                    <a:pt x="2224" y="15917"/>
                    <a:pt x="0" y="16717"/>
                  </a:cubicBezTo>
                  <a:cubicBezTo>
                    <a:pt x="50" y="17030"/>
                    <a:pt x="98" y="17342"/>
                    <a:pt x="196" y="17719"/>
                  </a:cubicBezTo>
                  <a:cubicBezTo>
                    <a:pt x="2354" y="16946"/>
                    <a:pt x="4631" y="16563"/>
                    <a:pt x="6935" y="16563"/>
                  </a:cubicBezTo>
                  <a:cubicBezTo>
                    <a:pt x="11729" y="16563"/>
                    <a:pt x="16642" y="18220"/>
                    <a:pt x="20867" y="21474"/>
                  </a:cubicBezTo>
                  <a:cubicBezTo>
                    <a:pt x="21014" y="21600"/>
                    <a:pt x="21062" y="21600"/>
                    <a:pt x="21111" y="21600"/>
                  </a:cubicBezTo>
                  <a:cubicBezTo>
                    <a:pt x="21259" y="21600"/>
                    <a:pt x="21307" y="21536"/>
                    <a:pt x="21454" y="21412"/>
                  </a:cubicBezTo>
                  <a:cubicBezTo>
                    <a:pt x="21552" y="21287"/>
                    <a:pt x="21600" y="21037"/>
                    <a:pt x="21502" y="20785"/>
                  </a:cubicBezTo>
                  <a:cubicBezTo>
                    <a:pt x="19058" y="14776"/>
                    <a:pt x="18131" y="7513"/>
                    <a:pt x="18669" y="565"/>
                  </a:cubicBezTo>
                  <a:cubicBezTo>
                    <a:pt x="18424" y="313"/>
                    <a:pt x="18179" y="126"/>
                    <a:pt x="1788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89" name="Google Shape;1547;p40"/>
            <p:cNvSpPr/>
            <p:nvPr/>
          </p:nvSpPr>
          <p:spPr>
            <a:xfrm>
              <a:off x="3412270" y="4321226"/>
              <a:ext cx="313306" cy="2809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29" y="0"/>
                  </a:moveTo>
                  <a:cubicBezTo>
                    <a:pt x="18688" y="6310"/>
                    <a:pt x="18043" y="13187"/>
                    <a:pt x="18754" y="19740"/>
                  </a:cubicBezTo>
                  <a:cubicBezTo>
                    <a:pt x="15133" y="17798"/>
                    <a:pt x="11194" y="16837"/>
                    <a:pt x="7268" y="16837"/>
                  </a:cubicBezTo>
                  <a:cubicBezTo>
                    <a:pt x="4814" y="16837"/>
                    <a:pt x="2363" y="17213"/>
                    <a:pt x="0" y="17960"/>
                  </a:cubicBezTo>
                  <a:cubicBezTo>
                    <a:pt x="130" y="18365"/>
                    <a:pt x="260" y="18850"/>
                    <a:pt x="454" y="19253"/>
                  </a:cubicBezTo>
                  <a:cubicBezTo>
                    <a:pt x="2706" y="18520"/>
                    <a:pt x="5035" y="18159"/>
                    <a:pt x="7365" y="18159"/>
                  </a:cubicBezTo>
                  <a:cubicBezTo>
                    <a:pt x="11461" y="18159"/>
                    <a:pt x="15563" y="19272"/>
                    <a:pt x="19272" y="21438"/>
                  </a:cubicBezTo>
                  <a:cubicBezTo>
                    <a:pt x="19336" y="21438"/>
                    <a:pt x="19400" y="21600"/>
                    <a:pt x="19530" y="21600"/>
                  </a:cubicBezTo>
                  <a:cubicBezTo>
                    <a:pt x="19594" y="21600"/>
                    <a:pt x="19789" y="21600"/>
                    <a:pt x="19853" y="21438"/>
                  </a:cubicBezTo>
                  <a:cubicBezTo>
                    <a:pt x="19983" y="21275"/>
                    <a:pt x="20111" y="21033"/>
                    <a:pt x="20111" y="20790"/>
                  </a:cubicBezTo>
                  <a:cubicBezTo>
                    <a:pt x="19206" y="14157"/>
                    <a:pt x="19789" y="7282"/>
                    <a:pt x="21600" y="972"/>
                  </a:cubicBezTo>
                  <a:cubicBezTo>
                    <a:pt x="21404" y="810"/>
                    <a:pt x="21276" y="647"/>
                    <a:pt x="21146" y="567"/>
                  </a:cubicBezTo>
                  <a:cubicBezTo>
                    <a:pt x="20953" y="325"/>
                    <a:pt x="20823" y="162"/>
                    <a:pt x="2062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0" name="Google Shape;1548;p40"/>
            <p:cNvSpPr/>
            <p:nvPr/>
          </p:nvSpPr>
          <p:spPr>
            <a:xfrm>
              <a:off x="3589165" y="3632150"/>
              <a:ext cx="480220" cy="1024742"/>
            </a:xfrm>
            <a:custGeom>
              <a:avLst/>
              <a:gdLst/>
              <a:ahLst/>
              <a:cxnLst>
                <a:cxn ang="0">
                  <a:pos x="wd2" y="hd2"/>
                </a:cxn>
                <a:cxn ang="5400000">
                  <a:pos x="wd2" y="hd2"/>
                </a:cxn>
                <a:cxn ang="10800000">
                  <a:pos x="wd2" y="hd2"/>
                </a:cxn>
                <a:cxn ang="16200000">
                  <a:pos x="wd2" y="hd2"/>
                </a:cxn>
              </a:cxnLst>
              <a:rect l="0" t="0" r="r" b="b"/>
              <a:pathLst>
                <a:path w="20825" h="21600" fill="norm" stroke="1" extrusionOk="0">
                  <a:moveTo>
                    <a:pt x="11843" y="0"/>
                  </a:moveTo>
                  <a:cubicBezTo>
                    <a:pt x="9244" y="0"/>
                    <a:pt x="6642" y="1060"/>
                    <a:pt x="5548" y="2414"/>
                  </a:cubicBezTo>
                  <a:cubicBezTo>
                    <a:pt x="4207" y="4056"/>
                    <a:pt x="4613" y="5964"/>
                    <a:pt x="5386" y="7738"/>
                  </a:cubicBezTo>
                  <a:cubicBezTo>
                    <a:pt x="5508" y="8093"/>
                    <a:pt x="5670" y="8492"/>
                    <a:pt x="5304" y="8802"/>
                  </a:cubicBezTo>
                  <a:cubicBezTo>
                    <a:pt x="4857" y="9179"/>
                    <a:pt x="3840" y="9179"/>
                    <a:pt x="3027" y="9312"/>
                  </a:cubicBezTo>
                  <a:cubicBezTo>
                    <a:pt x="301" y="9756"/>
                    <a:pt x="-594" y="11796"/>
                    <a:pt x="383" y="13261"/>
                  </a:cubicBezTo>
                  <a:cubicBezTo>
                    <a:pt x="1360" y="14725"/>
                    <a:pt x="3474" y="15856"/>
                    <a:pt x="5020" y="17186"/>
                  </a:cubicBezTo>
                  <a:cubicBezTo>
                    <a:pt x="6525" y="18517"/>
                    <a:pt x="7460" y="20336"/>
                    <a:pt x="5792" y="21600"/>
                  </a:cubicBezTo>
                  <a:cubicBezTo>
                    <a:pt x="10390" y="19382"/>
                    <a:pt x="14782" y="16920"/>
                    <a:pt x="18566" y="14170"/>
                  </a:cubicBezTo>
                  <a:cubicBezTo>
                    <a:pt x="19460" y="13571"/>
                    <a:pt x="20315" y="12905"/>
                    <a:pt x="20680" y="12151"/>
                  </a:cubicBezTo>
                  <a:cubicBezTo>
                    <a:pt x="21006" y="11397"/>
                    <a:pt x="20802" y="10510"/>
                    <a:pt x="19867" y="9956"/>
                  </a:cubicBezTo>
                  <a:cubicBezTo>
                    <a:pt x="18890" y="9423"/>
                    <a:pt x="17427" y="9246"/>
                    <a:pt x="16612" y="8647"/>
                  </a:cubicBezTo>
                  <a:cubicBezTo>
                    <a:pt x="15229" y="7716"/>
                    <a:pt x="16410" y="6385"/>
                    <a:pt x="17020" y="5209"/>
                  </a:cubicBezTo>
                  <a:cubicBezTo>
                    <a:pt x="18037" y="3324"/>
                    <a:pt x="17020" y="862"/>
                    <a:pt x="13603" y="174"/>
                  </a:cubicBezTo>
                  <a:cubicBezTo>
                    <a:pt x="13028" y="55"/>
                    <a:pt x="12436" y="0"/>
                    <a:pt x="11843"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1" name="Google Shape;1549;p40"/>
            <p:cNvSpPr/>
            <p:nvPr/>
          </p:nvSpPr>
          <p:spPr>
            <a:xfrm>
              <a:off x="3721811" y="3630952"/>
              <a:ext cx="169094" cy="1023859"/>
            </a:xfrm>
            <a:custGeom>
              <a:avLst/>
              <a:gdLst/>
              <a:ahLst/>
              <a:cxnLst>
                <a:cxn ang="0">
                  <a:pos x="wd2" y="hd2"/>
                </a:cxn>
                <a:cxn ang="5400000">
                  <a:pos x="wd2" y="hd2"/>
                </a:cxn>
                <a:cxn ang="10800000">
                  <a:pos x="wd2" y="hd2"/>
                </a:cxn>
                <a:cxn ang="16200000">
                  <a:pos x="wd2" y="hd2"/>
                </a:cxn>
              </a:cxnLst>
              <a:rect l="0" t="0" r="r" b="b"/>
              <a:pathLst>
                <a:path w="20280" h="21600" fill="norm" stroke="1" extrusionOk="0">
                  <a:moveTo>
                    <a:pt x="18224" y="0"/>
                  </a:moveTo>
                  <a:cubicBezTo>
                    <a:pt x="18224" y="22"/>
                    <a:pt x="17998" y="67"/>
                    <a:pt x="17998" y="89"/>
                  </a:cubicBezTo>
                  <a:cubicBezTo>
                    <a:pt x="19573" y="6948"/>
                    <a:pt x="14285" y="13897"/>
                    <a:pt x="2475" y="20334"/>
                  </a:cubicBezTo>
                  <a:cubicBezTo>
                    <a:pt x="2138" y="20778"/>
                    <a:pt x="1464" y="21223"/>
                    <a:pt x="0" y="21600"/>
                  </a:cubicBezTo>
                  <a:cubicBezTo>
                    <a:pt x="1012" y="21422"/>
                    <a:pt x="2027" y="21223"/>
                    <a:pt x="3039" y="21067"/>
                  </a:cubicBezTo>
                  <a:cubicBezTo>
                    <a:pt x="15860" y="14429"/>
                    <a:pt x="21600" y="7193"/>
                    <a:pt x="20025" y="89"/>
                  </a:cubicBezTo>
                  <a:cubicBezTo>
                    <a:pt x="19462" y="22"/>
                    <a:pt x="18787" y="22"/>
                    <a:pt x="18224"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2" name="Google Shape;1550;p40"/>
            <p:cNvSpPr/>
            <p:nvPr/>
          </p:nvSpPr>
          <p:spPr>
            <a:xfrm>
              <a:off x="3723694" y="3716187"/>
              <a:ext cx="266376" cy="323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4" y="0"/>
                  </a:moveTo>
                  <a:cubicBezTo>
                    <a:pt x="381" y="352"/>
                    <a:pt x="153" y="704"/>
                    <a:pt x="0" y="1055"/>
                  </a:cubicBezTo>
                  <a:cubicBezTo>
                    <a:pt x="4943" y="6121"/>
                    <a:pt x="8822" y="13016"/>
                    <a:pt x="11180" y="21106"/>
                  </a:cubicBezTo>
                  <a:cubicBezTo>
                    <a:pt x="11180" y="21389"/>
                    <a:pt x="11408" y="21600"/>
                    <a:pt x="11713" y="21600"/>
                  </a:cubicBezTo>
                  <a:cubicBezTo>
                    <a:pt x="11941" y="21600"/>
                    <a:pt x="12244" y="21459"/>
                    <a:pt x="12322" y="21317"/>
                  </a:cubicBezTo>
                  <a:cubicBezTo>
                    <a:pt x="14830" y="17167"/>
                    <a:pt x="17874" y="13016"/>
                    <a:pt x="21297" y="9145"/>
                  </a:cubicBezTo>
                  <a:lnTo>
                    <a:pt x="21600" y="7036"/>
                  </a:lnTo>
                  <a:cubicBezTo>
                    <a:pt x="17949" y="10904"/>
                    <a:pt x="14602" y="15268"/>
                    <a:pt x="11941" y="19489"/>
                  </a:cubicBezTo>
                  <a:cubicBezTo>
                    <a:pt x="10040" y="13509"/>
                    <a:pt x="6617" y="5910"/>
                    <a:pt x="684"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3" name="Google Shape;1551;p40"/>
            <p:cNvSpPr/>
            <p:nvPr/>
          </p:nvSpPr>
          <p:spPr>
            <a:xfrm>
              <a:off x="3699316" y="3910853"/>
              <a:ext cx="273883" cy="3651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73" y="560"/>
                    <a:pt x="146" y="1122"/>
                    <a:pt x="222" y="1743"/>
                  </a:cubicBezTo>
                  <a:cubicBezTo>
                    <a:pt x="6138" y="6847"/>
                    <a:pt x="9764" y="13882"/>
                    <a:pt x="9986" y="21102"/>
                  </a:cubicBezTo>
                  <a:cubicBezTo>
                    <a:pt x="9986" y="21352"/>
                    <a:pt x="10132" y="21600"/>
                    <a:pt x="10430" y="21600"/>
                  </a:cubicBezTo>
                  <a:lnTo>
                    <a:pt x="10503" y="21600"/>
                  </a:lnTo>
                  <a:cubicBezTo>
                    <a:pt x="10800" y="21600"/>
                    <a:pt x="10946" y="21475"/>
                    <a:pt x="11095" y="21288"/>
                  </a:cubicBezTo>
                  <a:cubicBezTo>
                    <a:pt x="13832" y="16496"/>
                    <a:pt x="17382" y="12014"/>
                    <a:pt x="21600" y="7968"/>
                  </a:cubicBezTo>
                  <a:cubicBezTo>
                    <a:pt x="21525" y="7905"/>
                    <a:pt x="21451" y="7782"/>
                    <a:pt x="21451" y="7718"/>
                  </a:cubicBezTo>
                  <a:cubicBezTo>
                    <a:pt x="21230" y="7470"/>
                    <a:pt x="21081" y="7283"/>
                    <a:pt x="20935" y="7033"/>
                  </a:cubicBezTo>
                  <a:cubicBezTo>
                    <a:pt x="17087" y="10708"/>
                    <a:pt x="13758" y="14753"/>
                    <a:pt x="11095" y="18986"/>
                  </a:cubicBezTo>
                  <a:cubicBezTo>
                    <a:pt x="10356" y="11766"/>
                    <a:pt x="6287" y="4917"/>
                    <a:pt x="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4" name="Google Shape;1552;p40"/>
            <p:cNvSpPr/>
            <p:nvPr/>
          </p:nvSpPr>
          <p:spPr>
            <a:xfrm>
              <a:off x="3627077" y="4083437"/>
              <a:ext cx="426794" cy="3672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2" y="0"/>
                  </a:moveTo>
                  <a:cubicBezTo>
                    <a:pt x="475" y="186"/>
                    <a:pt x="238" y="371"/>
                    <a:pt x="0" y="618"/>
                  </a:cubicBezTo>
                  <a:cubicBezTo>
                    <a:pt x="4937" y="5446"/>
                    <a:pt x="8117" y="13183"/>
                    <a:pt x="8402" y="21106"/>
                  </a:cubicBezTo>
                  <a:cubicBezTo>
                    <a:pt x="8402" y="21353"/>
                    <a:pt x="8497" y="21600"/>
                    <a:pt x="8687" y="21600"/>
                  </a:cubicBezTo>
                  <a:lnTo>
                    <a:pt x="8782" y="21600"/>
                  </a:lnTo>
                  <a:cubicBezTo>
                    <a:pt x="8924" y="21600"/>
                    <a:pt x="9115" y="21539"/>
                    <a:pt x="9162" y="21292"/>
                  </a:cubicBezTo>
                  <a:cubicBezTo>
                    <a:pt x="12247" y="13864"/>
                    <a:pt x="16519" y="7303"/>
                    <a:pt x="21600" y="2041"/>
                  </a:cubicBezTo>
                  <a:cubicBezTo>
                    <a:pt x="21505" y="1733"/>
                    <a:pt x="21314" y="1484"/>
                    <a:pt x="21125" y="1238"/>
                  </a:cubicBezTo>
                  <a:cubicBezTo>
                    <a:pt x="16283" y="6188"/>
                    <a:pt x="12200" y="12378"/>
                    <a:pt x="9115" y="19373"/>
                  </a:cubicBezTo>
                  <a:cubicBezTo>
                    <a:pt x="8497" y="11821"/>
                    <a:pt x="5364" y="4641"/>
                    <a:pt x="712"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5" name="Google Shape;1553;p40"/>
            <p:cNvSpPr/>
            <p:nvPr/>
          </p:nvSpPr>
          <p:spPr>
            <a:xfrm>
              <a:off x="3751842" y="4143721"/>
              <a:ext cx="557156" cy="5405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79" y="0"/>
                  </a:moveTo>
                  <a:cubicBezTo>
                    <a:pt x="15012" y="0"/>
                    <a:pt x="10312" y="1984"/>
                    <a:pt x="6763" y="5496"/>
                  </a:cubicBezTo>
                  <a:cubicBezTo>
                    <a:pt x="2764" y="9490"/>
                    <a:pt x="218" y="15461"/>
                    <a:pt x="0" y="21600"/>
                  </a:cubicBezTo>
                  <a:cubicBezTo>
                    <a:pt x="5272" y="19497"/>
                    <a:pt x="10072" y="17732"/>
                    <a:pt x="14145" y="14367"/>
                  </a:cubicBezTo>
                  <a:cubicBezTo>
                    <a:pt x="18145" y="11004"/>
                    <a:pt x="21272" y="5832"/>
                    <a:pt x="21600" y="113"/>
                  </a:cubicBezTo>
                  <a:cubicBezTo>
                    <a:pt x="20962" y="38"/>
                    <a:pt x="20321" y="0"/>
                    <a:pt x="19679"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6" name="Google Shape;1554;p40"/>
            <p:cNvSpPr/>
            <p:nvPr/>
          </p:nvSpPr>
          <p:spPr>
            <a:xfrm>
              <a:off x="4048198" y="4165518"/>
              <a:ext cx="209207" cy="211543"/>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7624" y="0"/>
                  </a:moveTo>
                  <a:cubicBezTo>
                    <a:pt x="7042" y="106"/>
                    <a:pt x="6563" y="322"/>
                    <a:pt x="5886" y="535"/>
                  </a:cubicBezTo>
                  <a:cubicBezTo>
                    <a:pt x="5791" y="7305"/>
                    <a:pt x="2992" y="14826"/>
                    <a:pt x="102" y="20199"/>
                  </a:cubicBezTo>
                  <a:cubicBezTo>
                    <a:pt x="-92" y="20627"/>
                    <a:pt x="3" y="21059"/>
                    <a:pt x="292" y="21271"/>
                  </a:cubicBezTo>
                  <a:cubicBezTo>
                    <a:pt x="420" y="21481"/>
                    <a:pt x="622" y="21600"/>
                    <a:pt x="856" y="21600"/>
                  </a:cubicBezTo>
                  <a:cubicBezTo>
                    <a:pt x="986" y="21600"/>
                    <a:pt x="1122" y="21565"/>
                    <a:pt x="1258" y="21487"/>
                  </a:cubicBezTo>
                  <a:cubicBezTo>
                    <a:pt x="4964" y="19226"/>
                    <a:pt x="9991" y="17870"/>
                    <a:pt x="15012" y="17870"/>
                  </a:cubicBezTo>
                  <a:cubicBezTo>
                    <a:pt x="16915" y="17870"/>
                    <a:pt x="18814" y="18067"/>
                    <a:pt x="20641" y="18479"/>
                  </a:cubicBezTo>
                  <a:cubicBezTo>
                    <a:pt x="21025" y="17941"/>
                    <a:pt x="21219" y="17403"/>
                    <a:pt x="21508" y="16868"/>
                  </a:cubicBezTo>
                  <a:cubicBezTo>
                    <a:pt x="19334" y="16308"/>
                    <a:pt x="17065" y="16047"/>
                    <a:pt x="14804" y="16047"/>
                  </a:cubicBezTo>
                  <a:cubicBezTo>
                    <a:pt x="10552" y="16047"/>
                    <a:pt x="6328" y="16971"/>
                    <a:pt x="2802" y="18585"/>
                  </a:cubicBezTo>
                  <a:cubicBezTo>
                    <a:pt x="4730" y="14504"/>
                    <a:pt x="7525" y="7305"/>
                    <a:pt x="762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7" name="Google Shape;1555;p40"/>
            <p:cNvSpPr/>
            <p:nvPr/>
          </p:nvSpPr>
          <p:spPr>
            <a:xfrm>
              <a:off x="3752770" y="4157096"/>
              <a:ext cx="554345" cy="5271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3559" y="5820"/>
                    <a:pt x="6214" y="13192"/>
                    <a:pt x="0" y="21600"/>
                  </a:cubicBezTo>
                  <a:cubicBezTo>
                    <a:pt x="402" y="21471"/>
                    <a:pt x="767" y="21298"/>
                    <a:pt x="1206" y="21126"/>
                  </a:cubicBezTo>
                  <a:cubicBezTo>
                    <a:pt x="7090" y="13322"/>
                    <a:pt x="13998" y="6466"/>
                    <a:pt x="21527" y="905"/>
                  </a:cubicBezTo>
                  <a:cubicBezTo>
                    <a:pt x="21564" y="604"/>
                    <a:pt x="21600" y="258"/>
                    <a:pt x="21600"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8" name="Google Shape;1556;p40"/>
            <p:cNvSpPr/>
            <p:nvPr/>
          </p:nvSpPr>
          <p:spPr>
            <a:xfrm>
              <a:off x="3879763" y="4233909"/>
              <a:ext cx="220058" cy="312897"/>
            </a:xfrm>
            <a:custGeom>
              <a:avLst/>
              <a:gdLst/>
              <a:ahLst/>
              <a:cxnLst>
                <a:cxn ang="0">
                  <a:pos x="wd2" y="hd2"/>
                </a:cxn>
                <a:cxn ang="5400000">
                  <a:pos x="wd2" y="hd2"/>
                </a:cxn>
                <a:cxn ang="10800000">
                  <a:pos x="wd2" y="hd2"/>
                </a:cxn>
                <a:cxn ang="16200000">
                  <a:pos x="wd2" y="hd2"/>
                </a:cxn>
              </a:cxnLst>
              <a:rect l="0" t="0" r="r" b="b"/>
              <a:pathLst>
                <a:path w="21563" h="21600" fill="norm" stroke="1" extrusionOk="0">
                  <a:moveTo>
                    <a:pt x="10348" y="0"/>
                  </a:moveTo>
                  <a:cubicBezTo>
                    <a:pt x="9891" y="218"/>
                    <a:pt x="9246" y="507"/>
                    <a:pt x="8786" y="799"/>
                  </a:cubicBezTo>
                  <a:cubicBezTo>
                    <a:pt x="9246" y="7990"/>
                    <a:pt x="6031" y="15690"/>
                    <a:pt x="239" y="20557"/>
                  </a:cubicBezTo>
                  <a:cubicBezTo>
                    <a:pt x="-37" y="20775"/>
                    <a:pt x="-37" y="21138"/>
                    <a:pt x="54" y="21282"/>
                  </a:cubicBezTo>
                  <a:cubicBezTo>
                    <a:pt x="266" y="21504"/>
                    <a:pt x="531" y="21600"/>
                    <a:pt x="765" y="21600"/>
                  </a:cubicBezTo>
                  <a:cubicBezTo>
                    <a:pt x="839" y="21600"/>
                    <a:pt x="908" y="21591"/>
                    <a:pt x="974" y="21574"/>
                  </a:cubicBezTo>
                  <a:cubicBezTo>
                    <a:pt x="5085" y="20537"/>
                    <a:pt x="9274" y="19991"/>
                    <a:pt x="13313" y="19991"/>
                  </a:cubicBezTo>
                  <a:cubicBezTo>
                    <a:pt x="15507" y="19991"/>
                    <a:pt x="17656" y="20152"/>
                    <a:pt x="19725" y="20485"/>
                  </a:cubicBezTo>
                  <a:cubicBezTo>
                    <a:pt x="20276" y="20193"/>
                    <a:pt x="21012" y="19830"/>
                    <a:pt x="21563" y="19540"/>
                  </a:cubicBezTo>
                  <a:cubicBezTo>
                    <a:pt x="18871" y="18956"/>
                    <a:pt x="16016" y="18665"/>
                    <a:pt x="13084" y="18665"/>
                  </a:cubicBezTo>
                  <a:cubicBezTo>
                    <a:pt x="9808" y="18665"/>
                    <a:pt x="6436" y="19028"/>
                    <a:pt x="3088" y="19758"/>
                  </a:cubicBezTo>
                  <a:cubicBezTo>
                    <a:pt x="8510" y="14383"/>
                    <a:pt x="11084" y="6973"/>
                    <a:pt x="1034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699" name="Google Shape;1557;p40"/>
            <p:cNvSpPr/>
            <p:nvPr/>
          </p:nvSpPr>
          <p:spPr>
            <a:xfrm>
              <a:off x="3516397" y="4621981"/>
              <a:ext cx="393951" cy="153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22" y="0"/>
                  </a:moveTo>
                  <a:cubicBezTo>
                    <a:pt x="6696" y="0"/>
                    <a:pt x="2219" y="4907"/>
                    <a:pt x="0" y="16578"/>
                  </a:cubicBezTo>
                  <a:cubicBezTo>
                    <a:pt x="2623" y="19532"/>
                    <a:pt x="6480" y="21600"/>
                    <a:pt x="10851" y="21600"/>
                  </a:cubicBezTo>
                  <a:cubicBezTo>
                    <a:pt x="15069" y="21600"/>
                    <a:pt x="18925" y="19678"/>
                    <a:pt x="21600" y="16724"/>
                  </a:cubicBezTo>
                  <a:cubicBezTo>
                    <a:pt x="21239" y="12290"/>
                    <a:pt x="19953" y="8304"/>
                    <a:pt x="18566" y="5642"/>
                  </a:cubicBezTo>
                  <a:cubicBezTo>
                    <a:pt x="16548" y="2051"/>
                    <a:pt x="13816" y="0"/>
                    <a:pt x="11022"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0" name="Google Shape;1558;p40"/>
            <p:cNvSpPr/>
            <p:nvPr/>
          </p:nvSpPr>
          <p:spPr>
            <a:xfrm>
              <a:off x="3436999" y="3768583"/>
              <a:ext cx="302871" cy="917774"/>
            </a:xfrm>
            <a:custGeom>
              <a:avLst/>
              <a:gdLst/>
              <a:ahLst/>
              <a:cxnLst>
                <a:cxn ang="0">
                  <a:pos x="wd2" y="hd2"/>
                </a:cxn>
                <a:cxn ang="5400000">
                  <a:pos x="wd2" y="hd2"/>
                </a:cxn>
                <a:cxn ang="10800000">
                  <a:pos x="wd2" y="hd2"/>
                </a:cxn>
                <a:cxn ang="16200000">
                  <a:pos x="wd2" y="hd2"/>
                </a:cxn>
              </a:cxnLst>
              <a:rect l="0" t="0" r="r" b="b"/>
              <a:pathLst>
                <a:path w="21460" h="21600" fill="norm" stroke="1" extrusionOk="0">
                  <a:moveTo>
                    <a:pt x="481" y="0"/>
                  </a:moveTo>
                  <a:cubicBezTo>
                    <a:pt x="445" y="0"/>
                    <a:pt x="411" y="1"/>
                    <a:pt x="375" y="5"/>
                  </a:cubicBezTo>
                  <a:cubicBezTo>
                    <a:pt x="108" y="79"/>
                    <a:pt x="-91" y="178"/>
                    <a:pt x="42" y="302"/>
                  </a:cubicBezTo>
                  <a:lnTo>
                    <a:pt x="20379" y="21477"/>
                  </a:lnTo>
                  <a:cubicBezTo>
                    <a:pt x="20447" y="21526"/>
                    <a:pt x="20646" y="21600"/>
                    <a:pt x="20911" y="21600"/>
                  </a:cubicBezTo>
                  <a:lnTo>
                    <a:pt x="21111" y="21600"/>
                  </a:lnTo>
                  <a:cubicBezTo>
                    <a:pt x="21377" y="21526"/>
                    <a:pt x="21509" y="21427"/>
                    <a:pt x="21443" y="21303"/>
                  </a:cubicBezTo>
                  <a:lnTo>
                    <a:pt x="1106" y="129"/>
                  </a:lnTo>
                  <a:cubicBezTo>
                    <a:pt x="933" y="65"/>
                    <a:pt x="710" y="0"/>
                    <a:pt x="48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1" name="Google Shape;1559;p40"/>
            <p:cNvSpPr/>
            <p:nvPr/>
          </p:nvSpPr>
          <p:spPr>
            <a:xfrm>
              <a:off x="3380913" y="3717070"/>
              <a:ext cx="174100" cy="383180"/>
            </a:xfrm>
            <a:custGeom>
              <a:avLst/>
              <a:gdLst/>
              <a:ahLst/>
              <a:cxnLst>
                <a:cxn ang="0">
                  <a:pos x="wd2" y="hd2"/>
                </a:cxn>
                <a:cxn ang="5400000">
                  <a:pos x="wd2" y="hd2"/>
                </a:cxn>
                <a:cxn ang="10800000">
                  <a:pos x="wd2" y="hd2"/>
                </a:cxn>
                <a:cxn ang="16200000">
                  <a:pos x="wd2" y="hd2"/>
                </a:cxn>
              </a:cxnLst>
              <a:rect l="0" t="0" r="r" b="b"/>
              <a:pathLst>
                <a:path w="21100" h="21600" fill="norm" stroke="1" extrusionOk="0">
                  <a:moveTo>
                    <a:pt x="5887" y="0"/>
                  </a:moveTo>
                  <a:cubicBezTo>
                    <a:pt x="5335" y="0"/>
                    <a:pt x="4786" y="41"/>
                    <a:pt x="4258" y="128"/>
                  </a:cubicBezTo>
                  <a:cubicBezTo>
                    <a:pt x="1985" y="484"/>
                    <a:pt x="618" y="1670"/>
                    <a:pt x="165" y="2916"/>
                  </a:cubicBezTo>
                  <a:cubicBezTo>
                    <a:pt x="-292" y="4221"/>
                    <a:pt x="277" y="5466"/>
                    <a:pt x="959" y="6652"/>
                  </a:cubicBezTo>
                  <a:cubicBezTo>
                    <a:pt x="4599" y="12584"/>
                    <a:pt x="11646" y="17864"/>
                    <a:pt x="21083" y="21600"/>
                  </a:cubicBezTo>
                  <a:cubicBezTo>
                    <a:pt x="21308" y="15906"/>
                    <a:pt x="19376" y="9618"/>
                    <a:pt x="14373" y="3983"/>
                  </a:cubicBezTo>
                  <a:cubicBezTo>
                    <a:pt x="13466" y="2858"/>
                    <a:pt x="12328" y="1848"/>
                    <a:pt x="10624" y="1017"/>
                  </a:cubicBezTo>
                  <a:cubicBezTo>
                    <a:pt x="9336" y="391"/>
                    <a:pt x="7591" y="0"/>
                    <a:pt x="588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2" name="Google Shape;1560;p40"/>
            <p:cNvSpPr/>
            <p:nvPr/>
          </p:nvSpPr>
          <p:spPr>
            <a:xfrm>
              <a:off x="3345682" y="4098075"/>
              <a:ext cx="245737" cy="1831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232" y="0"/>
                  </a:moveTo>
                  <a:cubicBezTo>
                    <a:pt x="4140" y="0"/>
                    <a:pt x="4049" y="4"/>
                    <a:pt x="3957" y="11"/>
                  </a:cubicBezTo>
                  <a:cubicBezTo>
                    <a:pt x="1977" y="257"/>
                    <a:pt x="0" y="2615"/>
                    <a:pt x="0" y="5594"/>
                  </a:cubicBezTo>
                  <a:cubicBezTo>
                    <a:pt x="0" y="8819"/>
                    <a:pt x="2061" y="11051"/>
                    <a:pt x="3957" y="12543"/>
                  </a:cubicBezTo>
                  <a:cubicBezTo>
                    <a:pt x="9810" y="17382"/>
                    <a:pt x="15994" y="20607"/>
                    <a:pt x="21600" y="21600"/>
                  </a:cubicBezTo>
                  <a:cubicBezTo>
                    <a:pt x="18881" y="13659"/>
                    <a:pt x="14674" y="6959"/>
                    <a:pt x="9481" y="2492"/>
                  </a:cubicBezTo>
                  <a:cubicBezTo>
                    <a:pt x="7830" y="1190"/>
                    <a:pt x="6105" y="0"/>
                    <a:pt x="423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3" name="Google Shape;1561;p40"/>
            <p:cNvSpPr/>
            <p:nvPr/>
          </p:nvSpPr>
          <p:spPr>
            <a:xfrm>
              <a:off x="3596987" y="3907478"/>
              <a:ext cx="95831" cy="389552"/>
            </a:xfrm>
            <a:custGeom>
              <a:avLst/>
              <a:gdLst/>
              <a:ahLst/>
              <a:cxnLst>
                <a:cxn ang="0">
                  <a:pos x="wd2" y="hd2"/>
                </a:cxn>
                <a:cxn ang="5400000">
                  <a:pos x="wd2" y="hd2"/>
                </a:cxn>
                <a:cxn ang="10800000">
                  <a:pos x="wd2" y="hd2"/>
                </a:cxn>
                <a:cxn ang="16200000">
                  <a:pos x="wd2" y="hd2"/>
                </a:cxn>
              </a:cxnLst>
              <a:rect l="0" t="0" r="r" b="b"/>
              <a:pathLst>
                <a:path w="20057" h="21600" fill="norm" stroke="1" extrusionOk="0">
                  <a:moveTo>
                    <a:pt x="12295" y="0"/>
                  </a:moveTo>
                  <a:cubicBezTo>
                    <a:pt x="7604" y="0"/>
                    <a:pt x="4874" y="1718"/>
                    <a:pt x="3744" y="3222"/>
                  </a:cubicBezTo>
                  <a:cubicBezTo>
                    <a:pt x="-965" y="9172"/>
                    <a:pt x="-1165" y="15532"/>
                    <a:pt x="2767" y="21600"/>
                  </a:cubicBezTo>
                  <a:cubicBezTo>
                    <a:pt x="13761" y="15532"/>
                    <a:pt x="20435" y="9522"/>
                    <a:pt x="20041" y="3629"/>
                  </a:cubicBezTo>
                  <a:cubicBezTo>
                    <a:pt x="19846" y="2113"/>
                    <a:pt x="18075" y="129"/>
                    <a:pt x="12972" y="12"/>
                  </a:cubicBezTo>
                  <a:cubicBezTo>
                    <a:pt x="12743" y="5"/>
                    <a:pt x="12513" y="0"/>
                    <a:pt x="12295"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4" name="Google Shape;1562;p40"/>
            <p:cNvSpPr/>
            <p:nvPr/>
          </p:nvSpPr>
          <p:spPr>
            <a:xfrm>
              <a:off x="3381139" y="4332552"/>
              <a:ext cx="299389" cy="211763"/>
            </a:xfrm>
            <a:custGeom>
              <a:avLst/>
              <a:gdLst/>
              <a:ahLst/>
              <a:cxnLst>
                <a:cxn ang="0">
                  <a:pos x="wd2" y="hd2"/>
                </a:cxn>
                <a:cxn ang="5400000">
                  <a:pos x="wd2" y="hd2"/>
                </a:cxn>
                <a:cxn ang="10800000">
                  <a:pos x="wd2" y="hd2"/>
                </a:cxn>
                <a:cxn ang="16200000">
                  <a:pos x="wd2" y="hd2"/>
                </a:cxn>
              </a:cxnLst>
              <a:rect l="0" t="0" r="r" b="b"/>
              <a:pathLst>
                <a:path w="21214" h="21600" fill="norm" stroke="1" extrusionOk="0">
                  <a:moveTo>
                    <a:pt x="3061" y="0"/>
                  </a:moveTo>
                  <a:cubicBezTo>
                    <a:pt x="2790" y="0"/>
                    <a:pt x="2527" y="39"/>
                    <a:pt x="2274" y="135"/>
                  </a:cubicBezTo>
                  <a:cubicBezTo>
                    <a:pt x="1343" y="348"/>
                    <a:pt x="413" y="1316"/>
                    <a:pt x="80" y="2819"/>
                  </a:cubicBezTo>
                  <a:cubicBezTo>
                    <a:pt x="-386" y="5502"/>
                    <a:pt x="1276" y="7861"/>
                    <a:pt x="2738" y="9257"/>
                  </a:cubicBezTo>
                  <a:cubicBezTo>
                    <a:pt x="8588" y="14409"/>
                    <a:pt x="14968" y="17951"/>
                    <a:pt x="21214" y="21600"/>
                  </a:cubicBezTo>
                  <a:cubicBezTo>
                    <a:pt x="17958" y="11403"/>
                    <a:pt x="11977" y="3568"/>
                    <a:pt x="5065" y="457"/>
                  </a:cubicBezTo>
                  <a:cubicBezTo>
                    <a:pt x="4406" y="228"/>
                    <a:pt x="3716" y="0"/>
                    <a:pt x="306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5" name="Google Shape;1563;p40"/>
            <p:cNvSpPr/>
            <p:nvPr/>
          </p:nvSpPr>
          <p:spPr>
            <a:xfrm>
              <a:off x="3683211" y="4200124"/>
              <a:ext cx="106224" cy="334727"/>
            </a:xfrm>
            <a:custGeom>
              <a:avLst/>
              <a:gdLst/>
              <a:ahLst/>
              <a:cxnLst>
                <a:cxn ang="0">
                  <a:pos x="wd2" y="hd2"/>
                </a:cxn>
                <a:cxn ang="5400000">
                  <a:pos x="wd2" y="hd2"/>
                </a:cxn>
                <a:cxn ang="10800000">
                  <a:pos x="wd2" y="hd2"/>
                </a:cxn>
                <a:cxn ang="16200000">
                  <a:pos x="wd2" y="hd2"/>
                </a:cxn>
              </a:cxnLst>
              <a:rect l="0" t="0" r="r" b="b"/>
              <a:pathLst>
                <a:path w="20217" h="21600" fill="norm" stroke="1" extrusionOk="0">
                  <a:moveTo>
                    <a:pt x="14207" y="0"/>
                  </a:moveTo>
                  <a:cubicBezTo>
                    <a:pt x="10349" y="0"/>
                    <a:pt x="7651" y="1624"/>
                    <a:pt x="6276" y="3062"/>
                  </a:cubicBezTo>
                  <a:cubicBezTo>
                    <a:pt x="742" y="8971"/>
                    <a:pt x="-1222" y="15420"/>
                    <a:pt x="742" y="21600"/>
                  </a:cubicBezTo>
                  <a:cubicBezTo>
                    <a:pt x="13239" y="16914"/>
                    <a:pt x="19666" y="10532"/>
                    <a:pt x="20201" y="4081"/>
                  </a:cubicBezTo>
                  <a:cubicBezTo>
                    <a:pt x="20378" y="2384"/>
                    <a:pt x="19131" y="279"/>
                    <a:pt x="14668" y="6"/>
                  </a:cubicBezTo>
                  <a:cubicBezTo>
                    <a:pt x="14512" y="2"/>
                    <a:pt x="14357" y="0"/>
                    <a:pt x="1420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6" name="Google Shape;1564;p40"/>
            <p:cNvSpPr/>
            <p:nvPr/>
          </p:nvSpPr>
          <p:spPr>
            <a:xfrm>
              <a:off x="3513585" y="5088347"/>
              <a:ext cx="387372" cy="1241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3" y="0"/>
                  </a:moveTo>
                  <a:cubicBezTo>
                    <a:pt x="4812" y="0"/>
                    <a:pt x="0" y="4758"/>
                    <a:pt x="0" y="10800"/>
                  </a:cubicBezTo>
                  <a:cubicBezTo>
                    <a:pt x="0" y="16655"/>
                    <a:pt x="4812" y="21600"/>
                    <a:pt x="10773" y="21600"/>
                  </a:cubicBezTo>
                  <a:cubicBezTo>
                    <a:pt x="16736" y="21600"/>
                    <a:pt x="21600" y="16655"/>
                    <a:pt x="21600" y="10800"/>
                  </a:cubicBezTo>
                  <a:cubicBezTo>
                    <a:pt x="21600" y="4758"/>
                    <a:pt x="16736" y="0"/>
                    <a:pt x="10773" y="0"/>
                  </a:cubicBezTo>
                  <a:close/>
                </a:path>
              </a:pathLst>
            </a:custGeom>
            <a:solidFill>
              <a:srgbClr val="3737B7"/>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7" name="Google Shape;1565;p40"/>
            <p:cNvSpPr/>
            <p:nvPr/>
          </p:nvSpPr>
          <p:spPr>
            <a:xfrm>
              <a:off x="3460101" y="4692705"/>
              <a:ext cx="508397" cy="4377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3428" y="16356"/>
                  </a:lnTo>
                  <a:cubicBezTo>
                    <a:pt x="4066" y="19471"/>
                    <a:pt x="6258" y="21600"/>
                    <a:pt x="8768" y="21600"/>
                  </a:cubicBezTo>
                  <a:lnTo>
                    <a:pt x="12832" y="21600"/>
                  </a:lnTo>
                  <a:cubicBezTo>
                    <a:pt x="15343" y="21600"/>
                    <a:pt x="17536" y="19471"/>
                    <a:pt x="18172" y="16356"/>
                  </a:cubicBezTo>
                  <a:lnTo>
                    <a:pt x="21600" y="0"/>
                  </a:lnTo>
                  <a:cubicBezTo>
                    <a:pt x="20643" y="2337"/>
                    <a:pt x="16180" y="4102"/>
                    <a:pt x="10800" y="4102"/>
                  </a:cubicBezTo>
                  <a:cubicBezTo>
                    <a:pt x="5420" y="4102"/>
                    <a:pt x="918" y="2337"/>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8" name="Google Shape;1566;p40"/>
            <p:cNvSpPr/>
            <p:nvPr/>
          </p:nvSpPr>
          <p:spPr>
            <a:xfrm>
              <a:off x="3460101" y="4690591"/>
              <a:ext cx="319858" cy="438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448" y="16368"/>
                  </a:lnTo>
                  <a:cubicBezTo>
                    <a:pt x="6462" y="19476"/>
                    <a:pt x="9946" y="21600"/>
                    <a:pt x="13936" y="21600"/>
                  </a:cubicBezTo>
                  <a:lnTo>
                    <a:pt x="20396" y="21600"/>
                  </a:lnTo>
                  <a:cubicBezTo>
                    <a:pt x="20778" y="21600"/>
                    <a:pt x="21220" y="21600"/>
                    <a:pt x="21600" y="21547"/>
                  </a:cubicBezTo>
                  <a:cubicBezTo>
                    <a:pt x="14760" y="16160"/>
                    <a:pt x="11528" y="9168"/>
                    <a:pt x="9946" y="3677"/>
                  </a:cubicBezTo>
                  <a:cubicBezTo>
                    <a:pt x="4878" y="3005"/>
                    <a:pt x="1079" y="1657"/>
                    <a:pt x="0"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09" name="Google Shape;1567;p40"/>
            <p:cNvSpPr/>
            <p:nvPr/>
          </p:nvSpPr>
          <p:spPr>
            <a:xfrm>
              <a:off x="1886163" y="4571665"/>
              <a:ext cx="800105" cy="144163"/>
            </a:xfrm>
            <a:prstGeom prst="rect">
              <a:avLst/>
            </a:pr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0" name="Google Shape;1568;p40"/>
            <p:cNvSpPr/>
            <p:nvPr/>
          </p:nvSpPr>
          <p:spPr>
            <a:xfrm>
              <a:off x="1886163" y="4571665"/>
              <a:ext cx="800105" cy="74733"/>
            </a:xfrm>
            <a:prstGeom prst="rect">
              <a:avLst/>
            </a:pr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1" name="Google Shape;1569;p40"/>
            <p:cNvSpPr/>
            <p:nvPr/>
          </p:nvSpPr>
          <p:spPr>
            <a:xfrm>
              <a:off x="1660110" y="4672706"/>
              <a:ext cx="1178114" cy="441948"/>
            </a:xfrm>
            <a:custGeom>
              <a:avLst/>
              <a:gdLst/>
              <a:ahLst/>
              <a:cxnLst>
                <a:cxn ang="0">
                  <a:pos x="wd2" y="hd2"/>
                </a:cxn>
                <a:cxn ang="5400000">
                  <a:pos x="wd2" y="hd2"/>
                </a:cxn>
                <a:cxn ang="10800000">
                  <a:pos x="wd2" y="hd2"/>
                </a:cxn>
                <a:cxn ang="16200000">
                  <a:pos x="wd2" y="hd2"/>
                </a:cxn>
              </a:cxnLst>
              <a:rect l="0" t="0" r="r" b="b"/>
              <a:pathLst>
                <a:path w="21566" h="21600" fill="norm" stroke="1" extrusionOk="0">
                  <a:moveTo>
                    <a:pt x="4155" y="0"/>
                  </a:moveTo>
                  <a:lnTo>
                    <a:pt x="0" y="21600"/>
                  </a:lnTo>
                  <a:lnTo>
                    <a:pt x="21566" y="21600"/>
                  </a:lnTo>
                  <a:cubicBezTo>
                    <a:pt x="21566" y="21600"/>
                    <a:pt x="21600" y="10285"/>
                    <a:pt x="1876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2" name="Google Shape;1570;p40"/>
            <p:cNvSpPr/>
            <p:nvPr/>
          </p:nvSpPr>
          <p:spPr>
            <a:xfrm>
              <a:off x="1097324" y="4084478"/>
              <a:ext cx="742883" cy="9428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309" y="0"/>
                  </a:moveTo>
                  <a:lnTo>
                    <a:pt x="0" y="16297"/>
                  </a:lnTo>
                  <a:lnTo>
                    <a:pt x="8290" y="21600"/>
                  </a:lnTo>
                  <a:lnTo>
                    <a:pt x="21600" y="5304"/>
                  </a:lnTo>
                  <a:lnTo>
                    <a:pt x="13309"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3" name="Google Shape;1571;p40"/>
            <p:cNvSpPr/>
            <p:nvPr/>
          </p:nvSpPr>
          <p:spPr>
            <a:xfrm>
              <a:off x="1434984" y="4089746"/>
              <a:ext cx="403344" cy="3672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329" y="0"/>
                  </a:moveTo>
                  <a:lnTo>
                    <a:pt x="0" y="10768"/>
                  </a:lnTo>
                  <a:lnTo>
                    <a:pt x="16878" y="21600"/>
                  </a:lnTo>
                  <a:lnTo>
                    <a:pt x="21600" y="13553"/>
                  </a:lnTo>
                  <a:lnTo>
                    <a:pt x="6329"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4" name="Google Shape;1572;p40"/>
            <p:cNvSpPr/>
            <p:nvPr/>
          </p:nvSpPr>
          <p:spPr>
            <a:xfrm>
              <a:off x="2266987" y="2856386"/>
              <a:ext cx="434302" cy="604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21" y="0"/>
                  </a:moveTo>
                  <a:cubicBezTo>
                    <a:pt x="11353" y="0"/>
                    <a:pt x="6811" y="2966"/>
                    <a:pt x="4292" y="6620"/>
                  </a:cubicBezTo>
                  <a:cubicBezTo>
                    <a:pt x="1726" y="10341"/>
                    <a:pt x="841" y="14627"/>
                    <a:pt x="0" y="18800"/>
                  </a:cubicBezTo>
                  <a:cubicBezTo>
                    <a:pt x="2243" y="20654"/>
                    <a:pt x="5415" y="21600"/>
                    <a:pt x="8594" y="21600"/>
                  </a:cubicBezTo>
                  <a:cubicBezTo>
                    <a:pt x="10504" y="21600"/>
                    <a:pt x="12419" y="21257"/>
                    <a:pt x="14135" y="20567"/>
                  </a:cubicBezTo>
                  <a:cubicBezTo>
                    <a:pt x="18660" y="18761"/>
                    <a:pt x="21600" y="14627"/>
                    <a:pt x="21600" y="10529"/>
                  </a:cubicBezTo>
                  <a:cubicBezTo>
                    <a:pt x="21600" y="6394"/>
                    <a:pt x="18846" y="2447"/>
                    <a:pt x="14696" y="3"/>
                  </a:cubicBezTo>
                  <a:cubicBezTo>
                    <a:pt x="14637" y="1"/>
                    <a:pt x="14579" y="0"/>
                    <a:pt x="1452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5" name="Google Shape;1573;p40"/>
            <p:cNvSpPr/>
            <p:nvPr/>
          </p:nvSpPr>
          <p:spPr>
            <a:xfrm>
              <a:off x="1722201" y="2883830"/>
              <a:ext cx="452860" cy="570084"/>
            </a:xfrm>
            <a:custGeom>
              <a:avLst/>
              <a:gdLst/>
              <a:ahLst/>
              <a:cxnLst>
                <a:cxn ang="0">
                  <a:pos x="wd2" y="hd2"/>
                </a:cxn>
                <a:cxn ang="5400000">
                  <a:pos x="wd2" y="hd2"/>
                </a:cxn>
                <a:cxn ang="10800000">
                  <a:pos x="wd2" y="hd2"/>
                </a:cxn>
                <a:cxn ang="16200000">
                  <a:pos x="wd2" y="hd2"/>
                </a:cxn>
              </a:cxnLst>
              <a:rect l="0" t="0" r="r" b="b"/>
              <a:pathLst>
                <a:path w="20983" h="21600" fill="norm" stroke="1" extrusionOk="0">
                  <a:moveTo>
                    <a:pt x="2381" y="0"/>
                  </a:moveTo>
                  <a:cubicBezTo>
                    <a:pt x="339" y="3709"/>
                    <a:pt x="-617" y="8094"/>
                    <a:pt x="425" y="12121"/>
                  </a:cubicBezTo>
                  <a:cubicBezTo>
                    <a:pt x="1469" y="16147"/>
                    <a:pt x="4685" y="19855"/>
                    <a:pt x="9031" y="21131"/>
                  </a:cubicBezTo>
                  <a:cubicBezTo>
                    <a:pt x="10075" y="21447"/>
                    <a:pt x="11171" y="21600"/>
                    <a:pt x="12266" y="21600"/>
                  </a:cubicBezTo>
                  <a:cubicBezTo>
                    <a:pt x="15735" y="21600"/>
                    <a:pt x="19199" y="20070"/>
                    <a:pt x="20983" y="17344"/>
                  </a:cubicBezTo>
                  <a:cubicBezTo>
                    <a:pt x="17810" y="14314"/>
                    <a:pt x="16028" y="10287"/>
                    <a:pt x="13421" y="6778"/>
                  </a:cubicBezTo>
                  <a:cubicBezTo>
                    <a:pt x="10814" y="3310"/>
                    <a:pt x="6901" y="121"/>
                    <a:pt x="238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6" name="Google Shape;1574;p40"/>
            <p:cNvSpPr/>
            <p:nvPr/>
          </p:nvSpPr>
          <p:spPr>
            <a:xfrm>
              <a:off x="1941502" y="3258463"/>
              <a:ext cx="651890" cy="9312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501" y="0"/>
                  </a:moveTo>
                  <a:lnTo>
                    <a:pt x="3948" y="7322"/>
                  </a:lnTo>
                  <a:lnTo>
                    <a:pt x="0" y="7322"/>
                  </a:lnTo>
                  <a:lnTo>
                    <a:pt x="4693" y="21600"/>
                  </a:lnTo>
                  <a:lnTo>
                    <a:pt x="21600" y="7322"/>
                  </a:lnTo>
                  <a:lnTo>
                    <a:pt x="16131" y="7322"/>
                  </a:lnTo>
                  <a:lnTo>
                    <a:pt x="13116"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7" name="Google Shape;1575;p40"/>
            <p:cNvSpPr/>
            <p:nvPr/>
          </p:nvSpPr>
          <p:spPr>
            <a:xfrm>
              <a:off x="2097229" y="3260544"/>
              <a:ext cx="309511" cy="244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8" y="0"/>
                  </a:moveTo>
                  <a:lnTo>
                    <a:pt x="0" y="6615"/>
                  </a:lnTo>
                  <a:cubicBezTo>
                    <a:pt x="3273" y="13735"/>
                    <a:pt x="9172" y="21600"/>
                    <a:pt x="19677" y="21600"/>
                  </a:cubicBezTo>
                  <a:cubicBezTo>
                    <a:pt x="20301" y="21600"/>
                    <a:pt x="20943" y="21572"/>
                    <a:pt x="21600" y="21516"/>
                  </a:cubicBezTo>
                  <a:lnTo>
                    <a:pt x="16757"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8" name="Google Shape;1577;p40"/>
            <p:cNvSpPr/>
            <p:nvPr/>
          </p:nvSpPr>
          <p:spPr>
            <a:xfrm>
              <a:off x="1371209" y="3574138"/>
              <a:ext cx="644381" cy="8565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42" y="0"/>
                  </a:moveTo>
                  <a:cubicBezTo>
                    <a:pt x="14903" y="0"/>
                    <a:pt x="12860" y="769"/>
                    <a:pt x="11445" y="2122"/>
                  </a:cubicBezTo>
                  <a:lnTo>
                    <a:pt x="0" y="14037"/>
                  </a:lnTo>
                  <a:lnTo>
                    <a:pt x="16727" y="21600"/>
                  </a:lnTo>
                  <a:lnTo>
                    <a:pt x="21600"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19" name="Google Shape;1578;p40"/>
            <p:cNvSpPr/>
            <p:nvPr/>
          </p:nvSpPr>
          <p:spPr>
            <a:xfrm>
              <a:off x="1521284" y="3703568"/>
              <a:ext cx="458681" cy="7271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94" y="0"/>
                  </a:moveTo>
                  <a:lnTo>
                    <a:pt x="0" y="15348"/>
                  </a:lnTo>
                  <a:lnTo>
                    <a:pt x="16432" y="21600"/>
                  </a:lnTo>
                  <a:lnTo>
                    <a:pt x="21600" y="2469"/>
                  </a:lnTo>
                  <a:lnTo>
                    <a:pt x="18994"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0" name="Google Shape;1579;p40"/>
            <p:cNvSpPr/>
            <p:nvPr/>
          </p:nvSpPr>
          <p:spPr>
            <a:xfrm>
              <a:off x="2406375" y="2569228"/>
              <a:ext cx="216784" cy="480780"/>
            </a:xfrm>
            <a:custGeom>
              <a:avLst/>
              <a:gdLst/>
              <a:ahLst/>
              <a:cxnLst>
                <a:cxn ang="0">
                  <a:pos x="wd2" y="hd2"/>
                </a:cxn>
                <a:cxn ang="5400000">
                  <a:pos x="wd2" y="hd2"/>
                </a:cxn>
                <a:cxn ang="10800000">
                  <a:pos x="wd2" y="hd2"/>
                </a:cxn>
                <a:cxn ang="16200000">
                  <a:pos x="wd2" y="hd2"/>
                </a:cxn>
              </a:cxnLst>
              <a:rect l="0" t="0" r="r" b="b"/>
              <a:pathLst>
                <a:path w="14548" h="21600" fill="norm" stroke="1" extrusionOk="0">
                  <a:moveTo>
                    <a:pt x="24" y="0"/>
                  </a:moveTo>
                  <a:cubicBezTo>
                    <a:pt x="24" y="0"/>
                    <a:pt x="-740" y="21600"/>
                    <a:pt x="6306" y="21600"/>
                  </a:cubicBezTo>
                  <a:cubicBezTo>
                    <a:pt x="7347" y="21600"/>
                    <a:pt x="8559" y="21128"/>
                    <a:pt x="9970" y="20044"/>
                  </a:cubicBezTo>
                  <a:cubicBezTo>
                    <a:pt x="20860" y="11582"/>
                    <a:pt x="8900" y="2316"/>
                    <a:pt x="8900" y="2316"/>
                  </a:cubicBezTo>
                  <a:lnTo>
                    <a:pt x="24"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1" name="Google Shape;1580;p40"/>
            <p:cNvSpPr/>
            <p:nvPr/>
          </p:nvSpPr>
          <p:spPr>
            <a:xfrm>
              <a:off x="1861784" y="2445065"/>
              <a:ext cx="680046" cy="889131"/>
            </a:xfrm>
            <a:custGeom>
              <a:avLst/>
              <a:gdLst/>
              <a:ahLst/>
              <a:cxnLst>
                <a:cxn ang="0">
                  <a:pos x="wd2" y="hd2"/>
                </a:cxn>
                <a:cxn ang="5400000">
                  <a:pos x="wd2" y="hd2"/>
                </a:cxn>
                <a:cxn ang="10800000">
                  <a:pos x="wd2" y="hd2"/>
                </a:cxn>
                <a:cxn ang="16200000">
                  <a:pos x="wd2" y="hd2"/>
                </a:cxn>
              </a:cxnLst>
              <a:rect l="0" t="0" r="r" b="b"/>
              <a:pathLst>
                <a:path w="21571" h="21600" fill="norm" stroke="1" extrusionOk="0">
                  <a:moveTo>
                    <a:pt x="0" y="0"/>
                  </a:moveTo>
                  <a:lnTo>
                    <a:pt x="506" y="13548"/>
                  </a:lnTo>
                  <a:cubicBezTo>
                    <a:pt x="506" y="17971"/>
                    <a:pt x="4700" y="21600"/>
                    <a:pt x="9877" y="21600"/>
                  </a:cubicBezTo>
                  <a:lnTo>
                    <a:pt x="12228" y="21600"/>
                  </a:lnTo>
                  <a:cubicBezTo>
                    <a:pt x="17405" y="21600"/>
                    <a:pt x="21600" y="18021"/>
                    <a:pt x="21571" y="13548"/>
                  </a:cubicBezTo>
                  <a:lnTo>
                    <a:pt x="21035"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2" name="Google Shape;1581;p40"/>
            <p:cNvSpPr/>
            <p:nvPr/>
          </p:nvSpPr>
          <p:spPr>
            <a:xfrm>
              <a:off x="2255377" y="2919192"/>
              <a:ext cx="52934" cy="188800"/>
            </a:xfrm>
            <a:custGeom>
              <a:avLst/>
              <a:gdLst/>
              <a:ahLst/>
              <a:cxnLst>
                <a:cxn ang="0">
                  <a:pos x="wd2" y="hd2"/>
                </a:cxn>
                <a:cxn ang="5400000">
                  <a:pos x="wd2" y="hd2"/>
                </a:cxn>
                <a:cxn ang="10800000">
                  <a:pos x="wd2" y="hd2"/>
                </a:cxn>
                <a:cxn ang="16200000">
                  <a:pos x="wd2" y="hd2"/>
                </a:cxn>
              </a:cxnLst>
              <a:rect l="0" t="0" r="r" b="b"/>
              <a:pathLst>
                <a:path w="21024" h="21600" fill="norm" stroke="1" extrusionOk="0">
                  <a:moveTo>
                    <a:pt x="2814" y="0"/>
                  </a:moveTo>
                  <a:cubicBezTo>
                    <a:pt x="1898" y="0"/>
                    <a:pt x="926" y="90"/>
                    <a:pt x="513" y="289"/>
                  </a:cubicBezTo>
                  <a:cubicBezTo>
                    <a:pt x="-224" y="650"/>
                    <a:pt x="-224" y="1375"/>
                    <a:pt x="893" y="1736"/>
                  </a:cubicBezTo>
                  <a:cubicBezTo>
                    <a:pt x="9459" y="3782"/>
                    <a:pt x="14675" y="7153"/>
                    <a:pt x="15043" y="10524"/>
                  </a:cubicBezTo>
                  <a:cubicBezTo>
                    <a:pt x="15043" y="14014"/>
                    <a:pt x="10207" y="17504"/>
                    <a:pt x="2378" y="19792"/>
                  </a:cubicBezTo>
                  <a:cubicBezTo>
                    <a:pt x="893" y="20153"/>
                    <a:pt x="893" y="20755"/>
                    <a:pt x="2010" y="21235"/>
                  </a:cubicBezTo>
                  <a:cubicBezTo>
                    <a:pt x="2378" y="21358"/>
                    <a:pt x="3495" y="21600"/>
                    <a:pt x="4243" y="21600"/>
                  </a:cubicBezTo>
                  <a:cubicBezTo>
                    <a:pt x="4992" y="21600"/>
                    <a:pt x="5561" y="21492"/>
                    <a:pt x="5975" y="21492"/>
                  </a:cubicBezTo>
                  <a:cubicBezTo>
                    <a:pt x="6187" y="21492"/>
                    <a:pt x="6354" y="21517"/>
                    <a:pt x="6477" y="21600"/>
                  </a:cubicBezTo>
                  <a:cubicBezTo>
                    <a:pt x="15792" y="18828"/>
                    <a:pt x="21376" y="14736"/>
                    <a:pt x="21007" y="10762"/>
                  </a:cubicBezTo>
                  <a:cubicBezTo>
                    <a:pt x="21007" y="6669"/>
                    <a:pt x="14675" y="2696"/>
                    <a:pt x="4612" y="170"/>
                  </a:cubicBezTo>
                  <a:cubicBezTo>
                    <a:pt x="4277" y="61"/>
                    <a:pt x="3573" y="0"/>
                    <a:pt x="2814" y="0"/>
                  </a:cubicBezTo>
                  <a:close/>
                </a:path>
              </a:pathLst>
            </a:custGeom>
            <a:solidFill>
              <a:srgbClr val="D6938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3" name="Google Shape;1582;p40"/>
            <p:cNvSpPr/>
            <p:nvPr/>
          </p:nvSpPr>
          <p:spPr>
            <a:xfrm>
              <a:off x="1917123" y="2899635"/>
              <a:ext cx="201673" cy="226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49" y="0"/>
                  </a:moveTo>
                  <a:cubicBezTo>
                    <a:pt x="4822" y="0"/>
                    <a:pt x="0" y="4822"/>
                    <a:pt x="0" y="10848"/>
                  </a:cubicBezTo>
                  <a:cubicBezTo>
                    <a:pt x="0" y="16775"/>
                    <a:pt x="4822" y="21600"/>
                    <a:pt x="10749" y="21600"/>
                  </a:cubicBezTo>
                  <a:cubicBezTo>
                    <a:pt x="16676" y="21600"/>
                    <a:pt x="21600" y="16775"/>
                    <a:pt x="21600" y="10848"/>
                  </a:cubicBezTo>
                  <a:cubicBezTo>
                    <a:pt x="21600" y="4822"/>
                    <a:pt x="16676" y="0"/>
                    <a:pt x="10749" y="0"/>
                  </a:cubicBezTo>
                  <a:close/>
                </a:path>
              </a:pathLst>
            </a:custGeom>
            <a:solidFill>
              <a:srgbClr val="FFBAB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4" name="Google Shape;1583;p40"/>
            <p:cNvSpPr/>
            <p:nvPr/>
          </p:nvSpPr>
          <p:spPr>
            <a:xfrm>
              <a:off x="2405814" y="2898561"/>
              <a:ext cx="136941" cy="2273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127" y="0"/>
                  </a:moveTo>
                  <a:cubicBezTo>
                    <a:pt x="7252" y="0"/>
                    <a:pt x="0" y="4901"/>
                    <a:pt x="0" y="10899"/>
                  </a:cubicBezTo>
                  <a:cubicBezTo>
                    <a:pt x="0" y="16900"/>
                    <a:pt x="7101" y="21600"/>
                    <a:pt x="15830" y="21600"/>
                  </a:cubicBezTo>
                  <a:cubicBezTo>
                    <a:pt x="16570" y="21600"/>
                    <a:pt x="17457" y="21600"/>
                    <a:pt x="18344" y="21498"/>
                  </a:cubicBezTo>
                  <a:cubicBezTo>
                    <a:pt x="20269" y="17898"/>
                    <a:pt x="21600" y="13998"/>
                    <a:pt x="21600" y="10000"/>
                  </a:cubicBezTo>
                  <a:lnTo>
                    <a:pt x="21303" y="602"/>
                  </a:lnTo>
                  <a:cubicBezTo>
                    <a:pt x="19529" y="201"/>
                    <a:pt x="17901" y="0"/>
                    <a:pt x="16127" y="0"/>
                  </a:cubicBezTo>
                  <a:close/>
                </a:path>
              </a:pathLst>
            </a:custGeom>
            <a:solidFill>
              <a:srgbClr val="FFBAB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5" name="Google Shape;1584;p40"/>
            <p:cNvSpPr/>
            <p:nvPr/>
          </p:nvSpPr>
          <p:spPr>
            <a:xfrm>
              <a:off x="2068125" y="2205131"/>
              <a:ext cx="171418" cy="218389"/>
            </a:xfrm>
            <a:custGeom>
              <a:avLst/>
              <a:gdLst/>
              <a:ahLst/>
              <a:cxnLst>
                <a:cxn ang="0">
                  <a:pos x="wd2" y="hd2"/>
                </a:cxn>
                <a:cxn ang="5400000">
                  <a:pos x="wd2" y="hd2"/>
                </a:cxn>
                <a:cxn ang="10800000">
                  <a:pos x="wd2" y="hd2"/>
                </a:cxn>
                <a:cxn ang="16200000">
                  <a:pos x="wd2" y="hd2"/>
                </a:cxn>
              </a:cxnLst>
              <a:rect l="0" t="0" r="r" b="b"/>
              <a:pathLst>
                <a:path w="20139" h="21600" fill="norm" stroke="1" extrusionOk="0">
                  <a:moveTo>
                    <a:pt x="14989" y="0"/>
                  </a:moveTo>
                  <a:cubicBezTo>
                    <a:pt x="17084" y="4268"/>
                    <a:pt x="15320" y="9472"/>
                    <a:pt x="12125" y="13011"/>
                  </a:cubicBezTo>
                  <a:cubicBezTo>
                    <a:pt x="8818" y="16652"/>
                    <a:pt x="4411" y="18839"/>
                    <a:pt x="0" y="21129"/>
                  </a:cubicBezTo>
                  <a:cubicBezTo>
                    <a:pt x="1781" y="21447"/>
                    <a:pt x="3499" y="21600"/>
                    <a:pt x="5127" y="21600"/>
                  </a:cubicBezTo>
                  <a:cubicBezTo>
                    <a:pt x="11457" y="21600"/>
                    <a:pt x="16456" y="19272"/>
                    <a:pt x="18736" y="15301"/>
                  </a:cubicBezTo>
                  <a:cubicBezTo>
                    <a:pt x="21600" y="10302"/>
                    <a:pt x="19948" y="3435"/>
                    <a:pt x="1498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6" name="Google Shape;1585;p40"/>
            <p:cNvSpPr/>
            <p:nvPr/>
          </p:nvSpPr>
          <p:spPr>
            <a:xfrm>
              <a:off x="1690593" y="2388821"/>
              <a:ext cx="443635" cy="466616"/>
            </a:xfrm>
            <a:custGeom>
              <a:avLst/>
              <a:gdLst/>
              <a:ahLst/>
              <a:cxnLst>
                <a:cxn ang="0">
                  <a:pos x="wd2" y="hd2"/>
                </a:cxn>
                <a:cxn ang="5400000">
                  <a:pos x="wd2" y="hd2"/>
                </a:cxn>
                <a:cxn ang="10800000">
                  <a:pos x="wd2" y="hd2"/>
                </a:cxn>
                <a:cxn ang="16200000">
                  <a:pos x="wd2" y="hd2"/>
                </a:cxn>
              </a:cxnLst>
              <a:rect l="0" t="0" r="r" b="b"/>
              <a:pathLst>
                <a:path w="19646" h="21600" fill="norm" stroke="1" extrusionOk="0">
                  <a:moveTo>
                    <a:pt x="15888" y="0"/>
                  </a:moveTo>
                  <a:cubicBezTo>
                    <a:pt x="11455" y="0"/>
                    <a:pt x="5458" y="1595"/>
                    <a:pt x="2596" y="4649"/>
                  </a:cubicBezTo>
                  <a:cubicBezTo>
                    <a:pt x="-1101" y="8691"/>
                    <a:pt x="-353" y="16242"/>
                    <a:pt x="1766" y="21600"/>
                  </a:cubicBezTo>
                  <a:cubicBezTo>
                    <a:pt x="6334" y="21600"/>
                    <a:pt x="12025" y="18580"/>
                    <a:pt x="15349" y="14927"/>
                  </a:cubicBezTo>
                  <a:cubicBezTo>
                    <a:pt x="18671" y="11273"/>
                    <a:pt x="20499" y="5574"/>
                    <a:pt x="19253" y="410"/>
                  </a:cubicBezTo>
                  <a:cubicBezTo>
                    <a:pt x="18342" y="136"/>
                    <a:pt x="17182" y="0"/>
                    <a:pt x="1588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7" name="Google Shape;1586;p40"/>
            <p:cNvSpPr/>
            <p:nvPr/>
          </p:nvSpPr>
          <p:spPr>
            <a:xfrm>
              <a:off x="1524886" y="2832285"/>
              <a:ext cx="295616" cy="395797"/>
            </a:xfrm>
            <a:custGeom>
              <a:avLst/>
              <a:gdLst/>
              <a:ahLst/>
              <a:cxnLst>
                <a:cxn ang="0">
                  <a:pos x="wd2" y="hd2"/>
                </a:cxn>
                <a:cxn ang="5400000">
                  <a:pos x="wd2" y="hd2"/>
                </a:cxn>
                <a:cxn ang="10800000">
                  <a:pos x="wd2" y="hd2"/>
                </a:cxn>
                <a:cxn ang="16200000">
                  <a:pos x="wd2" y="hd2"/>
                </a:cxn>
              </a:cxnLst>
              <a:rect l="0" t="0" r="r" b="b"/>
              <a:pathLst>
                <a:path w="21011" h="21600" fill="norm" stroke="1" extrusionOk="0">
                  <a:moveTo>
                    <a:pt x="21011" y="0"/>
                  </a:moveTo>
                  <a:cubicBezTo>
                    <a:pt x="17546" y="1723"/>
                    <a:pt x="13411" y="2469"/>
                    <a:pt x="9677" y="3732"/>
                  </a:cubicBezTo>
                  <a:cubicBezTo>
                    <a:pt x="5944" y="5053"/>
                    <a:pt x="2211" y="7063"/>
                    <a:pt x="678" y="10279"/>
                  </a:cubicBezTo>
                  <a:cubicBezTo>
                    <a:pt x="-589" y="13035"/>
                    <a:pt x="-55" y="16251"/>
                    <a:pt x="2079" y="18548"/>
                  </a:cubicBezTo>
                  <a:cubicBezTo>
                    <a:pt x="3872" y="20479"/>
                    <a:pt x="6750" y="21600"/>
                    <a:pt x="9603" y="21600"/>
                  </a:cubicBezTo>
                  <a:cubicBezTo>
                    <a:pt x="10143" y="21600"/>
                    <a:pt x="10681" y="21559"/>
                    <a:pt x="11212" y="21478"/>
                  </a:cubicBezTo>
                  <a:cubicBezTo>
                    <a:pt x="7879" y="20099"/>
                    <a:pt x="6012" y="16768"/>
                    <a:pt x="6212" y="13610"/>
                  </a:cubicBezTo>
                  <a:cubicBezTo>
                    <a:pt x="6412" y="10451"/>
                    <a:pt x="8412" y="7465"/>
                    <a:pt x="11278" y="5399"/>
                  </a:cubicBezTo>
                  <a:cubicBezTo>
                    <a:pt x="13944" y="3331"/>
                    <a:pt x="17346" y="1952"/>
                    <a:pt x="21011"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8" name="Google Shape;1587;p40"/>
            <p:cNvSpPr/>
            <p:nvPr/>
          </p:nvSpPr>
          <p:spPr>
            <a:xfrm>
              <a:off x="1615968" y="2871212"/>
              <a:ext cx="274889" cy="594026"/>
            </a:xfrm>
            <a:custGeom>
              <a:avLst/>
              <a:gdLst/>
              <a:ahLst/>
              <a:cxnLst>
                <a:cxn ang="0">
                  <a:pos x="wd2" y="hd2"/>
                </a:cxn>
                <a:cxn ang="5400000">
                  <a:pos x="wd2" y="hd2"/>
                </a:cxn>
                <a:cxn ang="10800000">
                  <a:pos x="wd2" y="hd2"/>
                </a:cxn>
                <a:cxn ang="16200000">
                  <a:pos x="wd2" y="hd2"/>
                </a:cxn>
              </a:cxnLst>
              <a:rect l="0" t="0" r="r" b="b"/>
              <a:pathLst>
                <a:path w="20822" h="21600" fill="norm" stroke="1" extrusionOk="0">
                  <a:moveTo>
                    <a:pt x="9312" y="0"/>
                  </a:moveTo>
                  <a:cubicBezTo>
                    <a:pt x="5476" y="2678"/>
                    <a:pt x="2066" y="5625"/>
                    <a:pt x="645" y="8915"/>
                  </a:cubicBezTo>
                  <a:cubicBezTo>
                    <a:pt x="-778" y="12245"/>
                    <a:pt x="76" y="15918"/>
                    <a:pt x="3982" y="18596"/>
                  </a:cubicBezTo>
                  <a:cubicBezTo>
                    <a:pt x="6719" y="20445"/>
                    <a:pt x="11131" y="21600"/>
                    <a:pt x="15457" y="21600"/>
                  </a:cubicBezTo>
                  <a:cubicBezTo>
                    <a:pt x="17305" y="21600"/>
                    <a:pt x="19139" y="21388"/>
                    <a:pt x="20822" y="20930"/>
                  </a:cubicBezTo>
                  <a:cubicBezTo>
                    <a:pt x="20264" y="20999"/>
                    <a:pt x="19708" y="21032"/>
                    <a:pt x="19156" y="21032"/>
                  </a:cubicBezTo>
                  <a:cubicBezTo>
                    <a:pt x="14864" y="21032"/>
                    <a:pt x="10926" y="19027"/>
                    <a:pt x="9667" y="16720"/>
                  </a:cubicBezTo>
                  <a:cubicBezTo>
                    <a:pt x="8247" y="14157"/>
                    <a:pt x="9382" y="11364"/>
                    <a:pt x="10592" y="8724"/>
                  </a:cubicBezTo>
                  <a:cubicBezTo>
                    <a:pt x="11799" y="6122"/>
                    <a:pt x="13077" y="3368"/>
                    <a:pt x="931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29" name="Google Shape;1589;p40"/>
            <p:cNvSpPr/>
            <p:nvPr/>
          </p:nvSpPr>
          <p:spPr>
            <a:xfrm>
              <a:off x="2593399" y="2804935"/>
              <a:ext cx="195013" cy="529266"/>
            </a:xfrm>
            <a:custGeom>
              <a:avLst/>
              <a:gdLst/>
              <a:ahLst/>
              <a:cxnLst>
                <a:cxn ang="0">
                  <a:pos x="wd2" y="hd2"/>
                </a:cxn>
                <a:cxn ang="5400000">
                  <a:pos x="wd2" y="hd2"/>
                </a:cxn>
                <a:cxn ang="10800000">
                  <a:pos x="wd2" y="hd2"/>
                </a:cxn>
                <a:cxn ang="16200000">
                  <a:pos x="wd2" y="hd2"/>
                </a:cxn>
              </a:cxnLst>
              <a:rect l="0" t="0" r="r" b="b"/>
              <a:pathLst>
                <a:path w="20984" h="21600" fill="norm" stroke="1" extrusionOk="0">
                  <a:moveTo>
                    <a:pt x="0" y="0"/>
                  </a:moveTo>
                  <a:cubicBezTo>
                    <a:pt x="103" y="2749"/>
                    <a:pt x="1818" y="5325"/>
                    <a:pt x="4545" y="7643"/>
                  </a:cubicBezTo>
                  <a:cubicBezTo>
                    <a:pt x="7065" y="9877"/>
                    <a:pt x="10499" y="11981"/>
                    <a:pt x="12517" y="14343"/>
                  </a:cubicBezTo>
                  <a:cubicBezTo>
                    <a:pt x="14535" y="16705"/>
                    <a:pt x="15040" y="19454"/>
                    <a:pt x="11809" y="21600"/>
                  </a:cubicBezTo>
                  <a:cubicBezTo>
                    <a:pt x="18169" y="20613"/>
                    <a:pt x="21600" y="17391"/>
                    <a:pt x="20892" y="14558"/>
                  </a:cubicBezTo>
                  <a:cubicBezTo>
                    <a:pt x="20287" y="11637"/>
                    <a:pt x="16553" y="9061"/>
                    <a:pt x="12314" y="6827"/>
                  </a:cubicBezTo>
                  <a:cubicBezTo>
                    <a:pt x="8175" y="4552"/>
                    <a:pt x="3331" y="2490"/>
                    <a:pt x="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0" name="Google Shape;1590;p40"/>
            <p:cNvSpPr/>
            <p:nvPr/>
          </p:nvSpPr>
          <p:spPr>
            <a:xfrm>
              <a:off x="2152568" y="2372069"/>
              <a:ext cx="454673" cy="397628"/>
            </a:xfrm>
            <a:custGeom>
              <a:avLst/>
              <a:gdLst/>
              <a:ahLst/>
              <a:cxnLst>
                <a:cxn ang="0">
                  <a:pos x="wd2" y="hd2"/>
                </a:cxn>
                <a:cxn ang="5400000">
                  <a:pos x="wd2" y="hd2"/>
                </a:cxn>
                <a:cxn ang="10800000">
                  <a:pos x="wd2" y="hd2"/>
                </a:cxn>
                <a:cxn ang="16200000">
                  <a:pos x="wd2" y="hd2"/>
                </a:cxn>
              </a:cxnLst>
              <a:rect l="0" t="0" r="r" b="b"/>
              <a:pathLst>
                <a:path w="21325" h="21600" fill="norm" stroke="1" extrusionOk="0">
                  <a:moveTo>
                    <a:pt x="7058" y="0"/>
                  </a:moveTo>
                  <a:cubicBezTo>
                    <a:pt x="4558" y="0"/>
                    <a:pt x="1985" y="257"/>
                    <a:pt x="0" y="936"/>
                  </a:cubicBezTo>
                  <a:cubicBezTo>
                    <a:pt x="4135" y="9852"/>
                    <a:pt x="11173" y="17798"/>
                    <a:pt x="17684" y="21170"/>
                  </a:cubicBezTo>
                  <a:cubicBezTo>
                    <a:pt x="18147" y="21370"/>
                    <a:pt x="18654" y="21600"/>
                    <a:pt x="19143" y="21600"/>
                  </a:cubicBezTo>
                  <a:cubicBezTo>
                    <a:pt x="19351" y="21600"/>
                    <a:pt x="19556" y="21559"/>
                    <a:pt x="19752" y="21456"/>
                  </a:cubicBezTo>
                  <a:cubicBezTo>
                    <a:pt x="20720" y="20884"/>
                    <a:pt x="20984" y="19227"/>
                    <a:pt x="21116" y="17798"/>
                  </a:cubicBezTo>
                  <a:cubicBezTo>
                    <a:pt x="21380" y="14139"/>
                    <a:pt x="21600" y="10367"/>
                    <a:pt x="20412" y="7108"/>
                  </a:cubicBezTo>
                  <a:cubicBezTo>
                    <a:pt x="18916" y="2992"/>
                    <a:pt x="15353" y="706"/>
                    <a:pt x="11877" y="307"/>
                  </a:cubicBezTo>
                  <a:cubicBezTo>
                    <a:pt x="10448" y="120"/>
                    <a:pt x="8770" y="0"/>
                    <a:pt x="705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1" name="Google Shape;1591;p40"/>
            <p:cNvSpPr/>
            <p:nvPr/>
          </p:nvSpPr>
          <p:spPr>
            <a:xfrm>
              <a:off x="2121842" y="3094302"/>
              <a:ext cx="198804" cy="110472"/>
            </a:xfrm>
            <a:custGeom>
              <a:avLst/>
              <a:gdLst/>
              <a:ahLst/>
              <a:cxnLst>
                <a:cxn ang="0">
                  <a:pos x="wd2" y="hd2"/>
                </a:cxn>
                <a:cxn ang="5400000">
                  <a:pos x="wd2" y="hd2"/>
                </a:cxn>
                <a:cxn ang="10800000">
                  <a:pos x="wd2" y="hd2"/>
                </a:cxn>
                <a:cxn ang="16200000">
                  <a:pos x="wd2" y="hd2"/>
                </a:cxn>
              </a:cxnLst>
              <a:rect l="0" t="0" r="r" b="b"/>
              <a:pathLst>
                <a:path w="21391" h="21600" fill="norm" stroke="1" extrusionOk="0">
                  <a:moveTo>
                    <a:pt x="801" y="0"/>
                  </a:moveTo>
                  <a:cubicBezTo>
                    <a:pt x="659" y="0"/>
                    <a:pt x="513" y="68"/>
                    <a:pt x="377" y="204"/>
                  </a:cubicBezTo>
                  <a:cubicBezTo>
                    <a:pt x="-25" y="820"/>
                    <a:pt x="-128" y="1850"/>
                    <a:pt x="178" y="2677"/>
                  </a:cubicBezTo>
                  <a:cubicBezTo>
                    <a:pt x="3506" y="14402"/>
                    <a:pt x="10068" y="21600"/>
                    <a:pt x="16828" y="21600"/>
                  </a:cubicBezTo>
                  <a:cubicBezTo>
                    <a:pt x="18141" y="21600"/>
                    <a:pt x="19554" y="21396"/>
                    <a:pt x="20664" y="20780"/>
                  </a:cubicBezTo>
                  <a:cubicBezTo>
                    <a:pt x="21169" y="20576"/>
                    <a:pt x="21472" y="19750"/>
                    <a:pt x="21372" y="18720"/>
                  </a:cubicBezTo>
                  <a:cubicBezTo>
                    <a:pt x="21203" y="17862"/>
                    <a:pt x="20964" y="17437"/>
                    <a:pt x="20598" y="17437"/>
                  </a:cubicBezTo>
                  <a:cubicBezTo>
                    <a:pt x="20525" y="17437"/>
                    <a:pt x="20446" y="17455"/>
                    <a:pt x="20362" y="17486"/>
                  </a:cubicBezTo>
                  <a:cubicBezTo>
                    <a:pt x="19242" y="17979"/>
                    <a:pt x="18098" y="18214"/>
                    <a:pt x="16949" y="18214"/>
                  </a:cubicBezTo>
                  <a:cubicBezTo>
                    <a:pt x="10846" y="18214"/>
                    <a:pt x="4631" y="11559"/>
                    <a:pt x="1488" y="820"/>
                  </a:cubicBezTo>
                  <a:cubicBezTo>
                    <a:pt x="1355" y="271"/>
                    <a:pt x="1085" y="0"/>
                    <a:pt x="801" y="0"/>
                  </a:cubicBezTo>
                  <a:close/>
                </a:path>
              </a:pathLst>
            </a:custGeom>
            <a:solidFill>
              <a:srgbClr val="D6938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2" name="Google Shape;1592;p40"/>
            <p:cNvSpPr/>
            <p:nvPr/>
          </p:nvSpPr>
          <p:spPr>
            <a:xfrm>
              <a:off x="1684290" y="2719605"/>
              <a:ext cx="225395" cy="180944"/>
            </a:xfrm>
            <a:custGeom>
              <a:avLst/>
              <a:gdLst/>
              <a:ahLst/>
              <a:cxnLst>
                <a:cxn ang="0">
                  <a:pos x="wd2" y="hd2"/>
                </a:cxn>
                <a:cxn ang="5400000">
                  <a:pos x="wd2" y="hd2"/>
                </a:cxn>
                <a:cxn ang="10800000">
                  <a:pos x="wd2" y="hd2"/>
                </a:cxn>
                <a:cxn ang="16200000">
                  <a:pos x="wd2" y="hd2"/>
                </a:cxn>
              </a:cxnLst>
              <a:rect l="0" t="0" r="r" b="b"/>
              <a:pathLst>
                <a:path w="20042" h="21600" fill="norm" stroke="1" extrusionOk="0">
                  <a:moveTo>
                    <a:pt x="14675" y="0"/>
                  </a:moveTo>
                  <a:cubicBezTo>
                    <a:pt x="13990" y="0"/>
                    <a:pt x="13293" y="203"/>
                    <a:pt x="12613" y="640"/>
                  </a:cubicBezTo>
                  <a:lnTo>
                    <a:pt x="3356" y="6164"/>
                  </a:lnTo>
                  <a:cubicBezTo>
                    <a:pt x="521" y="7799"/>
                    <a:pt x="-814" y="12698"/>
                    <a:pt x="521" y="16968"/>
                  </a:cubicBezTo>
                  <a:lnTo>
                    <a:pt x="521" y="17092"/>
                  </a:lnTo>
                  <a:cubicBezTo>
                    <a:pt x="1454" y="19905"/>
                    <a:pt x="3409" y="21600"/>
                    <a:pt x="5414" y="21600"/>
                  </a:cubicBezTo>
                  <a:cubicBezTo>
                    <a:pt x="6097" y="21600"/>
                    <a:pt x="6787" y="21404"/>
                    <a:pt x="7442" y="20986"/>
                  </a:cubicBezTo>
                  <a:lnTo>
                    <a:pt x="16701" y="15334"/>
                  </a:lnTo>
                  <a:cubicBezTo>
                    <a:pt x="19453" y="13703"/>
                    <a:pt x="20786" y="9053"/>
                    <a:pt x="19618" y="5035"/>
                  </a:cubicBezTo>
                  <a:cubicBezTo>
                    <a:pt x="18738" y="1913"/>
                    <a:pt x="16771" y="0"/>
                    <a:pt x="14675"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3" name="Google Shape;1593;p40"/>
            <p:cNvSpPr/>
            <p:nvPr/>
          </p:nvSpPr>
          <p:spPr>
            <a:xfrm>
              <a:off x="1844884" y="2626925"/>
              <a:ext cx="670933" cy="402232"/>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12448" y="0"/>
                  </a:moveTo>
                  <a:cubicBezTo>
                    <a:pt x="8148" y="0"/>
                    <a:pt x="3835" y="1804"/>
                    <a:pt x="0" y="5094"/>
                  </a:cubicBezTo>
                  <a:cubicBezTo>
                    <a:pt x="538" y="9446"/>
                    <a:pt x="1194" y="13796"/>
                    <a:pt x="2686" y="17187"/>
                  </a:cubicBezTo>
                  <a:cubicBezTo>
                    <a:pt x="3833" y="19794"/>
                    <a:pt x="5598" y="21600"/>
                    <a:pt x="7357" y="21600"/>
                  </a:cubicBezTo>
                  <a:cubicBezTo>
                    <a:pt x="7884" y="21600"/>
                    <a:pt x="8412" y="21437"/>
                    <a:pt x="8920" y="21087"/>
                  </a:cubicBezTo>
                  <a:cubicBezTo>
                    <a:pt x="10114" y="20238"/>
                    <a:pt x="11158" y="18317"/>
                    <a:pt x="12471" y="18261"/>
                  </a:cubicBezTo>
                  <a:cubicBezTo>
                    <a:pt x="12485" y="18259"/>
                    <a:pt x="12501" y="18259"/>
                    <a:pt x="12515" y="18259"/>
                  </a:cubicBezTo>
                  <a:cubicBezTo>
                    <a:pt x="14195" y="18259"/>
                    <a:pt x="15529" y="21426"/>
                    <a:pt x="17244" y="21426"/>
                  </a:cubicBezTo>
                  <a:cubicBezTo>
                    <a:pt x="17267" y="21426"/>
                    <a:pt x="17289" y="21427"/>
                    <a:pt x="17312" y="21427"/>
                  </a:cubicBezTo>
                  <a:cubicBezTo>
                    <a:pt x="18274" y="21427"/>
                    <a:pt x="19228" y="20260"/>
                    <a:pt x="19840" y="18769"/>
                  </a:cubicBezTo>
                  <a:cubicBezTo>
                    <a:pt x="20466" y="17187"/>
                    <a:pt x="20765" y="15266"/>
                    <a:pt x="21033" y="13457"/>
                  </a:cubicBezTo>
                  <a:cubicBezTo>
                    <a:pt x="21451" y="10181"/>
                    <a:pt x="21600" y="6395"/>
                    <a:pt x="20436" y="3852"/>
                  </a:cubicBezTo>
                  <a:cubicBezTo>
                    <a:pt x="19512" y="1704"/>
                    <a:pt x="18020" y="1027"/>
                    <a:pt x="16588" y="574"/>
                  </a:cubicBezTo>
                  <a:cubicBezTo>
                    <a:pt x="15220" y="188"/>
                    <a:pt x="13835" y="0"/>
                    <a:pt x="1244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4" name="Google Shape;1594;p40"/>
            <p:cNvSpPr/>
            <p:nvPr/>
          </p:nvSpPr>
          <p:spPr>
            <a:xfrm>
              <a:off x="1748503" y="3574137"/>
              <a:ext cx="1029685" cy="1030169"/>
            </a:xfrm>
            <a:custGeom>
              <a:avLst/>
              <a:gdLst/>
              <a:ahLst/>
              <a:cxnLst>
                <a:cxn ang="0">
                  <a:pos x="wd2" y="hd2"/>
                </a:cxn>
                <a:cxn ang="5400000">
                  <a:pos x="wd2" y="hd2"/>
                </a:cxn>
                <a:cxn ang="10800000">
                  <a:pos x="wd2" y="hd2"/>
                </a:cxn>
                <a:cxn ang="16200000">
                  <a:pos x="wd2" y="hd2"/>
                </a:cxn>
              </a:cxnLst>
              <a:rect l="0" t="0" r="r" b="b"/>
              <a:pathLst>
                <a:path w="21400" h="21600" fill="norm" stroke="1" extrusionOk="0">
                  <a:moveTo>
                    <a:pt x="5551" y="0"/>
                  </a:moveTo>
                  <a:cubicBezTo>
                    <a:pt x="5551" y="0"/>
                    <a:pt x="1009" y="6244"/>
                    <a:pt x="385" y="8450"/>
                  </a:cubicBezTo>
                  <a:cubicBezTo>
                    <a:pt x="-200" y="10480"/>
                    <a:pt x="-63" y="12686"/>
                    <a:pt x="424" y="14760"/>
                  </a:cubicBezTo>
                  <a:cubicBezTo>
                    <a:pt x="911" y="16834"/>
                    <a:pt x="1808" y="19658"/>
                    <a:pt x="2646" y="21600"/>
                  </a:cubicBezTo>
                  <a:lnTo>
                    <a:pt x="19548" y="21600"/>
                  </a:lnTo>
                  <a:lnTo>
                    <a:pt x="21400" y="13480"/>
                  </a:lnTo>
                  <a:lnTo>
                    <a:pt x="16565" y="0"/>
                  </a:lnTo>
                  <a:lnTo>
                    <a:pt x="7754" y="10149"/>
                  </a:lnTo>
                  <a:lnTo>
                    <a:pt x="5551" y="0"/>
                  </a:ln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5" name="Google Shape;1595;p40"/>
            <p:cNvSpPr/>
            <p:nvPr/>
          </p:nvSpPr>
          <p:spPr>
            <a:xfrm>
              <a:off x="1748503" y="3574137"/>
              <a:ext cx="1029685" cy="1030169"/>
            </a:xfrm>
            <a:custGeom>
              <a:avLst/>
              <a:gdLst/>
              <a:ahLst/>
              <a:cxnLst>
                <a:cxn ang="0">
                  <a:pos x="wd2" y="hd2"/>
                </a:cxn>
                <a:cxn ang="5400000">
                  <a:pos x="wd2" y="hd2"/>
                </a:cxn>
                <a:cxn ang="10800000">
                  <a:pos x="wd2" y="hd2"/>
                </a:cxn>
                <a:cxn ang="16200000">
                  <a:pos x="wd2" y="hd2"/>
                </a:cxn>
              </a:cxnLst>
              <a:rect l="0" t="0" r="r" b="b"/>
              <a:pathLst>
                <a:path w="21400" h="21600" fill="norm" stroke="1" extrusionOk="0">
                  <a:moveTo>
                    <a:pt x="5551" y="0"/>
                  </a:moveTo>
                  <a:cubicBezTo>
                    <a:pt x="5551" y="0"/>
                    <a:pt x="1009" y="6244"/>
                    <a:pt x="385" y="8450"/>
                  </a:cubicBezTo>
                  <a:cubicBezTo>
                    <a:pt x="-200" y="10480"/>
                    <a:pt x="-63" y="12686"/>
                    <a:pt x="424" y="14760"/>
                  </a:cubicBezTo>
                  <a:cubicBezTo>
                    <a:pt x="911" y="16834"/>
                    <a:pt x="1808" y="19658"/>
                    <a:pt x="2646" y="21600"/>
                  </a:cubicBezTo>
                  <a:lnTo>
                    <a:pt x="19548" y="21600"/>
                  </a:lnTo>
                  <a:lnTo>
                    <a:pt x="21400" y="13480"/>
                  </a:lnTo>
                  <a:lnTo>
                    <a:pt x="16565" y="0"/>
                  </a:lnTo>
                  <a:lnTo>
                    <a:pt x="7754" y="10149"/>
                  </a:lnTo>
                  <a:lnTo>
                    <a:pt x="5551" y="0"/>
                  </a:ln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6" name="Google Shape;1596;p40"/>
            <p:cNvSpPr/>
            <p:nvPr/>
          </p:nvSpPr>
          <p:spPr>
            <a:xfrm>
              <a:off x="1752961" y="4187602"/>
              <a:ext cx="1025227" cy="4167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9" y="1581"/>
                    <a:pt x="198" y="3108"/>
                    <a:pt x="336" y="4691"/>
                  </a:cubicBezTo>
                  <a:cubicBezTo>
                    <a:pt x="830" y="9817"/>
                    <a:pt x="1739" y="16853"/>
                    <a:pt x="2589" y="21600"/>
                  </a:cubicBezTo>
                  <a:lnTo>
                    <a:pt x="19723" y="21600"/>
                  </a:lnTo>
                  <a:lnTo>
                    <a:pt x="21600" y="1581"/>
                  </a:lnTo>
                  <a:lnTo>
                    <a:pt x="21580" y="1364"/>
                  </a:lnTo>
                  <a:cubicBezTo>
                    <a:pt x="17727" y="5128"/>
                    <a:pt x="11620" y="6491"/>
                    <a:pt x="7767" y="7473"/>
                  </a:cubicBezTo>
                  <a:cubicBezTo>
                    <a:pt x="7539" y="7533"/>
                    <a:pt x="7312" y="7562"/>
                    <a:pt x="7085" y="7562"/>
                  </a:cubicBezTo>
                  <a:cubicBezTo>
                    <a:pt x="4262" y="7562"/>
                    <a:pt x="1555" y="3081"/>
                    <a:pt x="0"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7" name="Google Shape;1597;p40"/>
            <p:cNvSpPr/>
            <p:nvPr/>
          </p:nvSpPr>
          <p:spPr>
            <a:xfrm>
              <a:off x="1890859" y="2603517"/>
              <a:ext cx="670933" cy="403558"/>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12472" y="0"/>
                  </a:moveTo>
                  <a:cubicBezTo>
                    <a:pt x="8164" y="0"/>
                    <a:pt x="3842" y="1862"/>
                    <a:pt x="0" y="5148"/>
                  </a:cubicBezTo>
                  <a:cubicBezTo>
                    <a:pt x="537" y="9428"/>
                    <a:pt x="1193" y="13821"/>
                    <a:pt x="2685" y="17200"/>
                  </a:cubicBezTo>
                  <a:cubicBezTo>
                    <a:pt x="3832" y="19800"/>
                    <a:pt x="5598" y="21600"/>
                    <a:pt x="7356" y="21600"/>
                  </a:cubicBezTo>
                  <a:cubicBezTo>
                    <a:pt x="7884" y="21600"/>
                    <a:pt x="8411" y="21438"/>
                    <a:pt x="8920" y="21087"/>
                  </a:cubicBezTo>
                  <a:cubicBezTo>
                    <a:pt x="10114" y="20243"/>
                    <a:pt x="11158" y="18328"/>
                    <a:pt x="12441" y="18270"/>
                  </a:cubicBezTo>
                  <a:cubicBezTo>
                    <a:pt x="12470" y="18269"/>
                    <a:pt x="12499" y="18269"/>
                    <a:pt x="12528" y="18269"/>
                  </a:cubicBezTo>
                  <a:cubicBezTo>
                    <a:pt x="14217" y="18269"/>
                    <a:pt x="15542" y="21424"/>
                    <a:pt x="17244" y="21424"/>
                  </a:cubicBezTo>
                  <a:cubicBezTo>
                    <a:pt x="17267" y="21426"/>
                    <a:pt x="17289" y="21426"/>
                    <a:pt x="17311" y="21426"/>
                  </a:cubicBezTo>
                  <a:cubicBezTo>
                    <a:pt x="18273" y="21426"/>
                    <a:pt x="19227" y="20263"/>
                    <a:pt x="19839" y="18721"/>
                  </a:cubicBezTo>
                  <a:cubicBezTo>
                    <a:pt x="20466" y="17200"/>
                    <a:pt x="20765" y="15285"/>
                    <a:pt x="21033" y="13371"/>
                  </a:cubicBezTo>
                  <a:cubicBezTo>
                    <a:pt x="21451" y="10161"/>
                    <a:pt x="21600" y="6330"/>
                    <a:pt x="20436" y="3796"/>
                  </a:cubicBezTo>
                  <a:cubicBezTo>
                    <a:pt x="19512" y="1712"/>
                    <a:pt x="18020" y="981"/>
                    <a:pt x="16588" y="586"/>
                  </a:cubicBezTo>
                  <a:cubicBezTo>
                    <a:pt x="15228" y="191"/>
                    <a:pt x="13851" y="0"/>
                    <a:pt x="12472"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8" name="Google Shape;1598;p40"/>
            <p:cNvSpPr/>
            <p:nvPr/>
          </p:nvSpPr>
          <p:spPr>
            <a:xfrm>
              <a:off x="2087838" y="2604339"/>
              <a:ext cx="333917" cy="4036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620" y="0"/>
                  </a:moveTo>
                  <a:cubicBezTo>
                    <a:pt x="9924" y="0"/>
                    <a:pt x="7230" y="182"/>
                    <a:pt x="4551" y="542"/>
                  </a:cubicBezTo>
                  <a:lnTo>
                    <a:pt x="0" y="21374"/>
                  </a:lnTo>
                  <a:cubicBezTo>
                    <a:pt x="773" y="21517"/>
                    <a:pt x="1546" y="21600"/>
                    <a:pt x="2316" y="21600"/>
                  </a:cubicBezTo>
                  <a:cubicBezTo>
                    <a:pt x="3356" y="21600"/>
                    <a:pt x="4387" y="21448"/>
                    <a:pt x="5400" y="21092"/>
                  </a:cubicBezTo>
                  <a:cubicBezTo>
                    <a:pt x="7827" y="20248"/>
                    <a:pt x="9951" y="18334"/>
                    <a:pt x="12560" y="18278"/>
                  </a:cubicBezTo>
                  <a:cubicBezTo>
                    <a:pt x="13591" y="18278"/>
                    <a:pt x="14562" y="18503"/>
                    <a:pt x="15472" y="18896"/>
                  </a:cubicBezTo>
                  <a:lnTo>
                    <a:pt x="21600" y="655"/>
                  </a:lnTo>
                  <a:cubicBezTo>
                    <a:pt x="21418" y="655"/>
                    <a:pt x="21176" y="598"/>
                    <a:pt x="20994" y="598"/>
                  </a:cubicBezTo>
                  <a:cubicBezTo>
                    <a:pt x="18213" y="197"/>
                    <a:pt x="15416" y="0"/>
                    <a:pt x="12620"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39" name="Google Shape;1599;p40"/>
            <p:cNvSpPr/>
            <p:nvPr/>
          </p:nvSpPr>
          <p:spPr>
            <a:xfrm>
              <a:off x="2107136" y="2380397"/>
              <a:ext cx="221770" cy="408731"/>
            </a:xfrm>
            <a:custGeom>
              <a:avLst/>
              <a:gdLst/>
              <a:ahLst/>
              <a:cxnLst>
                <a:cxn ang="0">
                  <a:pos x="wd2" y="hd2"/>
                </a:cxn>
                <a:cxn ang="5400000">
                  <a:pos x="wd2" y="hd2"/>
                </a:cxn>
                <a:cxn ang="10800000">
                  <a:pos x="wd2" y="hd2"/>
                </a:cxn>
                <a:cxn ang="16200000">
                  <a:pos x="wd2" y="hd2"/>
                </a:cxn>
              </a:cxnLst>
              <a:rect l="0" t="0" r="r" b="b"/>
              <a:pathLst>
                <a:path w="20592" h="21600" fill="norm" stroke="1" extrusionOk="0">
                  <a:moveTo>
                    <a:pt x="4613" y="0"/>
                  </a:moveTo>
                  <a:cubicBezTo>
                    <a:pt x="3190" y="0"/>
                    <a:pt x="2102" y="445"/>
                    <a:pt x="3000" y="1304"/>
                  </a:cubicBezTo>
                  <a:cubicBezTo>
                    <a:pt x="-833" y="5308"/>
                    <a:pt x="-1008" y="10646"/>
                    <a:pt x="2564" y="14705"/>
                  </a:cubicBezTo>
                  <a:cubicBezTo>
                    <a:pt x="6133" y="18819"/>
                    <a:pt x="13362" y="21545"/>
                    <a:pt x="20592" y="21600"/>
                  </a:cubicBezTo>
                  <a:cubicBezTo>
                    <a:pt x="14668" y="18819"/>
                    <a:pt x="10838" y="14148"/>
                    <a:pt x="10663" y="9367"/>
                  </a:cubicBezTo>
                  <a:cubicBezTo>
                    <a:pt x="10488" y="7753"/>
                    <a:pt x="10838" y="6086"/>
                    <a:pt x="10663" y="4473"/>
                  </a:cubicBezTo>
                  <a:cubicBezTo>
                    <a:pt x="10315" y="2916"/>
                    <a:pt x="9182" y="1249"/>
                    <a:pt x="7005" y="413"/>
                  </a:cubicBezTo>
                  <a:cubicBezTo>
                    <a:pt x="6292" y="137"/>
                    <a:pt x="5399" y="0"/>
                    <a:pt x="4613"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0" name="Google Shape;1600;p40"/>
            <p:cNvSpPr/>
            <p:nvPr/>
          </p:nvSpPr>
          <p:spPr>
            <a:xfrm>
              <a:off x="2190081" y="2414403"/>
              <a:ext cx="305769" cy="3663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9" y="0"/>
                  </a:moveTo>
                  <a:cubicBezTo>
                    <a:pt x="213" y="0"/>
                    <a:pt x="56" y="80"/>
                    <a:pt x="0" y="257"/>
                  </a:cubicBezTo>
                  <a:cubicBezTo>
                    <a:pt x="1259" y="5344"/>
                    <a:pt x="2650" y="10555"/>
                    <a:pt x="6096" y="14774"/>
                  </a:cubicBezTo>
                  <a:cubicBezTo>
                    <a:pt x="9243" y="18609"/>
                    <a:pt x="14358" y="21600"/>
                    <a:pt x="19725" y="21600"/>
                  </a:cubicBezTo>
                  <a:cubicBezTo>
                    <a:pt x="20347" y="21600"/>
                    <a:pt x="20974" y="21559"/>
                    <a:pt x="21600" y="21475"/>
                  </a:cubicBezTo>
                  <a:cubicBezTo>
                    <a:pt x="17625" y="20296"/>
                    <a:pt x="14777" y="17194"/>
                    <a:pt x="12788" y="14030"/>
                  </a:cubicBezTo>
                  <a:cubicBezTo>
                    <a:pt x="10800" y="10866"/>
                    <a:pt x="9410" y="7328"/>
                    <a:pt x="6956" y="4414"/>
                  </a:cubicBezTo>
                  <a:cubicBezTo>
                    <a:pt x="4803" y="2033"/>
                    <a:pt x="1635" y="0"/>
                    <a:pt x="44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1" name="Google Shape;1601;p40"/>
            <p:cNvSpPr/>
            <p:nvPr/>
          </p:nvSpPr>
          <p:spPr>
            <a:xfrm>
              <a:off x="2249159" y="4128673"/>
              <a:ext cx="705371" cy="9186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29" y="0"/>
                  </a:moveTo>
                  <a:lnTo>
                    <a:pt x="10829" y="7299"/>
                  </a:lnTo>
                  <a:lnTo>
                    <a:pt x="0" y="17221"/>
                  </a:lnTo>
                  <a:lnTo>
                    <a:pt x="6032" y="21600"/>
                  </a:lnTo>
                  <a:lnTo>
                    <a:pt x="18153" y="12322"/>
                  </a:lnTo>
                  <a:cubicBezTo>
                    <a:pt x="20336" y="10639"/>
                    <a:pt x="21600" y="8215"/>
                    <a:pt x="21600" y="5691"/>
                  </a:cubicBezTo>
                  <a:lnTo>
                    <a:pt x="21600"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2" name="Google Shape;1602;p40"/>
            <p:cNvSpPr/>
            <p:nvPr/>
          </p:nvSpPr>
          <p:spPr>
            <a:xfrm>
              <a:off x="2602792" y="4178137"/>
              <a:ext cx="351744" cy="193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18897"/>
                  </a:lnTo>
                  <a:lnTo>
                    <a:pt x="21600"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3" name="Google Shape;1603;p40"/>
            <p:cNvSpPr/>
            <p:nvPr/>
          </p:nvSpPr>
          <p:spPr>
            <a:xfrm>
              <a:off x="2484605" y="3574138"/>
              <a:ext cx="559040" cy="738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55" y="0"/>
                  </a:moveTo>
                  <a:lnTo>
                    <a:pt x="0" y="21600"/>
                  </a:lnTo>
                  <a:lnTo>
                    <a:pt x="21600" y="20461"/>
                  </a:lnTo>
                  <a:lnTo>
                    <a:pt x="14315" y="4092"/>
                  </a:lnTo>
                  <a:cubicBezTo>
                    <a:pt x="12975" y="1599"/>
                    <a:pt x="10075" y="0"/>
                    <a:pt x="688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4" name="Google Shape;1604;p40"/>
            <p:cNvSpPr/>
            <p:nvPr/>
          </p:nvSpPr>
          <p:spPr>
            <a:xfrm>
              <a:off x="2484605" y="3574138"/>
              <a:ext cx="318902" cy="738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29" y="0"/>
                  </a:moveTo>
                  <a:lnTo>
                    <a:pt x="0" y="21600"/>
                  </a:lnTo>
                  <a:lnTo>
                    <a:pt x="21600" y="20923"/>
                  </a:lnTo>
                  <a:lnTo>
                    <a:pt x="6479"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5" name="Google Shape;1605;p40"/>
            <p:cNvSpPr/>
            <p:nvPr/>
          </p:nvSpPr>
          <p:spPr>
            <a:xfrm>
              <a:off x="2107521" y="4044479"/>
              <a:ext cx="26265" cy="5577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037" y="0"/>
                  </a:moveTo>
                  <a:cubicBezTo>
                    <a:pt x="6175" y="42"/>
                    <a:pt x="2336" y="246"/>
                    <a:pt x="2336" y="490"/>
                  </a:cubicBezTo>
                  <a:lnTo>
                    <a:pt x="0" y="21070"/>
                  </a:lnTo>
                  <a:cubicBezTo>
                    <a:pt x="0" y="21396"/>
                    <a:pt x="3862" y="21600"/>
                    <a:pt x="10037" y="21600"/>
                  </a:cubicBezTo>
                  <a:cubicBezTo>
                    <a:pt x="15448" y="21600"/>
                    <a:pt x="19287" y="21396"/>
                    <a:pt x="19287" y="21070"/>
                  </a:cubicBezTo>
                  <a:lnTo>
                    <a:pt x="21600" y="490"/>
                  </a:lnTo>
                  <a:cubicBezTo>
                    <a:pt x="21600" y="326"/>
                    <a:pt x="20837" y="246"/>
                    <a:pt x="18524" y="123"/>
                  </a:cubicBezTo>
                  <a:lnTo>
                    <a:pt x="11586" y="490"/>
                  </a:lnTo>
                  <a:lnTo>
                    <a:pt x="10037" y="0"/>
                  </a:ln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6" name="Google Shape;1606;p40"/>
            <p:cNvSpPr/>
            <p:nvPr/>
          </p:nvSpPr>
          <p:spPr>
            <a:xfrm>
              <a:off x="1708169" y="2809477"/>
              <a:ext cx="204387" cy="270091"/>
            </a:xfrm>
            <a:custGeom>
              <a:avLst/>
              <a:gdLst/>
              <a:ahLst/>
              <a:cxnLst>
                <a:cxn ang="0">
                  <a:pos x="wd2" y="hd2"/>
                </a:cxn>
                <a:cxn ang="5400000">
                  <a:pos x="wd2" y="hd2"/>
                </a:cxn>
                <a:cxn ang="10800000">
                  <a:pos x="wd2" y="hd2"/>
                </a:cxn>
                <a:cxn ang="16200000">
                  <a:pos x="wd2" y="hd2"/>
                </a:cxn>
              </a:cxnLst>
              <a:rect l="0" t="0" r="r" b="b"/>
              <a:pathLst>
                <a:path w="19450" h="21600" fill="norm" stroke="1" extrusionOk="0">
                  <a:moveTo>
                    <a:pt x="9157" y="0"/>
                  </a:moveTo>
                  <a:cubicBezTo>
                    <a:pt x="5277" y="0"/>
                    <a:pt x="1985" y="2583"/>
                    <a:pt x="784" y="5442"/>
                  </a:cubicBezTo>
                  <a:cubicBezTo>
                    <a:pt x="-1092" y="9735"/>
                    <a:pt x="514" y="15036"/>
                    <a:pt x="4353" y="18401"/>
                  </a:cubicBezTo>
                  <a:cubicBezTo>
                    <a:pt x="7760" y="21461"/>
                    <a:pt x="12496" y="21600"/>
                    <a:pt x="17554" y="21600"/>
                  </a:cubicBezTo>
                  <a:cubicBezTo>
                    <a:pt x="18060" y="21600"/>
                    <a:pt x="18571" y="21600"/>
                    <a:pt x="19082" y="21600"/>
                  </a:cubicBezTo>
                  <a:cubicBezTo>
                    <a:pt x="19438" y="13353"/>
                    <a:pt x="20508" y="10492"/>
                    <a:pt x="15956" y="2833"/>
                  </a:cubicBezTo>
                  <a:cubicBezTo>
                    <a:pt x="13682" y="810"/>
                    <a:pt x="11327" y="0"/>
                    <a:pt x="9157"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7" name="Google Shape;1607;p40"/>
            <p:cNvSpPr/>
            <p:nvPr/>
          </p:nvSpPr>
          <p:spPr>
            <a:xfrm>
              <a:off x="2243543" y="4411730"/>
              <a:ext cx="394893" cy="466143"/>
            </a:xfrm>
            <a:custGeom>
              <a:avLst/>
              <a:gdLst/>
              <a:ahLst/>
              <a:cxnLst>
                <a:cxn ang="0">
                  <a:pos x="wd2" y="hd2"/>
                </a:cxn>
                <a:cxn ang="5400000">
                  <a:pos x="wd2" y="hd2"/>
                </a:cxn>
                <a:cxn ang="10800000">
                  <a:pos x="wd2" y="hd2"/>
                </a:cxn>
                <a:cxn ang="16200000">
                  <a:pos x="wd2" y="hd2"/>
                </a:cxn>
              </a:cxnLst>
              <a:rect l="0" t="0" r="r" b="b"/>
              <a:pathLst>
                <a:path w="21498" h="21600" fill="norm" stroke="1" extrusionOk="0">
                  <a:moveTo>
                    <a:pt x="21013" y="0"/>
                  </a:moveTo>
                  <a:cubicBezTo>
                    <a:pt x="20898" y="0"/>
                    <a:pt x="20784" y="50"/>
                    <a:pt x="20681" y="146"/>
                  </a:cubicBezTo>
                  <a:lnTo>
                    <a:pt x="153" y="20869"/>
                  </a:lnTo>
                  <a:cubicBezTo>
                    <a:pt x="-51" y="21064"/>
                    <a:pt x="-51" y="21308"/>
                    <a:pt x="153" y="21454"/>
                  </a:cubicBezTo>
                  <a:cubicBezTo>
                    <a:pt x="255" y="21552"/>
                    <a:pt x="358" y="21600"/>
                    <a:pt x="459" y="21600"/>
                  </a:cubicBezTo>
                  <a:cubicBezTo>
                    <a:pt x="613" y="21600"/>
                    <a:pt x="714" y="21552"/>
                    <a:pt x="766" y="21454"/>
                  </a:cubicBezTo>
                  <a:lnTo>
                    <a:pt x="21345" y="732"/>
                  </a:lnTo>
                  <a:cubicBezTo>
                    <a:pt x="21549" y="585"/>
                    <a:pt x="21549" y="342"/>
                    <a:pt x="21345" y="146"/>
                  </a:cubicBezTo>
                  <a:cubicBezTo>
                    <a:pt x="21243" y="50"/>
                    <a:pt x="21128" y="0"/>
                    <a:pt x="21013"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8" name="Google Shape;1608;p40"/>
            <p:cNvSpPr/>
            <p:nvPr/>
          </p:nvSpPr>
          <p:spPr>
            <a:xfrm>
              <a:off x="1749323" y="2857553"/>
              <a:ext cx="93492" cy="173595"/>
            </a:xfrm>
            <a:custGeom>
              <a:avLst/>
              <a:gdLst/>
              <a:ahLst/>
              <a:cxnLst>
                <a:cxn ang="0">
                  <a:pos x="wd2" y="hd2"/>
                </a:cxn>
                <a:cxn ang="5400000">
                  <a:pos x="wd2" y="hd2"/>
                </a:cxn>
                <a:cxn ang="10800000">
                  <a:pos x="wd2" y="hd2"/>
                </a:cxn>
                <a:cxn ang="16200000">
                  <a:pos x="wd2" y="hd2"/>
                </a:cxn>
              </a:cxnLst>
              <a:rect l="0" t="0" r="r" b="b"/>
              <a:pathLst>
                <a:path w="20702" h="21600" fill="norm" stroke="1" extrusionOk="0">
                  <a:moveTo>
                    <a:pt x="2263" y="0"/>
                  </a:moveTo>
                  <a:cubicBezTo>
                    <a:pt x="1223" y="0"/>
                    <a:pt x="395" y="393"/>
                    <a:pt x="183" y="1044"/>
                  </a:cubicBezTo>
                  <a:cubicBezTo>
                    <a:pt x="183" y="1178"/>
                    <a:pt x="-645" y="4451"/>
                    <a:pt x="1223" y="8510"/>
                  </a:cubicBezTo>
                  <a:cubicBezTo>
                    <a:pt x="3091" y="12435"/>
                    <a:pt x="7250" y="17804"/>
                    <a:pt x="18047" y="21470"/>
                  </a:cubicBezTo>
                  <a:cubicBezTo>
                    <a:pt x="18464" y="21600"/>
                    <a:pt x="18670" y="21600"/>
                    <a:pt x="18882" y="21600"/>
                  </a:cubicBezTo>
                  <a:cubicBezTo>
                    <a:pt x="19504" y="21600"/>
                    <a:pt x="20127" y="21470"/>
                    <a:pt x="20538" y="20815"/>
                  </a:cubicBezTo>
                  <a:cubicBezTo>
                    <a:pt x="20955" y="20293"/>
                    <a:pt x="20538" y="19637"/>
                    <a:pt x="19710" y="19245"/>
                  </a:cubicBezTo>
                  <a:cubicBezTo>
                    <a:pt x="3303" y="13746"/>
                    <a:pt x="3303" y="130"/>
                    <a:pt x="2263"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49" name="Google Shape;1609;p40"/>
            <p:cNvSpPr/>
            <p:nvPr/>
          </p:nvSpPr>
          <p:spPr>
            <a:xfrm>
              <a:off x="1524875" y="2388536"/>
              <a:ext cx="550070" cy="1067740"/>
            </a:xfrm>
            <a:custGeom>
              <a:avLst/>
              <a:gdLst/>
              <a:ahLst/>
              <a:cxnLst>
                <a:cxn ang="0">
                  <a:pos x="wd2" y="hd2"/>
                </a:cxn>
                <a:cxn ang="5400000">
                  <a:pos x="wd2" y="hd2"/>
                </a:cxn>
                <a:cxn ang="10800000">
                  <a:pos x="wd2" y="hd2"/>
                </a:cxn>
                <a:cxn ang="16200000">
                  <a:pos x="wd2" y="hd2"/>
                </a:cxn>
              </a:cxnLst>
              <a:rect l="0" t="0" r="r" b="b"/>
              <a:pathLst>
                <a:path w="21147" h="21600" fill="norm" stroke="1" extrusionOk="0">
                  <a:moveTo>
                    <a:pt x="7074" y="10510"/>
                  </a:moveTo>
                  <a:cubicBezTo>
                    <a:pt x="7037" y="10573"/>
                    <a:pt x="7037" y="10637"/>
                    <a:pt x="7037" y="10722"/>
                  </a:cubicBezTo>
                  <a:cubicBezTo>
                    <a:pt x="5595" y="11936"/>
                    <a:pt x="4442" y="13277"/>
                    <a:pt x="3829" y="14724"/>
                  </a:cubicBezTo>
                  <a:cubicBezTo>
                    <a:pt x="3756" y="14937"/>
                    <a:pt x="3720" y="15129"/>
                    <a:pt x="3648" y="15342"/>
                  </a:cubicBezTo>
                  <a:cubicBezTo>
                    <a:pt x="3395" y="14916"/>
                    <a:pt x="3252" y="14469"/>
                    <a:pt x="3287" y="14022"/>
                  </a:cubicBezTo>
                  <a:cubicBezTo>
                    <a:pt x="3432" y="12851"/>
                    <a:pt x="4513" y="11744"/>
                    <a:pt x="6064" y="10978"/>
                  </a:cubicBezTo>
                  <a:cubicBezTo>
                    <a:pt x="6353" y="10829"/>
                    <a:pt x="6713" y="10658"/>
                    <a:pt x="7074" y="10510"/>
                  </a:cubicBezTo>
                  <a:close/>
                  <a:moveTo>
                    <a:pt x="20172" y="0"/>
                  </a:moveTo>
                  <a:cubicBezTo>
                    <a:pt x="16299" y="0"/>
                    <a:pt x="11115" y="686"/>
                    <a:pt x="8624" y="2059"/>
                  </a:cubicBezTo>
                  <a:cubicBezTo>
                    <a:pt x="6064" y="3485"/>
                    <a:pt x="5956" y="5847"/>
                    <a:pt x="6966" y="7955"/>
                  </a:cubicBezTo>
                  <a:cubicBezTo>
                    <a:pt x="6173" y="8317"/>
                    <a:pt x="5884" y="8977"/>
                    <a:pt x="6353" y="9552"/>
                  </a:cubicBezTo>
                  <a:lnTo>
                    <a:pt x="6353" y="9573"/>
                  </a:lnTo>
                  <a:cubicBezTo>
                    <a:pt x="6497" y="9722"/>
                    <a:pt x="6713" y="9892"/>
                    <a:pt x="6966" y="9998"/>
                  </a:cubicBezTo>
                  <a:cubicBezTo>
                    <a:pt x="6353" y="10105"/>
                    <a:pt x="5812" y="10233"/>
                    <a:pt x="5234" y="10339"/>
                  </a:cubicBezTo>
                  <a:cubicBezTo>
                    <a:pt x="3215" y="10829"/>
                    <a:pt x="1160" y="11574"/>
                    <a:pt x="366" y="12766"/>
                  </a:cubicBezTo>
                  <a:cubicBezTo>
                    <a:pt x="-319" y="13766"/>
                    <a:pt x="-30" y="14980"/>
                    <a:pt x="1124" y="15831"/>
                  </a:cubicBezTo>
                  <a:cubicBezTo>
                    <a:pt x="1773" y="16278"/>
                    <a:pt x="2602" y="16619"/>
                    <a:pt x="3576" y="16810"/>
                  </a:cubicBezTo>
                  <a:cubicBezTo>
                    <a:pt x="3684" y="18002"/>
                    <a:pt x="4297" y="19152"/>
                    <a:pt x="5560" y="20088"/>
                  </a:cubicBezTo>
                  <a:cubicBezTo>
                    <a:pt x="6533" y="20791"/>
                    <a:pt x="7903" y="21323"/>
                    <a:pt x="9418" y="21600"/>
                  </a:cubicBezTo>
                  <a:cubicBezTo>
                    <a:pt x="9418" y="21174"/>
                    <a:pt x="9453" y="20727"/>
                    <a:pt x="9526" y="20301"/>
                  </a:cubicBezTo>
                  <a:cubicBezTo>
                    <a:pt x="9021" y="19918"/>
                    <a:pt x="8624" y="19492"/>
                    <a:pt x="8444" y="19067"/>
                  </a:cubicBezTo>
                  <a:cubicBezTo>
                    <a:pt x="8084" y="18343"/>
                    <a:pt x="8011" y="17640"/>
                    <a:pt x="8155" y="16896"/>
                  </a:cubicBezTo>
                  <a:cubicBezTo>
                    <a:pt x="8516" y="17640"/>
                    <a:pt x="9094" y="18322"/>
                    <a:pt x="9887" y="18961"/>
                  </a:cubicBezTo>
                  <a:cubicBezTo>
                    <a:pt x="10500" y="17300"/>
                    <a:pt x="11726" y="15682"/>
                    <a:pt x="13781" y="14150"/>
                  </a:cubicBezTo>
                  <a:cubicBezTo>
                    <a:pt x="19875" y="9700"/>
                    <a:pt x="21281" y="4336"/>
                    <a:pt x="21137" y="15"/>
                  </a:cubicBezTo>
                  <a:cubicBezTo>
                    <a:pt x="20827" y="5"/>
                    <a:pt x="20505" y="0"/>
                    <a:pt x="20172"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0" name="Google Shape;1610;p40"/>
            <p:cNvSpPr/>
            <p:nvPr/>
          </p:nvSpPr>
          <p:spPr>
            <a:xfrm>
              <a:off x="1098253" y="3599374"/>
              <a:ext cx="926732" cy="1428962"/>
            </a:xfrm>
            <a:custGeom>
              <a:avLst/>
              <a:gdLst/>
              <a:ahLst/>
              <a:cxnLst>
                <a:cxn ang="0">
                  <a:pos x="wd2" y="hd2"/>
                </a:cxn>
                <a:cxn ang="5400000">
                  <a:pos x="wd2" y="hd2"/>
                </a:cxn>
                <a:cxn ang="10800000">
                  <a:pos x="wd2" y="hd2"/>
                </a:cxn>
                <a:cxn ang="16200000">
                  <a:pos x="wd2" y="hd2"/>
                </a:cxn>
              </a:cxnLst>
              <a:rect l="0" t="0" r="r" b="b"/>
              <a:pathLst>
                <a:path w="21578" h="21600" fill="norm" stroke="1" extrusionOk="0">
                  <a:moveTo>
                    <a:pt x="15922" y="0"/>
                  </a:moveTo>
                  <a:cubicBezTo>
                    <a:pt x="15311" y="223"/>
                    <a:pt x="14742" y="525"/>
                    <a:pt x="14305" y="891"/>
                  </a:cubicBezTo>
                  <a:lnTo>
                    <a:pt x="6356" y="8033"/>
                  </a:lnTo>
                  <a:lnTo>
                    <a:pt x="8977" y="9051"/>
                  </a:lnTo>
                  <a:lnTo>
                    <a:pt x="0" y="18101"/>
                  </a:lnTo>
                  <a:lnTo>
                    <a:pt x="6640" y="21600"/>
                  </a:lnTo>
                  <a:lnTo>
                    <a:pt x="15179" y="12964"/>
                  </a:lnTo>
                  <a:lnTo>
                    <a:pt x="16249" y="11898"/>
                  </a:lnTo>
                  <a:lnTo>
                    <a:pt x="16337" y="11929"/>
                  </a:lnTo>
                  <a:cubicBezTo>
                    <a:pt x="16773" y="12884"/>
                    <a:pt x="17276" y="13886"/>
                    <a:pt x="17800" y="14713"/>
                  </a:cubicBezTo>
                  <a:lnTo>
                    <a:pt x="21578" y="8351"/>
                  </a:lnTo>
                  <a:cubicBezTo>
                    <a:pt x="21600" y="8351"/>
                    <a:pt x="17123" y="4533"/>
                    <a:pt x="15922"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1" name="Google Shape;1611;p40"/>
            <p:cNvSpPr/>
            <p:nvPr/>
          </p:nvSpPr>
          <p:spPr>
            <a:xfrm>
              <a:off x="1155476" y="5157778"/>
              <a:ext cx="825413" cy="149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19882" y="21600"/>
                  </a:lnTo>
                  <a:cubicBezTo>
                    <a:pt x="20839" y="21600"/>
                    <a:pt x="21600" y="16735"/>
                    <a:pt x="21600" y="10647"/>
                  </a:cubicBezTo>
                  <a:cubicBezTo>
                    <a:pt x="21600" y="4870"/>
                    <a:pt x="20839" y="0"/>
                    <a:pt x="19882"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2" name="Google Shape;1612;p40"/>
            <p:cNvSpPr/>
            <p:nvPr/>
          </p:nvSpPr>
          <p:spPr>
            <a:xfrm>
              <a:off x="379586" y="4367535"/>
              <a:ext cx="1155573" cy="939666"/>
            </a:xfrm>
            <a:custGeom>
              <a:avLst/>
              <a:gdLst/>
              <a:ahLst/>
              <a:cxnLst>
                <a:cxn ang="0">
                  <a:pos x="wd2" y="hd2"/>
                </a:cxn>
                <a:cxn ang="5400000">
                  <a:pos x="wd2" y="hd2"/>
                </a:cxn>
                <a:cxn ang="10800000">
                  <a:pos x="wd2" y="hd2"/>
                </a:cxn>
                <a:cxn ang="16200000">
                  <a:pos x="wd2" y="hd2"/>
                </a:cxn>
              </a:cxnLst>
              <a:rect l="0" t="0" r="r" b="b"/>
              <a:pathLst>
                <a:path w="21204" h="21600" fill="norm" stroke="1" extrusionOk="0">
                  <a:moveTo>
                    <a:pt x="1724" y="0"/>
                  </a:moveTo>
                  <a:cubicBezTo>
                    <a:pt x="623" y="0"/>
                    <a:pt x="-186" y="1452"/>
                    <a:pt x="37" y="2975"/>
                  </a:cubicBezTo>
                  <a:lnTo>
                    <a:pt x="2740" y="19713"/>
                  </a:lnTo>
                  <a:cubicBezTo>
                    <a:pt x="2912" y="20802"/>
                    <a:pt x="3618" y="21600"/>
                    <a:pt x="4409" y="21600"/>
                  </a:cubicBezTo>
                  <a:lnTo>
                    <a:pt x="19469" y="21600"/>
                  </a:lnTo>
                  <a:cubicBezTo>
                    <a:pt x="20588" y="21600"/>
                    <a:pt x="21414" y="20173"/>
                    <a:pt x="21156" y="18625"/>
                  </a:cubicBezTo>
                  <a:lnTo>
                    <a:pt x="18453" y="1887"/>
                  </a:lnTo>
                  <a:cubicBezTo>
                    <a:pt x="18282" y="798"/>
                    <a:pt x="17576" y="0"/>
                    <a:pt x="1678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3" name="Google Shape;1613;p40"/>
            <p:cNvSpPr/>
            <p:nvPr/>
          </p:nvSpPr>
          <p:spPr>
            <a:xfrm>
              <a:off x="1295229" y="4368608"/>
              <a:ext cx="334342" cy="939635"/>
            </a:xfrm>
            <a:custGeom>
              <a:avLst/>
              <a:gdLst/>
              <a:ahLst/>
              <a:cxnLst>
                <a:cxn ang="0">
                  <a:pos x="wd2" y="hd2"/>
                </a:cxn>
                <a:cxn ang="5400000">
                  <a:pos x="wd2" y="hd2"/>
                </a:cxn>
                <a:cxn ang="10800000">
                  <a:pos x="wd2" y="hd2"/>
                </a:cxn>
                <a:cxn ang="16200000">
                  <a:pos x="wd2" y="hd2"/>
                </a:cxn>
              </a:cxnLst>
              <a:rect l="0" t="0" r="r" b="b"/>
              <a:pathLst>
                <a:path w="20921" h="21600" fill="norm" stroke="1" extrusionOk="0">
                  <a:moveTo>
                    <a:pt x="0" y="0"/>
                  </a:moveTo>
                  <a:cubicBezTo>
                    <a:pt x="2701" y="0"/>
                    <a:pt x="5166" y="798"/>
                    <a:pt x="5752" y="1886"/>
                  </a:cubicBezTo>
                  <a:lnTo>
                    <a:pt x="14909" y="18625"/>
                  </a:lnTo>
                  <a:cubicBezTo>
                    <a:pt x="15730" y="20149"/>
                    <a:pt x="12913" y="21600"/>
                    <a:pt x="9157" y="21600"/>
                  </a:cubicBezTo>
                  <a:lnTo>
                    <a:pt x="15026" y="21600"/>
                  </a:lnTo>
                  <a:cubicBezTo>
                    <a:pt x="18781" y="21576"/>
                    <a:pt x="21600" y="20149"/>
                    <a:pt x="20778" y="18625"/>
                  </a:cubicBezTo>
                  <a:lnTo>
                    <a:pt x="11622" y="1886"/>
                  </a:lnTo>
                  <a:cubicBezTo>
                    <a:pt x="11034" y="774"/>
                    <a:pt x="8569" y="0"/>
                    <a:pt x="5870"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4" name="Google Shape;1614;p40"/>
            <p:cNvSpPr/>
            <p:nvPr/>
          </p:nvSpPr>
          <p:spPr>
            <a:xfrm>
              <a:off x="379605" y="4368608"/>
              <a:ext cx="1139808" cy="939635"/>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1759" y="0"/>
                  </a:moveTo>
                  <a:cubicBezTo>
                    <a:pt x="635" y="0"/>
                    <a:pt x="-189" y="1451"/>
                    <a:pt x="38" y="2975"/>
                  </a:cubicBezTo>
                  <a:lnTo>
                    <a:pt x="2795" y="19714"/>
                  </a:lnTo>
                  <a:cubicBezTo>
                    <a:pt x="2971" y="20850"/>
                    <a:pt x="3691" y="21600"/>
                    <a:pt x="4499" y="21600"/>
                  </a:cubicBezTo>
                  <a:lnTo>
                    <a:pt x="19865" y="21600"/>
                  </a:lnTo>
                  <a:cubicBezTo>
                    <a:pt x="20479" y="21576"/>
                    <a:pt x="21006" y="21141"/>
                    <a:pt x="21340" y="20512"/>
                  </a:cubicBezTo>
                  <a:cubicBezTo>
                    <a:pt x="-260" y="20512"/>
                    <a:pt x="5079" y="1547"/>
                    <a:pt x="5922"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5" name="Google Shape;1615;p40"/>
            <p:cNvSpPr/>
            <p:nvPr/>
          </p:nvSpPr>
          <p:spPr>
            <a:xfrm>
              <a:off x="746504" y="4661128"/>
              <a:ext cx="316330" cy="347250"/>
            </a:xfrm>
            <a:custGeom>
              <a:avLst/>
              <a:gdLst/>
              <a:ahLst/>
              <a:cxnLst>
                <a:cxn ang="0">
                  <a:pos x="wd2" y="hd2"/>
                </a:cxn>
                <a:cxn ang="5400000">
                  <a:pos x="wd2" y="hd2"/>
                </a:cxn>
                <a:cxn ang="10800000">
                  <a:pos x="wd2" y="hd2"/>
                </a:cxn>
                <a:cxn ang="16200000">
                  <a:pos x="wd2" y="hd2"/>
                </a:cxn>
              </a:cxnLst>
              <a:rect l="0" t="0" r="r" b="b"/>
              <a:pathLst>
                <a:path w="21115" h="21600" fill="norm" stroke="1" extrusionOk="0">
                  <a:moveTo>
                    <a:pt x="19410" y="0"/>
                  </a:moveTo>
                  <a:cubicBezTo>
                    <a:pt x="16906" y="0"/>
                    <a:pt x="14464" y="1113"/>
                    <a:pt x="12523" y="3077"/>
                  </a:cubicBezTo>
                  <a:cubicBezTo>
                    <a:pt x="11521" y="2682"/>
                    <a:pt x="10331" y="2421"/>
                    <a:pt x="9141" y="2421"/>
                  </a:cubicBezTo>
                  <a:cubicBezTo>
                    <a:pt x="4069" y="2421"/>
                    <a:pt x="0" y="6742"/>
                    <a:pt x="0" y="12044"/>
                  </a:cubicBezTo>
                  <a:cubicBezTo>
                    <a:pt x="0" y="17344"/>
                    <a:pt x="4133" y="21600"/>
                    <a:pt x="9141" y="21600"/>
                  </a:cubicBezTo>
                  <a:cubicBezTo>
                    <a:pt x="14212" y="21600"/>
                    <a:pt x="18283" y="17279"/>
                    <a:pt x="18283" y="12044"/>
                  </a:cubicBezTo>
                  <a:cubicBezTo>
                    <a:pt x="18283" y="11128"/>
                    <a:pt x="18158" y="10276"/>
                    <a:pt x="17970" y="9491"/>
                  </a:cubicBezTo>
                  <a:cubicBezTo>
                    <a:pt x="18220" y="9228"/>
                    <a:pt x="18471" y="9097"/>
                    <a:pt x="18721" y="8836"/>
                  </a:cubicBezTo>
                  <a:cubicBezTo>
                    <a:pt x="20723" y="6675"/>
                    <a:pt x="21600" y="3402"/>
                    <a:pt x="20849" y="589"/>
                  </a:cubicBezTo>
                  <a:cubicBezTo>
                    <a:pt x="20723" y="261"/>
                    <a:pt x="20412" y="0"/>
                    <a:pt x="20098" y="0"/>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6" name="Google Shape;1616;p40"/>
            <p:cNvSpPr/>
            <p:nvPr/>
          </p:nvSpPr>
          <p:spPr>
            <a:xfrm>
              <a:off x="877524" y="4646396"/>
              <a:ext cx="198014" cy="213593"/>
            </a:xfrm>
            <a:custGeom>
              <a:avLst/>
              <a:gdLst/>
              <a:ahLst/>
              <a:cxnLst>
                <a:cxn ang="0">
                  <a:pos x="wd2" y="hd2"/>
                </a:cxn>
                <a:cxn ang="5400000">
                  <a:pos x="wd2" y="hd2"/>
                </a:cxn>
                <a:cxn ang="10800000">
                  <a:pos x="wd2" y="hd2"/>
                </a:cxn>
                <a:cxn ang="16200000">
                  <a:pos x="wd2" y="hd2"/>
                </a:cxn>
              </a:cxnLst>
              <a:rect l="0" t="0" r="r" b="b"/>
              <a:pathLst>
                <a:path w="20541" h="21600" fill="norm" stroke="1" extrusionOk="0">
                  <a:moveTo>
                    <a:pt x="17644" y="2661"/>
                  </a:moveTo>
                  <a:cubicBezTo>
                    <a:pt x="18811" y="6916"/>
                    <a:pt x="17548" y="11599"/>
                    <a:pt x="14724" y="14789"/>
                  </a:cubicBezTo>
                  <a:cubicBezTo>
                    <a:pt x="12292" y="17450"/>
                    <a:pt x="8692" y="18729"/>
                    <a:pt x="4410" y="18729"/>
                  </a:cubicBezTo>
                  <a:cubicBezTo>
                    <a:pt x="3827" y="18729"/>
                    <a:pt x="3147" y="18729"/>
                    <a:pt x="2464" y="18620"/>
                  </a:cubicBezTo>
                  <a:cubicBezTo>
                    <a:pt x="2076" y="10534"/>
                    <a:pt x="9080" y="2661"/>
                    <a:pt x="16574" y="2661"/>
                  </a:cubicBezTo>
                  <a:close/>
                  <a:moveTo>
                    <a:pt x="16574" y="0"/>
                  </a:moveTo>
                  <a:cubicBezTo>
                    <a:pt x="12195" y="0"/>
                    <a:pt x="7913" y="2128"/>
                    <a:pt x="4605" y="5851"/>
                  </a:cubicBezTo>
                  <a:cubicBezTo>
                    <a:pt x="1493" y="9577"/>
                    <a:pt x="-260" y="14260"/>
                    <a:pt x="32" y="18939"/>
                  </a:cubicBezTo>
                  <a:cubicBezTo>
                    <a:pt x="131" y="20219"/>
                    <a:pt x="1102" y="21281"/>
                    <a:pt x="2368" y="21389"/>
                  </a:cubicBezTo>
                  <a:cubicBezTo>
                    <a:pt x="3048" y="21389"/>
                    <a:pt x="3827" y="21600"/>
                    <a:pt x="4509" y="21600"/>
                  </a:cubicBezTo>
                  <a:cubicBezTo>
                    <a:pt x="9471" y="21600"/>
                    <a:pt x="13654" y="19791"/>
                    <a:pt x="16574" y="16812"/>
                  </a:cubicBezTo>
                  <a:cubicBezTo>
                    <a:pt x="19978" y="13089"/>
                    <a:pt x="21340" y="7130"/>
                    <a:pt x="20077" y="2128"/>
                  </a:cubicBezTo>
                  <a:cubicBezTo>
                    <a:pt x="19882" y="1062"/>
                    <a:pt x="19006" y="319"/>
                    <a:pt x="17936" y="105"/>
                  </a:cubicBezTo>
                  <a:cubicBezTo>
                    <a:pt x="17449" y="0"/>
                    <a:pt x="16962" y="0"/>
                    <a:pt x="1657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7" name="Google Shape;1617;p40"/>
            <p:cNvSpPr/>
            <p:nvPr/>
          </p:nvSpPr>
          <p:spPr>
            <a:xfrm>
              <a:off x="1842435" y="4861063"/>
              <a:ext cx="606506" cy="532640"/>
            </a:xfrm>
            <a:custGeom>
              <a:avLst/>
              <a:gdLst/>
              <a:ahLst/>
              <a:cxnLst>
                <a:cxn ang="0">
                  <a:pos x="wd2" y="hd2"/>
                </a:cxn>
                <a:cxn ang="5400000">
                  <a:pos x="wd2" y="hd2"/>
                </a:cxn>
                <a:cxn ang="10800000">
                  <a:pos x="wd2" y="hd2"/>
                </a:cxn>
                <a:cxn ang="16200000">
                  <a:pos x="wd2" y="hd2"/>
                </a:cxn>
              </a:cxnLst>
              <a:rect l="0" t="0" r="r" b="b"/>
              <a:pathLst>
                <a:path w="21324" h="21600" fill="norm" stroke="1" extrusionOk="0">
                  <a:moveTo>
                    <a:pt x="14333" y="0"/>
                  </a:moveTo>
                  <a:lnTo>
                    <a:pt x="3186" y="7553"/>
                  </a:lnTo>
                  <a:lnTo>
                    <a:pt x="186" y="15447"/>
                  </a:lnTo>
                  <a:cubicBezTo>
                    <a:pt x="-276" y="16684"/>
                    <a:pt x="152" y="18178"/>
                    <a:pt x="1142" y="18775"/>
                  </a:cubicBezTo>
                  <a:cubicBezTo>
                    <a:pt x="1383" y="18897"/>
                    <a:pt x="1646" y="18962"/>
                    <a:pt x="1909" y="18962"/>
                  </a:cubicBezTo>
                  <a:cubicBezTo>
                    <a:pt x="2293" y="18962"/>
                    <a:pt x="2675" y="18823"/>
                    <a:pt x="2989" y="18520"/>
                  </a:cubicBezTo>
                  <a:lnTo>
                    <a:pt x="3483" y="18092"/>
                  </a:lnTo>
                  <a:cubicBezTo>
                    <a:pt x="3021" y="19245"/>
                    <a:pt x="3516" y="20653"/>
                    <a:pt x="4505" y="20951"/>
                  </a:cubicBezTo>
                  <a:lnTo>
                    <a:pt x="4604" y="20994"/>
                  </a:lnTo>
                  <a:cubicBezTo>
                    <a:pt x="4747" y="21051"/>
                    <a:pt x="4894" y="21079"/>
                    <a:pt x="5039" y="21079"/>
                  </a:cubicBezTo>
                  <a:cubicBezTo>
                    <a:pt x="5330" y="21079"/>
                    <a:pt x="5615" y="20965"/>
                    <a:pt x="5858" y="20738"/>
                  </a:cubicBezTo>
                  <a:lnTo>
                    <a:pt x="6847" y="19927"/>
                  </a:lnTo>
                  <a:cubicBezTo>
                    <a:pt x="6649" y="20653"/>
                    <a:pt x="6979" y="21379"/>
                    <a:pt x="7573" y="21549"/>
                  </a:cubicBezTo>
                  <a:cubicBezTo>
                    <a:pt x="7726" y="21583"/>
                    <a:pt x="7880" y="21600"/>
                    <a:pt x="8034" y="21600"/>
                  </a:cubicBezTo>
                  <a:cubicBezTo>
                    <a:pt x="9024" y="21600"/>
                    <a:pt x="9956" y="20898"/>
                    <a:pt x="10442" y="19714"/>
                  </a:cubicBezTo>
                  <a:lnTo>
                    <a:pt x="12750" y="14294"/>
                  </a:lnTo>
                  <a:lnTo>
                    <a:pt x="15619" y="12374"/>
                  </a:lnTo>
                  <a:lnTo>
                    <a:pt x="14234" y="17922"/>
                  </a:lnTo>
                  <a:cubicBezTo>
                    <a:pt x="13640" y="18946"/>
                    <a:pt x="13937" y="20354"/>
                    <a:pt x="14761" y="20994"/>
                  </a:cubicBezTo>
                  <a:cubicBezTo>
                    <a:pt x="15028" y="21189"/>
                    <a:pt x="15320" y="21284"/>
                    <a:pt x="15605" y="21284"/>
                  </a:cubicBezTo>
                  <a:cubicBezTo>
                    <a:pt x="16128" y="21284"/>
                    <a:pt x="16628" y="20963"/>
                    <a:pt x="16906" y="20354"/>
                  </a:cubicBezTo>
                  <a:lnTo>
                    <a:pt x="19445" y="15703"/>
                  </a:lnTo>
                  <a:lnTo>
                    <a:pt x="21324" y="7595"/>
                  </a:lnTo>
                  <a:lnTo>
                    <a:pt x="14333"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8" name="Google Shape;1618;p40"/>
            <p:cNvSpPr/>
            <p:nvPr/>
          </p:nvSpPr>
          <p:spPr>
            <a:xfrm>
              <a:off x="1933072" y="5026518"/>
              <a:ext cx="206361" cy="289112"/>
            </a:xfrm>
            <a:custGeom>
              <a:avLst/>
              <a:gdLst/>
              <a:ahLst/>
              <a:cxnLst>
                <a:cxn ang="0">
                  <a:pos x="wd2" y="hd2"/>
                </a:cxn>
                <a:cxn ang="5400000">
                  <a:pos x="wd2" y="hd2"/>
                </a:cxn>
                <a:cxn ang="10800000">
                  <a:pos x="wd2" y="hd2"/>
                </a:cxn>
                <a:cxn ang="16200000">
                  <a:pos x="wd2" y="hd2"/>
                </a:cxn>
              </a:cxnLst>
              <a:rect l="0" t="0" r="r" b="b"/>
              <a:pathLst>
                <a:path w="21406" h="21600" fill="norm" stroke="1" extrusionOk="0">
                  <a:moveTo>
                    <a:pt x="20652" y="0"/>
                  </a:moveTo>
                  <a:cubicBezTo>
                    <a:pt x="20501" y="0"/>
                    <a:pt x="20355" y="45"/>
                    <a:pt x="20238" y="137"/>
                  </a:cubicBezTo>
                  <a:lnTo>
                    <a:pt x="11286" y="5091"/>
                  </a:lnTo>
                  <a:cubicBezTo>
                    <a:pt x="11190" y="5091"/>
                    <a:pt x="11190" y="5249"/>
                    <a:pt x="11093" y="5326"/>
                  </a:cubicBezTo>
                  <a:lnTo>
                    <a:pt x="97" y="20657"/>
                  </a:lnTo>
                  <a:cubicBezTo>
                    <a:pt x="-96" y="20971"/>
                    <a:pt x="0" y="21364"/>
                    <a:pt x="388" y="21522"/>
                  </a:cubicBezTo>
                  <a:cubicBezTo>
                    <a:pt x="487" y="21600"/>
                    <a:pt x="584" y="21600"/>
                    <a:pt x="779" y="21600"/>
                  </a:cubicBezTo>
                  <a:cubicBezTo>
                    <a:pt x="1071" y="21600"/>
                    <a:pt x="1362" y="21522"/>
                    <a:pt x="1459" y="21364"/>
                  </a:cubicBezTo>
                  <a:lnTo>
                    <a:pt x="12260" y="6114"/>
                  </a:lnTo>
                  <a:lnTo>
                    <a:pt x="21017" y="1160"/>
                  </a:lnTo>
                  <a:cubicBezTo>
                    <a:pt x="21408" y="1002"/>
                    <a:pt x="21504" y="610"/>
                    <a:pt x="21309" y="295"/>
                  </a:cubicBezTo>
                  <a:cubicBezTo>
                    <a:pt x="21134" y="104"/>
                    <a:pt x="20886" y="0"/>
                    <a:pt x="20652"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59" name="Google Shape;1619;p40"/>
            <p:cNvSpPr/>
            <p:nvPr/>
          </p:nvSpPr>
          <p:spPr>
            <a:xfrm>
              <a:off x="2028519" y="5098536"/>
              <a:ext cx="182554" cy="263403"/>
            </a:xfrm>
            <a:custGeom>
              <a:avLst/>
              <a:gdLst/>
              <a:ahLst/>
              <a:cxnLst>
                <a:cxn ang="0">
                  <a:pos x="wd2" y="hd2"/>
                </a:cxn>
                <a:cxn ang="5400000">
                  <a:pos x="wd2" y="hd2"/>
                </a:cxn>
                <a:cxn ang="10800000">
                  <a:pos x="wd2" y="hd2"/>
                </a:cxn>
                <a:cxn ang="16200000">
                  <a:pos x="wd2" y="hd2"/>
                </a:cxn>
              </a:cxnLst>
              <a:rect l="0" t="0" r="r" b="b"/>
              <a:pathLst>
                <a:path w="21341" h="21600" fill="norm" stroke="1" extrusionOk="0">
                  <a:moveTo>
                    <a:pt x="20349" y="0"/>
                  </a:moveTo>
                  <a:cubicBezTo>
                    <a:pt x="20145" y="0"/>
                    <a:pt x="19944" y="41"/>
                    <a:pt x="19763" y="114"/>
                  </a:cubicBezTo>
                  <a:lnTo>
                    <a:pt x="8689" y="7706"/>
                  </a:lnTo>
                  <a:cubicBezTo>
                    <a:pt x="8577" y="7794"/>
                    <a:pt x="8469" y="7794"/>
                    <a:pt x="8469" y="7879"/>
                  </a:cubicBezTo>
                  <a:lnTo>
                    <a:pt x="136" y="20563"/>
                  </a:lnTo>
                  <a:cubicBezTo>
                    <a:pt x="-193" y="20821"/>
                    <a:pt x="136" y="21253"/>
                    <a:pt x="464" y="21512"/>
                  </a:cubicBezTo>
                  <a:cubicBezTo>
                    <a:pt x="685" y="21600"/>
                    <a:pt x="793" y="21600"/>
                    <a:pt x="902" y="21600"/>
                  </a:cubicBezTo>
                  <a:cubicBezTo>
                    <a:pt x="1342" y="21600"/>
                    <a:pt x="1559" y="21427"/>
                    <a:pt x="1891" y="21253"/>
                  </a:cubicBezTo>
                  <a:lnTo>
                    <a:pt x="10112" y="8741"/>
                  </a:lnTo>
                  <a:lnTo>
                    <a:pt x="21078" y="1322"/>
                  </a:lnTo>
                  <a:cubicBezTo>
                    <a:pt x="21407" y="975"/>
                    <a:pt x="21407" y="546"/>
                    <a:pt x="21187" y="285"/>
                  </a:cubicBezTo>
                  <a:cubicBezTo>
                    <a:pt x="20930" y="83"/>
                    <a:pt x="20638" y="0"/>
                    <a:pt x="20349"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761" name="Google Shape;1472;p40"/>
          <p:cNvSpPr txBox="1"/>
          <p:nvPr>
            <p:ph type="ctrTitle"/>
          </p:nvPr>
        </p:nvSpPr>
        <p:spPr>
          <a:xfrm>
            <a:off x="653959" y="1351476"/>
            <a:ext cx="4640103" cy="2232301"/>
          </a:xfrm>
          <a:prstGeom prst="rect">
            <a:avLst/>
          </a:prstGeom>
        </p:spPr>
        <p:txBody>
          <a:bodyPr/>
          <a:lstStyle/>
          <a:p>
            <a:pPr/>
            <a:r>
              <a:t>U-MAS</a:t>
            </a:r>
          </a:p>
          <a:p>
            <a:pPr>
              <a:defRPr sz="2900">
                <a:solidFill>
                  <a:srgbClr val="FFFFFF"/>
                </a:solidFill>
              </a:defRPr>
            </a:pPr>
            <a:r>
              <a:t>University Material &amp; Attendance System</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3" name="Google Shape;1624;p41"/>
          <p:cNvSpPr txBox="1"/>
          <p:nvPr>
            <p:ph type="title"/>
          </p:nvPr>
        </p:nvSpPr>
        <p:spPr>
          <a:xfrm>
            <a:off x="719999" y="539400"/>
            <a:ext cx="7704002" cy="478200"/>
          </a:xfrm>
          <a:prstGeom prst="rect">
            <a:avLst/>
          </a:prstGeom>
        </p:spPr>
        <p:txBody>
          <a:bodyPr/>
          <a:lstStyle>
            <a:lvl1pPr defTabSz="557783">
              <a:defRPr sz="1900">
                <a:solidFill>
                  <a:schemeClr val="accent1"/>
                </a:solidFill>
              </a:defRPr>
            </a:lvl1pPr>
          </a:lstStyle>
          <a:p>
            <a:pPr/>
            <a:r>
              <a:t>Members</a:t>
            </a:r>
          </a:p>
        </p:txBody>
      </p:sp>
      <p:sp>
        <p:nvSpPr>
          <p:cNvPr id="1764" name="Google Shape;1625;p41"/>
          <p:cNvSpPr txBox="1"/>
          <p:nvPr/>
        </p:nvSpPr>
        <p:spPr>
          <a:xfrm>
            <a:off x="541874" y="1381025"/>
            <a:ext cx="8046902" cy="1889728"/>
          </a:xfrm>
          <a:prstGeom prst="rect">
            <a:avLst/>
          </a:prstGeom>
          <a:ln w="12700">
            <a:miter lim="400000"/>
          </a:ln>
          <a:effectLst>
            <a:outerShdw sx="100000" sy="100000" kx="0" ky="0" algn="b" rotWithShape="0" blurRad="63500" dist="19050" dir="5400000">
              <a:srgbClr val="000000">
                <a:alpha val="50000"/>
              </a:srgbClr>
            </a:outerShdw>
          </a:effectLst>
          <a:extLst>
            <a:ext uri="{C572A759-6A51-4108-AA02-DFA0A04FC94B}">
              <ma14:wrappingTextBoxFlag xmlns:ma14="http://schemas.microsoft.com/office/mac/drawingml/2011/main" val="1"/>
            </a:ext>
          </a:extLst>
        </p:spPr>
        <p:txBody>
          <a:bodyPr lIns="91423" tIns="91423" rIns="91423" bIns="91423">
            <a:spAutoFit/>
          </a:bodyPr>
          <a:lstStyle/>
          <a:p>
            <a:pPr/>
            <a:r>
              <a:t>Mohit Vadaliya         </a:t>
            </a:r>
            <a:r>
              <a:rPr>
                <a:solidFill>
                  <a:srgbClr val="FFFFFF"/>
                </a:solidFill>
              </a:rPr>
              <a:t>206540307073</a:t>
            </a:r>
            <a:endParaRPr>
              <a:solidFill>
                <a:srgbClr val="FFFFFF"/>
              </a:solidFill>
            </a:endParaRPr>
          </a:p>
          <a:p>
            <a:pPr/>
            <a:r>
              <a:t>Harmin Rana            </a:t>
            </a:r>
            <a:r>
              <a:rPr>
                <a:solidFill>
                  <a:srgbClr val="FFFFFF"/>
                </a:solidFill>
              </a:rPr>
              <a:t>206540307074</a:t>
            </a:r>
          </a:p>
          <a:p>
            <a:pPr/>
            <a:r>
              <a:t>Dhrumil Rupakar     </a:t>
            </a:r>
            <a:r>
              <a:rPr>
                <a:solidFill>
                  <a:srgbClr val="FFFFFF"/>
                </a:solidFill>
              </a:rPr>
              <a:t>206540307109</a:t>
            </a:r>
          </a:p>
          <a:p>
            <a:pPr/>
            <a:r>
              <a:t>Khush Siddhpura    </a:t>
            </a:r>
            <a:r>
              <a:rPr>
                <a:solidFill>
                  <a:srgbClr val="FFFFFF"/>
                </a:solidFill>
              </a:rPr>
              <a:t>206540307136</a:t>
            </a:r>
          </a:p>
        </p:txBody>
      </p:sp>
      <p:sp>
        <p:nvSpPr>
          <p:cNvPr id="1765" name="Google Shape;1626;p41"/>
          <p:cNvSpPr txBox="1"/>
          <p:nvPr/>
        </p:nvSpPr>
        <p:spPr>
          <a:xfrm>
            <a:off x="4692324" y="3629523"/>
            <a:ext cx="4281302" cy="7289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p>
            <a:pPr>
              <a:defRPr sz="1700"/>
            </a:pPr>
            <a:r>
              <a:t>Honourable Mention:-</a:t>
            </a:r>
          </a:p>
          <a:p>
            <a:pPr>
              <a:defRPr sz="1700">
                <a:solidFill>
                  <a:srgbClr val="FFFFFF"/>
                </a:solidFill>
                <a:latin typeface="Archivo Light"/>
                <a:ea typeface="Archivo Light"/>
                <a:cs typeface="Archivo Light"/>
                <a:sym typeface="Archivo Light"/>
              </a:defRPr>
            </a:pPr>
            <a:r>
              <a:t>		</a:t>
            </a:r>
            <a:r>
              <a:t>Mr. Tushar Oza</a:t>
            </a:r>
          </a:p>
        </p:txBody>
      </p:sp>
    </p:spTree>
  </p:cSld>
  <p:clrMapOvr>
    <a:masterClrMapping/>
  </p:clrMapOvr>
  <mc:AlternateContent xmlns:mc="http://schemas.openxmlformats.org/markup-compatibility/2006">
    <mc:Choice xmlns:p14="http://schemas.microsoft.com/office/powerpoint/2010/main" Requires="p14">
      <p:transition spd="slow" advClick="1" p14:dur="1500">
        <p:dissolv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7" name="Google Shape;1631;p42"/>
          <p:cNvSpPr txBox="1"/>
          <p:nvPr>
            <p:ph type="title"/>
          </p:nvPr>
        </p:nvSpPr>
        <p:spPr>
          <a:xfrm>
            <a:off x="4916799" y="3649702"/>
            <a:ext cx="2072102" cy="527702"/>
          </a:xfrm>
          <a:prstGeom prst="rect">
            <a:avLst/>
          </a:prstGeom>
        </p:spPr>
        <p:txBody>
          <a:bodyPr lIns="0" tIns="0" rIns="0" bIns="0"/>
          <a:lstStyle/>
          <a:p>
            <a:pPr/>
            <a:r>
              <a:t>Our team</a:t>
            </a:r>
          </a:p>
        </p:txBody>
      </p:sp>
      <p:sp>
        <p:nvSpPr>
          <p:cNvPr id="1768" name="Google Shape;1632;p42"/>
          <p:cNvSpPr txBox="1"/>
          <p:nvPr/>
        </p:nvSpPr>
        <p:spPr>
          <a:xfrm>
            <a:off x="719998" y="1923474"/>
            <a:ext cx="2072103" cy="3448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latin typeface="Orbitron"/>
                <a:ea typeface="Orbitron"/>
                <a:cs typeface="Orbitron"/>
                <a:sym typeface="Orbitron"/>
              </a:defRPr>
            </a:lvl1pPr>
          </a:lstStyle>
          <a:p>
            <a:pPr/>
            <a:r>
              <a:t>The project</a:t>
            </a:r>
          </a:p>
        </p:txBody>
      </p:sp>
      <p:sp>
        <p:nvSpPr>
          <p:cNvPr id="1769" name="Google Shape;1633;p42"/>
          <p:cNvSpPr txBox="1"/>
          <p:nvPr/>
        </p:nvSpPr>
        <p:spPr>
          <a:xfrm>
            <a:off x="2164350" y="3715727"/>
            <a:ext cx="2072102" cy="3448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latin typeface="Orbitron"/>
                <a:ea typeface="Orbitron"/>
                <a:cs typeface="Orbitron"/>
                <a:sym typeface="Orbitron"/>
              </a:defRPr>
            </a:lvl1pPr>
          </a:lstStyle>
          <a:p>
            <a:pPr/>
            <a:r>
              <a:t>Stages </a:t>
            </a:r>
          </a:p>
        </p:txBody>
      </p:sp>
      <p:sp>
        <p:nvSpPr>
          <p:cNvPr id="1770" name="Google Shape;1634;p42"/>
          <p:cNvSpPr txBox="1"/>
          <p:nvPr>
            <p:ph type="body" sz="quarter" idx="1"/>
          </p:nvPr>
        </p:nvSpPr>
        <p:spPr>
          <a:xfrm>
            <a:off x="1962973" y="4184749"/>
            <a:ext cx="2409602" cy="527702"/>
          </a:xfrm>
          <a:prstGeom prst="rect">
            <a:avLst/>
          </a:prstGeom>
        </p:spPr>
        <p:txBody>
          <a:bodyPr/>
          <a:lstStyle>
            <a:lvl1pPr marL="0" indent="0" defTabSz="548640">
              <a:defRPr sz="1100"/>
            </a:lvl1pPr>
          </a:lstStyle>
          <a:p>
            <a:pPr/>
            <a:r>
              <a:t>From attendance to material we desire to go further</a:t>
            </a:r>
          </a:p>
        </p:txBody>
      </p:sp>
      <p:sp>
        <p:nvSpPr>
          <p:cNvPr id="1771" name="Google Shape;1635;p42"/>
          <p:cNvSpPr txBox="1"/>
          <p:nvPr/>
        </p:nvSpPr>
        <p:spPr>
          <a:xfrm>
            <a:off x="1309050" y="1437298"/>
            <a:ext cx="894001" cy="358803"/>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402336">
              <a:defRPr sz="1100">
                <a:latin typeface="Orbitron"/>
                <a:ea typeface="Orbitron"/>
                <a:cs typeface="Orbitron"/>
                <a:sym typeface="Orbitron"/>
              </a:defRPr>
            </a:lvl1pPr>
          </a:lstStyle>
          <a:p>
            <a:pPr/>
            <a:r>
              <a:t>01.</a:t>
            </a:r>
          </a:p>
        </p:txBody>
      </p:sp>
      <p:sp>
        <p:nvSpPr>
          <p:cNvPr id="1772" name="Google Shape;1636;p42"/>
          <p:cNvSpPr txBox="1"/>
          <p:nvPr/>
        </p:nvSpPr>
        <p:spPr>
          <a:xfrm>
            <a:off x="582899" y="2377075"/>
            <a:ext cx="2346301" cy="6156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548640">
              <a:defRPr sz="1100">
                <a:solidFill>
                  <a:srgbClr val="FFFFFF"/>
                </a:solidFill>
                <a:latin typeface="Archivo Light"/>
                <a:ea typeface="Archivo Light"/>
                <a:cs typeface="Archivo Light"/>
                <a:sym typeface="Archivo Light"/>
              </a:defRPr>
            </a:lvl1pPr>
          </a:lstStyle>
          <a:p>
            <a:pPr/>
            <a:r>
              <a:t>Making availability of college life more trouble-free </a:t>
            </a:r>
          </a:p>
        </p:txBody>
      </p:sp>
      <p:sp>
        <p:nvSpPr>
          <p:cNvPr id="1773" name="Google Shape;1637;p42"/>
          <p:cNvSpPr txBox="1"/>
          <p:nvPr/>
        </p:nvSpPr>
        <p:spPr>
          <a:xfrm>
            <a:off x="3535950" y="1923474"/>
            <a:ext cx="2072102" cy="3448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latin typeface="Orbitron"/>
                <a:ea typeface="Orbitron"/>
                <a:cs typeface="Orbitron"/>
                <a:sym typeface="Orbitron"/>
              </a:defRPr>
            </a:lvl1pPr>
          </a:lstStyle>
          <a:p>
            <a:pPr/>
            <a:r>
              <a:t>Requirements </a:t>
            </a:r>
          </a:p>
        </p:txBody>
      </p:sp>
      <p:sp>
        <p:nvSpPr>
          <p:cNvPr id="1774" name="Google Shape;1638;p42"/>
          <p:cNvSpPr txBox="1"/>
          <p:nvPr/>
        </p:nvSpPr>
        <p:spPr>
          <a:xfrm>
            <a:off x="6351899" y="1923474"/>
            <a:ext cx="2072102" cy="3448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latin typeface="Orbitron"/>
                <a:ea typeface="Orbitron"/>
                <a:cs typeface="Orbitron"/>
                <a:sym typeface="Orbitron"/>
              </a:defRPr>
            </a:lvl1pPr>
          </a:lstStyle>
          <a:p>
            <a:pPr/>
            <a:r>
              <a:t>Project goals </a:t>
            </a:r>
          </a:p>
        </p:txBody>
      </p:sp>
      <p:sp>
        <p:nvSpPr>
          <p:cNvPr id="1775" name="Google Shape;1639;p42"/>
          <p:cNvSpPr txBox="1"/>
          <p:nvPr/>
        </p:nvSpPr>
        <p:spPr>
          <a:xfrm>
            <a:off x="4092375" y="1437295"/>
            <a:ext cx="894000" cy="3588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402336">
              <a:defRPr sz="1100">
                <a:latin typeface="Orbitron"/>
                <a:ea typeface="Orbitron"/>
                <a:cs typeface="Orbitron"/>
                <a:sym typeface="Orbitron"/>
              </a:defRPr>
            </a:lvl1pPr>
          </a:lstStyle>
          <a:p>
            <a:pPr/>
            <a:r>
              <a:t>02.</a:t>
            </a:r>
          </a:p>
        </p:txBody>
      </p:sp>
      <p:sp>
        <p:nvSpPr>
          <p:cNvPr id="1776" name="Google Shape;1640;p42"/>
          <p:cNvSpPr txBox="1"/>
          <p:nvPr/>
        </p:nvSpPr>
        <p:spPr>
          <a:xfrm>
            <a:off x="6908324" y="1437295"/>
            <a:ext cx="894001" cy="3588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402336">
              <a:defRPr sz="1100">
                <a:latin typeface="Orbitron"/>
                <a:ea typeface="Orbitron"/>
                <a:cs typeface="Orbitron"/>
                <a:sym typeface="Orbitron"/>
              </a:defRPr>
            </a:lvl1pPr>
          </a:lstStyle>
          <a:p>
            <a:pPr/>
            <a:r>
              <a:t>03.</a:t>
            </a:r>
          </a:p>
        </p:txBody>
      </p:sp>
      <p:sp>
        <p:nvSpPr>
          <p:cNvPr id="1777" name="Google Shape;1641;p42"/>
          <p:cNvSpPr txBox="1"/>
          <p:nvPr/>
        </p:nvSpPr>
        <p:spPr>
          <a:xfrm>
            <a:off x="6351899" y="2277023"/>
            <a:ext cx="2072102" cy="6156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833749">
              <a:defRPr sz="1222">
                <a:solidFill>
                  <a:srgbClr val="FFFFFF"/>
                </a:solidFill>
                <a:latin typeface="Archivo Light"/>
                <a:ea typeface="Archivo Light"/>
                <a:cs typeface="Archivo Light"/>
                <a:sym typeface="Archivo Light"/>
              </a:defRPr>
            </a:lvl1pPr>
          </a:lstStyle>
          <a:p>
            <a:pPr/>
            <a:r>
              <a:t>To change your college life</a:t>
            </a:r>
          </a:p>
        </p:txBody>
      </p:sp>
      <p:sp>
        <p:nvSpPr>
          <p:cNvPr id="1778" name="Google Shape;1642;p42"/>
          <p:cNvSpPr txBox="1"/>
          <p:nvPr/>
        </p:nvSpPr>
        <p:spPr>
          <a:xfrm>
            <a:off x="2720775" y="3232756"/>
            <a:ext cx="894000" cy="3588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402336">
              <a:defRPr sz="1100">
                <a:latin typeface="Orbitron"/>
                <a:ea typeface="Orbitron"/>
                <a:cs typeface="Orbitron"/>
                <a:sym typeface="Orbitron"/>
              </a:defRPr>
            </a:lvl1pPr>
          </a:lstStyle>
          <a:p>
            <a:pPr/>
            <a:r>
              <a:t>04.</a:t>
            </a:r>
          </a:p>
        </p:txBody>
      </p:sp>
      <p:sp>
        <p:nvSpPr>
          <p:cNvPr id="1779" name="Google Shape;1643;p42"/>
          <p:cNvSpPr txBox="1"/>
          <p:nvPr/>
        </p:nvSpPr>
        <p:spPr>
          <a:xfrm>
            <a:off x="5460524" y="3232756"/>
            <a:ext cx="894001" cy="3588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402336">
              <a:defRPr sz="1100">
                <a:latin typeface="Orbitron"/>
                <a:ea typeface="Orbitron"/>
                <a:cs typeface="Orbitron"/>
                <a:sym typeface="Orbitron"/>
              </a:defRPr>
            </a:lvl1pPr>
          </a:lstStyle>
          <a:p>
            <a:pPr/>
            <a:r>
              <a:t>05.</a:t>
            </a:r>
          </a:p>
        </p:txBody>
      </p:sp>
      <p:sp>
        <p:nvSpPr>
          <p:cNvPr id="1780" name="Google Shape;1644;p42"/>
          <p:cNvSpPr txBox="1"/>
          <p:nvPr/>
        </p:nvSpPr>
        <p:spPr>
          <a:xfrm>
            <a:off x="4904099" y="4152027"/>
            <a:ext cx="2072102" cy="593147"/>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594359">
              <a:defRPr sz="1100">
                <a:solidFill>
                  <a:srgbClr val="FFFFFF"/>
                </a:solidFill>
                <a:latin typeface="Archivo Light"/>
                <a:ea typeface="Archivo Light"/>
                <a:cs typeface="Archivo Light"/>
                <a:sym typeface="Archivo Light"/>
              </a:defRPr>
            </a:lvl1pPr>
          </a:lstStyle>
          <a:p>
            <a:pPr/>
            <a:r>
              <a:t>Most dedicated people you will meet</a:t>
            </a:r>
          </a:p>
        </p:txBody>
      </p:sp>
      <p:sp>
        <p:nvSpPr>
          <p:cNvPr id="1781" name="Google Shape;1645;p42"/>
          <p:cNvSpPr txBox="1"/>
          <p:nvPr/>
        </p:nvSpPr>
        <p:spPr>
          <a:xfrm>
            <a:off x="719999" y="539400"/>
            <a:ext cx="7704002" cy="478200"/>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557783">
              <a:defRPr sz="1900">
                <a:latin typeface="Orbitron"/>
                <a:ea typeface="Orbitron"/>
                <a:cs typeface="Orbitron"/>
                <a:sym typeface="Orbitron"/>
              </a:defRPr>
            </a:lvl1pPr>
          </a:lstStyle>
          <a:p>
            <a:pPr/>
            <a:r>
              <a:t>Definition</a:t>
            </a:r>
          </a:p>
        </p:txBody>
      </p:sp>
      <p:sp>
        <p:nvSpPr>
          <p:cNvPr id="1782" name="Google Shape;1646;p42"/>
          <p:cNvSpPr txBox="1"/>
          <p:nvPr/>
        </p:nvSpPr>
        <p:spPr>
          <a:xfrm>
            <a:off x="3437399" y="2377063"/>
            <a:ext cx="2269202" cy="4114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lvl1pPr algn="ctr">
              <a:defRPr sz="1500">
                <a:solidFill>
                  <a:srgbClr val="FFFFFF"/>
                </a:solidFill>
                <a:latin typeface="Archivo Light"/>
                <a:ea typeface="Archivo Light"/>
                <a:cs typeface="Archivo Light"/>
                <a:sym typeface="Archivo Light"/>
              </a:defRPr>
            </a:lvl1pPr>
          </a:lstStyle>
          <a:p>
            <a:pPr/>
            <a:r>
              <a:t>Your attendance </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4" name="Google Shape;1651;p43"/>
          <p:cNvSpPr txBox="1"/>
          <p:nvPr>
            <p:ph type="title"/>
          </p:nvPr>
        </p:nvSpPr>
        <p:spPr>
          <a:xfrm>
            <a:off x="719999" y="539400"/>
            <a:ext cx="7704002" cy="478200"/>
          </a:xfrm>
          <a:prstGeom prst="rect">
            <a:avLst/>
          </a:prstGeom>
        </p:spPr>
        <p:txBody>
          <a:bodyPr/>
          <a:lstStyle>
            <a:lvl1pPr defTabSz="557783">
              <a:defRPr sz="1900">
                <a:solidFill>
                  <a:schemeClr val="accent1"/>
                </a:solidFill>
              </a:defRPr>
            </a:lvl1pPr>
          </a:lstStyle>
          <a:p>
            <a:pPr/>
            <a:r>
              <a:t>What are we working on?</a:t>
            </a:r>
          </a:p>
        </p:txBody>
      </p:sp>
      <p:sp>
        <p:nvSpPr>
          <p:cNvPr id="1785" name="Google Shape;1652;p43"/>
          <p:cNvSpPr txBox="1"/>
          <p:nvPr/>
        </p:nvSpPr>
        <p:spPr>
          <a:xfrm>
            <a:off x="3599548" y="3282512"/>
            <a:ext cx="1944902" cy="5277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a:defRPr>
                <a:latin typeface="Orbitron"/>
                <a:ea typeface="Orbitron"/>
                <a:cs typeface="Orbitron"/>
                <a:sym typeface="Orbitron"/>
              </a:defRPr>
            </a:lvl1pPr>
          </a:lstStyle>
          <a:p>
            <a:pPr/>
            <a:r>
              <a:t>Attendance</a:t>
            </a:r>
          </a:p>
        </p:txBody>
      </p:sp>
      <p:sp>
        <p:nvSpPr>
          <p:cNvPr id="1786" name="Google Shape;1653;p43"/>
          <p:cNvSpPr txBox="1"/>
          <p:nvPr>
            <p:ph type="body" sz="quarter" idx="1"/>
          </p:nvPr>
        </p:nvSpPr>
        <p:spPr>
          <a:xfrm>
            <a:off x="3382533" y="3765797"/>
            <a:ext cx="2427818" cy="527702"/>
          </a:xfrm>
          <a:prstGeom prst="rect">
            <a:avLst/>
          </a:prstGeom>
        </p:spPr>
        <p:txBody>
          <a:bodyPr/>
          <a:lstStyle>
            <a:lvl1pPr marL="0" indent="0" defTabSz="427206">
              <a:defRPr b="1" sz="1095"/>
            </a:lvl1pPr>
          </a:lstStyle>
          <a:p>
            <a:pPr/>
            <a:r>
              <a:t>To make attendance management effortless </a:t>
            </a:r>
          </a:p>
        </p:txBody>
      </p:sp>
      <p:sp>
        <p:nvSpPr>
          <p:cNvPr id="1787" name="Google Shape;1654;p43"/>
          <p:cNvSpPr txBox="1"/>
          <p:nvPr/>
        </p:nvSpPr>
        <p:spPr>
          <a:xfrm>
            <a:off x="719998" y="2592323"/>
            <a:ext cx="1944904" cy="5277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a:defRPr>
                <a:latin typeface="Orbitron"/>
                <a:ea typeface="Orbitron"/>
                <a:cs typeface="Orbitron"/>
                <a:sym typeface="Orbitron"/>
              </a:defRPr>
            </a:lvl1pPr>
          </a:lstStyle>
          <a:p>
            <a:pPr/>
            <a:r>
              <a:t>Solution</a:t>
            </a:r>
          </a:p>
        </p:txBody>
      </p:sp>
      <p:sp>
        <p:nvSpPr>
          <p:cNvPr id="1788" name="Google Shape;1655;p43"/>
          <p:cNvSpPr txBox="1"/>
          <p:nvPr/>
        </p:nvSpPr>
        <p:spPr>
          <a:xfrm>
            <a:off x="819900" y="3120025"/>
            <a:ext cx="1845002" cy="5277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585215">
              <a:defRPr sz="1000">
                <a:solidFill>
                  <a:srgbClr val="FFFFFF"/>
                </a:solidFill>
                <a:latin typeface="Archivo Light"/>
                <a:ea typeface="Archivo Light"/>
                <a:cs typeface="Archivo Light"/>
                <a:sym typeface="Archivo Light"/>
              </a:defRPr>
            </a:lvl1pPr>
          </a:lstStyle>
          <a:p>
            <a:pPr/>
            <a:r>
              <a:t>To come up with reliable solution for management</a:t>
            </a:r>
          </a:p>
        </p:txBody>
      </p:sp>
      <p:sp>
        <p:nvSpPr>
          <p:cNvPr id="1789" name="Google Shape;1656;p43"/>
          <p:cNvSpPr txBox="1"/>
          <p:nvPr/>
        </p:nvSpPr>
        <p:spPr>
          <a:xfrm>
            <a:off x="6485999" y="2592323"/>
            <a:ext cx="1944902" cy="5277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defRPr>
                <a:latin typeface="Orbitron"/>
                <a:ea typeface="Orbitron"/>
                <a:cs typeface="Orbitron"/>
                <a:sym typeface="Orbitron"/>
              </a:defRPr>
            </a:lvl1pPr>
          </a:lstStyle>
          <a:p>
            <a:pPr/>
            <a:r>
              <a:t>      Vision</a:t>
            </a:r>
          </a:p>
        </p:txBody>
      </p:sp>
      <p:sp>
        <p:nvSpPr>
          <p:cNvPr id="1790" name="Google Shape;1657;p43"/>
          <p:cNvSpPr txBox="1"/>
          <p:nvPr/>
        </p:nvSpPr>
        <p:spPr>
          <a:xfrm>
            <a:off x="6332849" y="3076075"/>
            <a:ext cx="2251202" cy="6156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chor="ctr">
            <a:normAutofit fontScale="100000" lnSpcReduction="0"/>
          </a:bodyPr>
          <a:lstStyle>
            <a:lvl1pPr algn="ctr" defTabSz="886967">
              <a:defRPr sz="1000">
                <a:solidFill>
                  <a:srgbClr val="FFFFFF"/>
                </a:solidFill>
                <a:latin typeface="Archivo Light"/>
                <a:ea typeface="Archivo Light"/>
                <a:cs typeface="Archivo Light"/>
                <a:sym typeface="Archivo Light"/>
              </a:defRPr>
            </a:lvl1pPr>
          </a:lstStyle>
          <a:p>
            <a:pPr/>
            <a:r>
              <a:t>To make college life hassle  free </a:t>
            </a:r>
          </a:p>
        </p:txBody>
      </p:sp>
      <p:grpSp>
        <p:nvGrpSpPr>
          <p:cNvPr id="1793" name="Google Shape;1658;p43"/>
          <p:cNvGrpSpPr/>
          <p:nvPr/>
        </p:nvGrpSpPr>
        <p:grpSpPr>
          <a:xfrm>
            <a:off x="1317608" y="1780394"/>
            <a:ext cx="749776" cy="717479"/>
            <a:chOff x="0" y="0"/>
            <a:chExt cx="749775" cy="717478"/>
          </a:xfrm>
        </p:grpSpPr>
        <p:sp>
          <p:nvSpPr>
            <p:cNvPr id="1791" name="Google Shape;1659;p43"/>
            <p:cNvSpPr/>
            <p:nvPr/>
          </p:nvSpPr>
          <p:spPr>
            <a:xfrm>
              <a:off x="0" y="35292"/>
              <a:ext cx="710700" cy="6821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2" name="Google Shape;1660;p43"/>
            <p:cNvSpPr/>
            <p:nvPr/>
          </p:nvSpPr>
          <p:spPr>
            <a:xfrm>
              <a:off x="39054" y="-1"/>
              <a:ext cx="710722" cy="68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802" name="Google Shape;1661;p43"/>
          <p:cNvGrpSpPr/>
          <p:nvPr/>
        </p:nvGrpSpPr>
        <p:grpSpPr>
          <a:xfrm>
            <a:off x="1544974" y="1912092"/>
            <a:ext cx="333994" cy="418062"/>
            <a:chOff x="0" y="0"/>
            <a:chExt cx="333993" cy="418061"/>
          </a:xfrm>
        </p:grpSpPr>
        <p:sp>
          <p:nvSpPr>
            <p:cNvPr id="1794" name="Google Shape;1662;p43"/>
            <p:cNvSpPr/>
            <p:nvPr/>
          </p:nvSpPr>
          <p:spPr>
            <a:xfrm>
              <a:off x="92988" y="117967"/>
              <a:ext cx="146279" cy="71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62" y="0"/>
                  </a:moveTo>
                  <a:lnTo>
                    <a:pt x="942" y="9"/>
                  </a:lnTo>
                  <a:cubicBezTo>
                    <a:pt x="420" y="9"/>
                    <a:pt x="0" y="867"/>
                    <a:pt x="0" y="1922"/>
                  </a:cubicBezTo>
                  <a:lnTo>
                    <a:pt x="0" y="19330"/>
                  </a:lnTo>
                  <a:cubicBezTo>
                    <a:pt x="0" y="20404"/>
                    <a:pt x="425" y="21289"/>
                    <a:pt x="952" y="21317"/>
                  </a:cubicBezTo>
                  <a:lnTo>
                    <a:pt x="5659" y="21440"/>
                  </a:lnTo>
                  <a:lnTo>
                    <a:pt x="5668" y="21440"/>
                  </a:lnTo>
                  <a:cubicBezTo>
                    <a:pt x="6158" y="21440"/>
                    <a:pt x="6569" y="20696"/>
                    <a:pt x="6629" y="19707"/>
                  </a:cubicBezTo>
                  <a:cubicBezTo>
                    <a:pt x="6878" y="15524"/>
                    <a:pt x="8634" y="12368"/>
                    <a:pt x="10703" y="12368"/>
                  </a:cubicBezTo>
                  <a:cubicBezTo>
                    <a:pt x="12768" y="12368"/>
                    <a:pt x="14519" y="15515"/>
                    <a:pt x="14768" y="19688"/>
                  </a:cubicBezTo>
                  <a:lnTo>
                    <a:pt x="14805" y="20244"/>
                  </a:lnTo>
                  <a:cubicBezTo>
                    <a:pt x="14851" y="20950"/>
                    <a:pt x="15142" y="21478"/>
                    <a:pt x="15493" y="21496"/>
                  </a:cubicBezTo>
                  <a:lnTo>
                    <a:pt x="20893" y="21600"/>
                  </a:lnTo>
                  <a:cubicBezTo>
                    <a:pt x="20898" y="21600"/>
                    <a:pt x="20902" y="21600"/>
                    <a:pt x="20902" y="21600"/>
                  </a:cubicBezTo>
                  <a:cubicBezTo>
                    <a:pt x="21147" y="21600"/>
                    <a:pt x="21309" y="21346"/>
                    <a:pt x="21392" y="21186"/>
                  </a:cubicBezTo>
                  <a:cubicBezTo>
                    <a:pt x="21466" y="21044"/>
                    <a:pt x="21582" y="20743"/>
                    <a:pt x="21591" y="20291"/>
                  </a:cubicBezTo>
                  <a:lnTo>
                    <a:pt x="21591" y="10532"/>
                  </a:lnTo>
                  <a:cubicBezTo>
                    <a:pt x="21591" y="10484"/>
                    <a:pt x="21600" y="10437"/>
                    <a:pt x="21600" y="10381"/>
                  </a:cubicBezTo>
                  <a:lnTo>
                    <a:pt x="21600" y="1903"/>
                  </a:lnTo>
                  <a:cubicBezTo>
                    <a:pt x="21600" y="1404"/>
                    <a:pt x="21498" y="914"/>
                    <a:pt x="21327" y="546"/>
                  </a:cubicBezTo>
                  <a:cubicBezTo>
                    <a:pt x="21152" y="188"/>
                    <a:pt x="20916" y="0"/>
                    <a:pt x="2066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5" name="Google Shape;1663;p43"/>
            <p:cNvSpPr/>
            <p:nvPr/>
          </p:nvSpPr>
          <p:spPr>
            <a:xfrm>
              <a:off x="118921" y="280948"/>
              <a:ext cx="90658" cy="4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81" y="0"/>
                  </a:moveTo>
                  <a:lnTo>
                    <a:pt x="1558" y="5236"/>
                  </a:lnTo>
                  <a:cubicBezTo>
                    <a:pt x="1215" y="7764"/>
                    <a:pt x="678" y="10094"/>
                    <a:pt x="0" y="12129"/>
                  </a:cubicBezTo>
                  <a:cubicBezTo>
                    <a:pt x="2847" y="18235"/>
                    <a:pt x="6604" y="21600"/>
                    <a:pt x="10584" y="21600"/>
                  </a:cubicBezTo>
                  <a:cubicBezTo>
                    <a:pt x="14653" y="21600"/>
                    <a:pt x="18470" y="18137"/>
                    <a:pt x="21339" y="11801"/>
                  </a:cubicBezTo>
                  <a:lnTo>
                    <a:pt x="21600" y="11210"/>
                  </a:lnTo>
                  <a:cubicBezTo>
                    <a:pt x="21019" y="9372"/>
                    <a:pt x="20549" y="7337"/>
                    <a:pt x="20214" y="5137"/>
                  </a:cubicBezTo>
                  <a:lnTo>
                    <a:pt x="19528" y="558"/>
                  </a:lnTo>
                  <a:cubicBezTo>
                    <a:pt x="16949" y="2856"/>
                    <a:pt x="14139" y="4120"/>
                    <a:pt x="11225" y="4120"/>
                  </a:cubicBezTo>
                  <a:cubicBezTo>
                    <a:pt x="11188" y="4120"/>
                    <a:pt x="11150" y="4120"/>
                    <a:pt x="11113" y="4120"/>
                  </a:cubicBezTo>
                  <a:cubicBezTo>
                    <a:pt x="8005" y="4120"/>
                    <a:pt x="5016" y="2659"/>
                    <a:pt x="228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6" name="Google Shape;1664;p43"/>
            <p:cNvSpPr/>
            <p:nvPr/>
          </p:nvSpPr>
          <p:spPr>
            <a:xfrm>
              <a:off x="138880" y="81053"/>
              <a:ext cx="54558" cy="12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8" y="0"/>
                  </a:moveTo>
                  <a:cubicBezTo>
                    <a:pt x="7778" y="0"/>
                    <a:pt x="4768" y="4621"/>
                    <a:pt x="2155" y="13918"/>
                  </a:cubicBezTo>
                  <a:lnTo>
                    <a:pt x="0" y="21600"/>
                  </a:lnTo>
                  <a:lnTo>
                    <a:pt x="21600" y="21600"/>
                  </a:lnTo>
                  <a:lnTo>
                    <a:pt x="19433" y="13918"/>
                  </a:lnTo>
                  <a:cubicBezTo>
                    <a:pt x="16807" y="4621"/>
                    <a:pt x="13797" y="0"/>
                    <a:pt x="1078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7" name="Google Shape;1665;p43"/>
            <p:cNvSpPr/>
            <p:nvPr/>
          </p:nvSpPr>
          <p:spPr>
            <a:xfrm>
              <a:off x="262695" y="143273"/>
              <a:ext cx="32129" cy="575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5" y="0"/>
                  </a:moveTo>
                  <a:lnTo>
                    <a:pt x="715" y="15654"/>
                  </a:lnTo>
                  <a:cubicBezTo>
                    <a:pt x="715" y="15795"/>
                    <a:pt x="715" y="15936"/>
                    <a:pt x="694" y="16065"/>
                  </a:cubicBezTo>
                  <a:cubicBezTo>
                    <a:pt x="694" y="17969"/>
                    <a:pt x="463" y="19790"/>
                    <a:pt x="0" y="21600"/>
                  </a:cubicBezTo>
                  <a:lnTo>
                    <a:pt x="2271" y="21600"/>
                  </a:lnTo>
                  <a:cubicBezTo>
                    <a:pt x="12956" y="21600"/>
                    <a:pt x="21600" y="16770"/>
                    <a:pt x="21600" y="10800"/>
                  </a:cubicBezTo>
                  <a:cubicBezTo>
                    <a:pt x="21600" y="4830"/>
                    <a:pt x="12956" y="0"/>
                    <a:pt x="151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8" name="Google Shape;1666;p43"/>
            <p:cNvSpPr/>
            <p:nvPr/>
          </p:nvSpPr>
          <p:spPr>
            <a:xfrm>
              <a:off x="97492" y="183471"/>
              <a:ext cx="136801" cy="808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28" y="0"/>
                  </a:moveTo>
                  <a:cubicBezTo>
                    <a:pt x="10472" y="0"/>
                    <a:pt x="10249" y="334"/>
                    <a:pt x="10215" y="777"/>
                  </a:cubicBezTo>
                  <a:cubicBezTo>
                    <a:pt x="9908" y="4940"/>
                    <a:pt x="7824" y="8058"/>
                    <a:pt x="5354" y="8058"/>
                  </a:cubicBezTo>
                  <a:cubicBezTo>
                    <a:pt x="5330" y="8058"/>
                    <a:pt x="5305" y="8058"/>
                    <a:pt x="5280" y="8058"/>
                  </a:cubicBezTo>
                  <a:lnTo>
                    <a:pt x="257" y="7950"/>
                  </a:lnTo>
                  <a:cubicBezTo>
                    <a:pt x="173" y="7950"/>
                    <a:pt x="84" y="7933"/>
                    <a:pt x="0" y="7924"/>
                  </a:cubicBezTo>
                  <a:cubicBezTo>
                    <a:pt x="1645" y="15907"/>
                    <a:pt x="5873" y="21600"/>
                    <a:pt x="10827" y="21600"/>
                  </a:cubicBezTo>
                  <a:cubicBezTo>
                    <a:pt x="10837" y="21600"/>
                    <a:pt x="10847" y="21600"/>
                    <a:pt x="10857" y="21600"/>
                  </a:cubicBezTo>
                  <a:cubicBezTo>
                    <a:pt x="15747" y="21600"/>
                    <a:pt x="19926" y="16041"/>
                    <a:pt x="21600" y="8209"/>
                  </a:cubicBezTo>
                  <a:lnTo>
                    <a:pt x="21590" y="8209"/>
                  </a:lnTo>
                  <a:lnTo>
                    <a:pt x="15826" y="8108"/>
                  </a:lnTo>
                  <a:cubicBezTo>
                    <a:pt x="13519" y="8075"/>
                    <a:pt x="11563" y="5133"/>
                    <a:pt x="11282" y="1254"/>
                  </a:cubicBezTo>
                  <a:lnTo>
                    <a:pt x="11247" y="777"/>
                  </a:lnTo>
                  <a:cubicBezTo>
                    <a:pt x="11212" y="334"/>
                    <a:pt x="10990" y="0"/>
                    <a:pt x="1072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799" name="Google Shape;1667;p43"/>
            <p:cNvSpPr/>
            <p:nvPr/>
          </p:nvSpPr>
          <p:spPr>
            <a:xfrm>
              <a:off x="38275" y="143273"/>
              <a:ext cx="31190" cy="575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10" y="0"/>
                  </a:moveTo>
                  <a:cubicBezTo>
                    <a:pt x="8904" y="0"/>
                    <a:pt x="0" y="4830"/>
                    <a:pt x="0" y="10800"/>
                  </a:cubicBezTo>
                  <a:cubicBezTo>
                    <a:pt x="0" y="16770"/>
                    <a:pt x="8904" y="21600"/>
                    <a:pt x="19910" y="21600"/>
                  </a:cubicBezTo>
                  <a:lnTo>
                    <a:pt x="21600" y="21600"/>
                  </a:lnTo>
                  <a:cubicBezTo>
                    <a:pt x="21123" y="19767"/>
                    <a:pt x="20885" y="17863"/>
                    <a:pt x="20885" y="15947"/>
                  </a:cubicBezTo>
                  <a:lnTo>
                    <a:pt x="20885" y="9084"/>
                  </a:lnTo>
                  <a:cubicBezTo>
                    <a:pt x="20885" y="8943"/>
                    <a:pt x="20907" y="8814"/>
                    <a:pt x="20907" y="8685"/>
                  </a:cubicBezTo>
                  <a:lnTo>
                    <a:pt x="20907"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00" name="Google Shape;1668;p43"/>
            <p:cNvSpPr/>
            <p:nvPr/>
          </p:nvSpPr>
          <p:spPr>
            <a:xfrm>
              <a:off x="-1" y="317361"/>
              <a:ext cx="333994" cy="100701"/>
            </a:xfrm>
            <a:custGeom>
              <a:avLst/>
              <a:gdLst/>
              <a:ahLst/>
              <a:cxnLst>
                <a:cxn ang="0">
                  <a:pos x="wd2" y="hd2"/>
                </a:cxn>
                <a:cxn ang="5400000">
                  <a:pos x="wd2" y="hd2"/>
                </a:cxn>
                <a:cxn ang="10800000">
                  <a:pos x="wd2" y="hd2"/>
                </a:cxn>
                <a:cxn ang="16200000">
                  <a:pos x="wd2" y="hd2"/>
                </a:cxn>
              </a:cxnLst>
              <a:rect l="0" t="0" r="r" b="b"/>
              <a:pathLst>
                <a:path w="21505" h="21600" fill="norm" stroke="1" extrusionOk="0">
                  <a:moveTo>
                    <a:pt x="14749" y="0"/>
                  </a:moveTo>
                  <a:cubicBezTo>
                    <a:pt x="14725" y="114"/>
                    <a:pt x="14697" y="242"/>
                    <a:pt x="14662" y="349"/>
                  </a:cubicBezTo>
                  <a:lnTo>
                    <a:pt x="14544" y="745"/>
                  </a:lnTo>
                  <a:cubicBezTo>
                    <a:pt x="13468" y="4321"/>
                    <a:pt x="12042" y="6301"/>
                    <a:pt x="10523" y="6301"/>
                  </a:cubicBezTo>
                  <a:cubicBezTo>
                    <a:pt x="9007" y="6301"/>
                    <a:pt x="7581" y="4321"/>
                    <a:pt x="6505" y="745"/>
                  </a:cubicBezTo>
                  <a:cubicBezTo>
                    <a:pt x="6465" y="604"/>
                    <a:pt x="6429" y="463"/>
                    <a:pt x="6400" y="295"/>
                  </a:cubicBezTo>
                  <a:lnTo>
                    <a:pt x="2332" y="3489"/>
                  </a:lnTo>
                  <a:cubicBezTo>
                    <a:pt x="1452" y="4482"/>
                    <a:pt x="785" y="7099"/>
                    <a:pt x="587" y="10340"/>
                  </a:cubicBezTo>
                  <a:lnTo>
                    <a:pt x="9" y="19795"/>
                  </a:lnTo>
                  <a:cubicBezTo>
                    <a:pt x="-45" y="20728"/>
                    <a:pt x="150" y="21600"/>
                    <a:pt x="412" y="21600"/>
                  </a:cubicBezTo>
                  <a:lnTo>
                    <a:pt x="21098" y="21600"/>
                  </a:lnTo>
                  <a:cubicBezTo>
                    <a:pt x="21360" y="21593"/>
                    <a:pt x="21555" y="20694"/>
                    <a:pt x="21493" y="19761"/>
                  </a:cubicBezTo>
                  <a:lnTo>
                    <a:pt x="20810" y="9582"/>
                  </a:lnTo>
                  <a:cubicBezTo>
                    <a:pt x="20586" y="6301"/>
                    <a:pt x="19885" y="3704"/>
                    <a:pt x="18981" y="2825"/>
                  </a:cubicBezTo>
                  <a:lnTo>
                    <a:pt x="14876" y="141"/>
                  </a:lnTo>
                  <a:cubicBezTo>
                    <a:pt x="14832" y="87"/>
                    <a:pt x="14791" y="40"/>
                    <a:pt x="14749"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01" name="Google Shape;1669;p43"/>
            <p:cNvSpPr/>
            <p:nvPr/>
          </p:nvSpPr>
          <p:spPr>
            <a:xfrm>
              <a:off x="74323" y="-1"/>
              <a:ext cx="181815" cy="104799"/>
            </a:xfrm>
            <a:custGeom>
              <a:avLst/>
              <a:gdLst/>
              <a:ahLst/>
              <a:cxnLst>
                <a:cxn ang="0">
                  <a:pos x="wd2" y="hd2"/>
                </a:cxn>
                <a:cxn ang="5400000">
                  <a:pos x="wd2" y="hd2"/>
                </a:cxn>
                <a:cxn ang="10800000">
                  <a:pos x="wd2" y="hd2"/>
                </a:cxn>
                <a:cxn ang="16200000">
                  <a:pos x="wd2" y="hd2"/>
                </a:cxn>
              </a:cxnLst>
              <a:rect l="0" t="0" r="r" b="b"/>
              <a:pathLst>
                <a:path w="21522" h="21600" fill="norm" stroke="1" extrusionOk="0">
                  <a:moveTo>
                    <a:pt x="16780" y="0"/>
                  </a:moveTo>
                  <a:lnTo>
                    <a:pt x="10963" y="213"/>
                  </a:lnTo>
                  <a:cubicBezTo>
                    <a:pt x="6753" y="368"/>
                    <a:pt x="3279" y="2553"/>
                    <a:pt x="1302" y="9014"/>
                  </a:cubicBezTo>
                  <a:cubicBezTo>
                    <a:pt x="1257" y="9156"/>
                    <a:pt x="1220" y="9291"/>
                    <a:pt x="1176" y="9433"/>
                  </a:cubicBezTo>
                  <a:cubicBezTo>
                    <a:pt x="909" y="10336"/>
                    <a:pt x="224" y="12212"/>
                    <a:pt x="61" y="15384"/>
                  </a:cubicBezTo>
                  <a:cubicBezTo>
                    <a:pt x="-50" y="17589"/>
                    <a:pt x="-2" y="19698"/>
                    <a:pt x="139" y="21600"/>
                  </a:cubicBezTo>
                  <a:cubicBezTo>
                    <a:pt x="809" y="20181"/>
                    <a:pt x="1824" y="19266"/>
                    <a:pt x="2953" y="19266"/>
                  </a:cubicBezTo>
                  <a:lnTo>
                    <a:pt x="6490" y="14417"/>
                  </a:lnTo>
                  <a:cubicBezTo>
                    <a:pt x="7801" y="12618"/>
                    <a:pt x="9337" y="11722"/>
                    <a:pt x="10870" y="11722"/>
                  </a:cubicBezTo>
                  <a:cubicBezTo>
                    <a:pt x="12403" y="11722"/>
                    <a:pt x="13933" y="12618"/>
                    <a:pt x="15240" y="14404"/>
                  </a:cubicBezTo>
                  <a:lnTo>
                    <a:pt x="18776" y="19259"/>
                  </a:lnTo>
                  <a:cubicBezTo>
                    <a:pt x="19691" y="19259"/>
                    <a:pt x="20543" y="19840"/>
                    <a:pt x="21213" y="20897"/>
                  </a:cubicBezTo>
                  <a:cubicBezTo>
                    <a:pt x="21413" y="18402"/>
                    <a:pt x="21550" y="15874"/>
                    <a:pt x="21517" y="13953"/>
                  </a:cubicBezTo>
                  <a:cubicBezTo>
                    <a:pt x="21457" y="10736"/>
                    <a:pt x="20576" y="5629"/>
                    <a:pt x="19839" y="2882"/>
                  </a:cubicBezTo>
                  <a:cubicBezTo>
                    <a:pt x="19291" y="858"/>
                    <a:pt x="18202" y="129"/>
                    <a:pt x="1678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805" name="Google Shape;1670;p43"/>
          <p:cNvGrpSpPr/>
          <p:nvPr/>
        </p:nvGrpSpPr>
        <p:grpSpPr>
          <a:xfrm>
            <a:off x="4200583" y="2470593"/>
            <a:ext cx="749777" cy="717481"/>
            <a:chOff x="0" y="0"/>
            <a:chExt cx="749776" cy="717479"/>
          </a:xfrm>
        </p:grpSpPr>
        <p:sp>
          <p:nvSpPr>
            <p:cNvPr id="1803" name="Google Shape;1671;p43"/>
            <p:cNvSpPr/>
            <p:nvPr/>
          </p:nvSpPr>
          <p:spPr>
            <a:xfrm>
              <a:off x="-1" y="35292"/>
              <a:ext cx="710702" cy="6821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04" name="Google Shape;1672;p43"/>
            <p:cNvSpPr/>
            <p:nvPr/>
          </p:nvSpPr>
          <p:spPr>
            <a:xfrm>
              <a:off x="39054" y="0"/>
              <a:ext cx="710723" cy="68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808" name="Google Shape;1673;p43"/>
          <p:cNvGrpSpPr/>
          <p:nvPr/>
        </p:nvGrpSpPr>
        <p:grpSpPr>
          <a:xfrm>
            <a:off x="7083558" y="1780394"/>
            <a:ext cx="749776" cy="717479"/>
            <a:chOff x="0" y="0"/>
            <a:chExt cx="749775" cy="717478"/>
          </a:xfrm>
        </p:grpSpPr>
        <p:sp>
          <p:nvSpPr>
            <p:cNvPr id="1806" name="Google Shape;1674;p43"/>
            <p:cNvSpPr/>
            <p:nvPr/>
          </p:nvSpPr>
          <p:spPr>
            <a:xfrm>
              <a:off x="0" y="35292"/>
              <a:ext cx="710700" cy="6821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07" name="Google Shape;1675;p43"/>
            <p:cNvSpPr/>
            <p:nvPr/>
          </p:nvSpPr>
          <p:spPr>
            <a:xfrm>
              <a:off x="39054" y="-1"/>
              <a:ext cx="710722" cy="68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814" name="Google Shape;1689;p43"/>
          <p:cNvGrpSpPr/>
          <p:nvPr/>
        </p:nvGrpSpPr>
        <p:grpSpPr>
          <a:xfrm>
            <a:off x="4366400" y="2620347"/>
            <a:ext cx="418126" cy="417970"/>
            <a:chOff x="0" y="0"/>
            <a:chExt cx="418124" cy="417968"/>
          </a:xfrm>
        </p:grpSpPr>
        <p:sp>
          <p:nvSpPr>
            <p:cNvPr id="1809" name="Google Shape;1690;p43"/>
            <p:cNvSpPr/>
            <p:nvPr/>
          </p:nvSpPr>
          <p:spPr>
            <a:xfrm>
              <a:off x="361783" y="105860"/>
              <a:ext cx="56342" cy="3093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6959" y="592"/>
                    <a:pt x="10446" y="1160"/>
                    <a:pt x="1403" y="1658"/>
                  </a:cubicBezTo>
                  <a:cubicBezTo>
                    <a:pt x="564" y="1704"/>
                    <a:pt x="0" y="1842"/>
                    <a:pt x="0" y="1999"/>
                  </a:cubicBezTo>
                  <a:lnTo>
                    <a:pt x="0" y="21098"/>
                  </a:lnTo>
                  <a:cubicBezTo>
                    <a:pt x="0" y="21384"/>
                    <a:pt x="1283" y="21600"/>
                    <a:pt x="2734" y="21600"/>
                  </a:cubicBezTo>
                  <a:cubicBezTo>
                    <a:pt x="3058" y="21600"/>
                    <a:pt x="3382" y="21589"/>
                    <a:pt x="3706" y="21565"/>
                  </a:cubicBezTo>
                  <a:cubicBezTo>
                    <a:pt x="15076" y="20779"/>
                    <a:pt x="21600" y="19630"/>
                    <a:pt x="21600" y="18725"/>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10" name="Google Shape;1691;p43"/>
            <p:cNvSpPr/>
            <p:nvPr/>
          </p:nvSpPr>
          <p:spPr>
            <a:xfrm>
              <a:off x="185474" y="57716"/>
              <a:ext cx="46207" cy="46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7" y="0"/>
                  </a:moveTo>
                  <a:cubicBezTo>
                    <a:pt x="4841" y="0"/>
                    <a:pt x="0" y="4860"/>
                    <a:pt x="0" y="10800"/>
                  </a:cubicBezTo>
                  <a:cubicBezTo>
                    <a:pt x="0" y="16755"/>
                    <a:pt x="4841" y="21600"/>
                    <a:pt x="10807" y="21600"/>
                  </a:cubicBezTo>
                  <a:cubicBezTo>
                    <a:pt x="16774" y="21600"/>
                    <a:pt x="21600" y="16755"/>
                    <a:pt x="21600" y="10800"/>
                  </a:cubicBezTo>
                  <a:cubicBezTo>
                    <a:pt x="21600" y="4860"/>
                    <a:pt x="16774" y="0"/>
                    <a:pt x="1080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11" name="Google Shape;1692;p43"/>
            <p:cNvSpPr/>
            <p:nvPr/>
          </p:nvSpPr>
          <p:spPr>
            <a:xfrm>
              <a:off x="-1" y="-1"/>
              <a:ext cx="418095" cy="298813"/>
            </a:xfrm>
            <a:custGeom>
              <a:avLst/>
              <a:gdLst/>
              <a:ahLst/>
              <a:cxnLst>
                <a:cxn ang="0">
                  <a:pos x="wd2" y="hd2"/>
                </a:cxn>
                <a:cxn ang="5400000">
                  <a:pos x="wd2" y="hd2"/>
                </a:cxn>
                <a:cxn ang="10800000">
                  <a:pos x="wd2" y="hd2"/>
                </a:cxn>
                <a:cxn ang="16200000">
                  <a:pos x="wd2" y="hd2"/>
                </a:cxn>
              </a:cxnLst>
              <a:rect l="0" t="0" r="r" b="b"/>
              <a:pathLst>
                <a:path w="21598" h="21600" fill="norm" stroke="1" extrusionOk="0">
                  <a:moveTo>
                    <a:pt x="10776" y="2169"/>
                  </a:moveTo>
                  <a:cubicBezTo>
                    <a:pt x="12224" y="2169"/>
                    <a:pt x="13402" y="3822"/>
                    <a:pt x="13402" y="5850"/>
                  </a:cubicBezTo>
                  <a:cubicBezTo>
                    <a:pt x="13402" y="7876"/>
                    <a:pt x="12224" y="9529"/>
                    <a:pt x="10776" y="9529"/>
                  </a:cubicBezTo>
                  <a:cubicBezTo>
                    <a:pt x="9326" y="9529"/>
                    <a:pt x="8148" y="7881"/>
                    <a:pt x="8148" y="5850"/>
                  </a:cubicBezTo>
                  <a:cubicBezTo>
                    <a:pt x="8148" y="3822"/>
                    <a:pt x="9326" y="2169"/>
                    <a:pt x="10776" y="2169"/>
                  </a:cubicBezTo>
                  <a:close/>
                  <a:moveTo>
                    <a:pt x="10824" y="0"/>
                  </a:moveTo>
                  <a:cubicBezTo>
                    <a:pt x="7818" y="0"/>
                    <a:pt x="5002" y="545"/>
                    <a:pt x="2893" y="1538"/>
                  </a:cubicBezTo>
                  <a:cubicBezTo>
                    <a:pt x="1925" y="1992"/>
                    <a:pt x="1146" y="2533"/>
                    <a:pt x="637" y="3096"/>
                  </a:cubicBezTo>
                  <a:cubicBezTo>
                    <a:pt x="346" y="3419"/>
                    <a:pt x="0" y="3914"/>
                    <a:pt x="0" y="4423"/>
                  </a:cubicBezTo>
                  <a:cubicBezTo>
                    <a:pt x="0" y="5334"/>
                    <a:pt x="1002" y="6678"/>
                    <a:pt x="3806" y="7697"/>
                  </a:cubicBezTo>
                  <a:cubicBezTo>
                    <a:pt x="4102" y="7804"/>
                    <a:pt x="4350" y="8199"/>
                    <a:pt x="4344" y="8668"/>
                  </a:cubicBezTo>
                  <a:lnTo>
                    <a:pt x="4344" y="21595"/>
                  </a:lnTo>
                  <a:cubicBezTo>
                    <a:pt x="5060" y="21381"/>
                    <a:pt x="5831" y="21195"/>
                    <a:pt x="6632" y="21048"/>
                  </a:cubicBezTo>
                  <a:cubicBezTo>
                    <a:pt x="6571" y="20802"/>
                    <a:pt x="6530" y="20539"/>
                    <a:pt x="6513" y="20270"/>
                  </a:cubicBezTo>
                  <a:cubicBezTo>
                    <a:pt x="6513" y="20261"/>
                    <a:pt x="6509" y="20250"/>
                    <a:pt x="6509" y="20243"/>
                  </a:cubicBezTo>
                  <a:lnTo>
                    <a:pt x="6235" y="13771"/>
                  </a:lnTo>
                  <a:cubicBezTo>
                    <a:pt x="6191" y="13025"/>
                    <a:pt x="6372" y="12283"/>
                    <a:pt x="6732" y="11732"/>
                  </a:cubicBezTo>
                  <a:cubicBezTo>
                    <a:pt x="7094" y="11175"/>
                    <a:pt x="7610" y="10861"/>
                    <a:pt x="8150" y="10861"/>
                  </a:cubicBezTo>
                  <a:lnTo>
                    <a:pt x="13454" y="10861"/>
                  </a:lnTo>
                  <a:cubicBezTo>
                    <a:pt x="13977" y="10861"/>
                    <a:pt x="14486" y="11164"/>
                    <a:pt x="14847" y="11698"/>
                  </a:cubicBezTo>
                  <a:cubicBezTo>
                    <a:pt x="15204" y="12229"/>
                    <a:pt x="15398" y="12951"/>
                    <a:pt x="15373" y="13679"/>
                  </a:cubicBezTo>
                  <a:lnTo>
                    <a:pt x="15217" y="20139"/>
                  </a:lnTo>
                  <a:lnTo>
                    <a:pt x="15217" y="20155"/>
                  </a:lnTo>
                  <a:cubicBezTo>
                    <a:pt x="15202" y="20478"/>
                    <a:pt x="15158" y="20784"/>
                    <a:pt x="15084" y="21073"/>
                  </a:cubicBezTo>
                  <a:cubicBezTo>
                    <a:pt x="15837" y="21218"/>
                    <a:pt x="16569" y="21394"/>
                    <a:pt x="17254" y="21600"/>
                  </a:cubicBezTo>
                  <a:lnTo>
                    <a:pt x="17254" y="8686"/>
                  </a:lnTo>
                  <a:cubicBezTo>
                    <a:pt x="17254" y="8263"/>
                    <a:pt x="17468" y="7822"/>
                    <a:pt x="17794" y="7713"/>
                  </a:cubicBezTo>
                  <a:cubicBezTo>
                    <a:pt x="20598" y="6705"/>
                    <a:pt x="21598" y="5355"/>
                    <a:pt x="21598" y="4425"/>
                  </a:cubicBezTo>
                  <a:cubicBezTo>
                    <a:pt x="21600" y="3684"/>
                    <a:pt x="20845" y="2537"/>
                    <a:pt x="18732" y="1538"/>
                  </a:cubicBezTo>
                  <a:cubicBezTo>
                    <a:pt x="16637" y="545"/>
                    <a:pt x="13828" y="0"/>
                    <a:pt x="108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12" name="Google Shape;1693;p43"/>
            <p:cNvSpPr/>
            <p:nvPr/>
          </p:nvSpPr>
          <p:spPr>
            <a:xfrm>
              <a:off x="31" y="105579"/>
              <a:ext cx="56373" cy="3096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8798"/>
                  </a:lnTo>
                  <a:cubicBezTo>
                    <a:pt x="0" y="19701"/>
                    <a:pt x="6521" y="20792"/>
                    <a:pt x="17884" y="21567"/>
                  </a:cubicBezTo>
                  <a:cubicBezTo>
                    <a:pt x="18208" y="21589"/>
                    <a:pt x="18531" y="21600"/>
                    <a:pt x="18855" y="21600"/>
                  </a:cubicBezTo>
                  <a:cubicBezTo>
                    <a:pt x="20305" y="21600"/>
                    <a:pt x="21600" y="21384"/>
                    <a:pt x="21600" y="21098"/>
                  </a:cubicBezTo>
                  <a:lnTo>
                    <a:pt x="21600" y="2001"/>
                  </a:lnTo>
                  <a:cubicBezTo>
                    <a:pt x="21600" y="1844"/>
                    <a:pt x="21025" y="1705"/>
                    <a:pt x="20198" y="1659"/>
                  </a:cubicBezTo>
                  <a:cubicBezTo>
                    <a:pt x="11160" y="1159"/>
                    <a:pt x="4651" y="591"/>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13" name="Google Shape;1694;p43"/>
            <p:cNvSpPr/>
            <p:nvPr/>
          </p:nvSpPr>
          <p:spPr>
            <a:xfrm>
              <a:off x="148363" y="178028"/>
              <a:ext cx="121554" cy="239940"/>
            </a:xfrm>
            <a:custGeom>
              <a:avLst/>
              <a:gdLst/>
              <a:ahLst/>
              <a:cxnLst>
                <a:cxn ang="0">
                  <a:pos x="wd2" y="hd2"/>
                </a:cxn>
                <a:cxn ang="5400000">
                  <a:pos x="wd2" y="hd2"/>
                </a:cxn>
                <a:cxn ang="10800000">
                  <a:pos x="wd2" y="hd2"/>
                </a:cxn>
                <a:cxn ang="16200000">
                  <a:pos x="wd2" y="hd2"/>
                </a:cxn>
              </a:cxnLst>
              <a:rect l="0" t="0" r="r" b="b"/>
              <a:pathLst>
                <a:path w="21531" h="21600" fill="norm" stroke="1" extrusionOk="0">
                  <a:moveTo>
                    <a:pt x="1681" y="0"/>
                  </a:moveTo>
                  <a:cubicBezTo>
                    <a:pt x="1038" y="0"/>
                    <a:pt x="634" y="175"/>
                    <a:pt x="440" y="279"/>
                  </a:cubicBezTo>
                  <a:cubicBezTo>
                    <a:pt x="257" y="383"/>
                    <a:pt x="-48" y="600"/>
                    <a:pt x="7" y="927"/>
                  </a:cubicBezTo>
                  <a:cubicBezTo>
                    <a:pt x="7" y="941"/>
                    <a:pt x="13" y="955"/>
                    <a:pt x="13" y="963"/>
                  </a:cubicBezTo>
                  <a:lnTo>
                    <a:pt x="966" y="9017"/>
                  </a:lnTo>
                  <a:cubicBezTo>
                    <a:pt x="1055" y="9482"/>
                    <a:pt x="1576" y="9871"/>
                    <a:pt x="2329" y="10088"/>
                  </a:cubicBezTo>
                  <a:cubicBezTo>
                    <a:pt x="2346" y="10090"/>
                    <a:pt x="2362" y="10099"/>
                    <a:pt x="2385" y="10102"/>
                  </a:cubicBezTo>
                  <a:cubicBezTo>
                    <a:pt x="2773" y="10211"/>
                    <a:pt x="3216" y="10273"/>
                    <a:pt x="3692" y="10273"/>
                  </a:cubicBezTo>
                  <a:lnTo>
                    <a:pt x="4152" y="10273"/>
                  </a:lnTo>
                  <a:cubicBezTo>
                    <a:pt x="5510" y="10273"/>
                    <a:pt x="6607" y="10834"/>
                    <a:pt x="6607" y="11521"/>
                  </a:cubicBezTo>
                  <a:lnTo>
                    <a:pt x="6607" y="19260"/>
                  </a:lnTo>
                  <a:cubicBezTo>
                    <a:pt x="6607" y="20550"/>
                    <a:pt x="8674" y="21600"/>
                    <a:pt x="11206" y="21600"/>
                  </a:cubicBezTo>
                  <a:cubicBezTo>
                    <a:pt x="13733" y="21597"/>
                    <a:pt x="15800" y="20547"/>
                    <a:pt x="15800" y="19260"/>
                  </a:cubicBezTo>
                  <a:lnTo>
                    <a:pt x="15800" y="11524"/>
                  </a:lnTo>
                  <a:cubicBezTo>
                    <a:pt x="15800" y="10834"/>
                    <a:pt x="16897" y="10273"/>
                    <a:pt x="18255" y="10273"/>
                  </a:cubicBezTo>
                  <a:cubicBezTo>
                    <a:pt x="19712" y="10273"/>
                    <a:pt x="20915" y="9696"/>
                    <a:pt x="20987" y="8955"/>
                  </a:cubicBezTo>
                  <a:lnTo>
                    <a:pt x="21530" y="912"/>
                  </a:lnTo>
                  <a:lnTo>
                    <a:pt x="21530" y="893"/>
                  </a:lnTo>
                  <a:cubicBezTo>
                    <a:pt x="21552" y="656"/>
                    <a:pt x="21386" y="434"/>
                    <a:pt x="21075" y="262"/>
                  </a:cubicBezTo>
                  <a:cubicBezTo>
                    <a:pt x="20754" y="93"/>
                    <a:pt x="20327" y="0"/>
                    <a:pt x="1986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815" name="Google Shape;1809;p44"/>
          <p:cNvSpPr/>
          <p:nvPr/>
        </p:nvSpPr>
        <p:spPr>
          <a:xfrm rot="10800000">
            <a:off x="7184298" y="1846985"/>
            <a:ext cx="548303" cy="548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7" name="Google Shape;1699;p44"/>
          <p:cNvSpPr txBox="1"/>
          <p:nvPr>
            <p:ph type="title"/>
          </p:nvPr>
        </p:nvSpPr>
        <p:spPr>
          <a:xfrm>
            <a:off x="697812" y="805399"/>
            <a:ext cx="3520202" cy="1541403"/>
          </a:xfrm>
          <a:prstGeom prst="rect">
            <a:avLst/>
          </a:prstGeom>
        </p:spPr>
        <p:txBody>
          <a:bodyPr/>
          <a:lstStyle>
            <a:lvl1pPr defTabSz="905255">
              <a:defRPr sz="4400"/>
            </a:lvl1pPr>
          </a:lstStyle>
          <a:p>
            <a:pPr/>
            <a:r>
              <a:t>About the project</a:t>
            </a:r>
          </a:p>
        </p:txBody>
      </p:sp>
      <p:grpSp>
        <p:nvGrpSpPr>
          <p:cNvPr id="1927" name="Google Shape;1700;p44"/>
          <p:cNvGrpSpPr/>
          <p:nvPr/>
        </p:nvGrpSpPr>
        <p:grpSpPr>
          <a:xfrm>
            <a:off x="4689083" y="179771"/>
            <a:ext cx="4137882" cy="4963711"/>
            <a:chOff x="0" y="8886"/>
            <a:chExt cx="4137880" cy="4963709"/>
          </a:xfrm>
        </p:grpSpPr>
        <p:grpSp>
          <p:nvGrpSpPr>
            <p:cNvPr id="1891" name="Google Shape;1701;p44"/>
            <p:cNvGrpSpPr/>
            <p:nvPr/>
          </p:nvGrpSpPr>
          <p:grpSpPr>
            <a:xfrm>
              <a:off x="624012" y="1667459"/>
              <a:ext cx="3408657" cy="3305137"/>
              <a:chOff x="0" y="0"/>
              <a:chExt cx="3408655" cy="3305136"/>
            </a:xfrm>
          </p:grpSpPr>
          <p:sp>
            <p:nvSpPr>
              <p:cNvPr id="1818" name="Google Shape;1702;p44"/>
              <p:cNvSpPr/>
              <p:nvPr/>
            </p:nvSpPr>
            <p:spPr>
              <a:xfrm>
                <a:off x="549472" y="1545992"/>
                <a:ext cx="1231587" cy="637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010"/>
                    </a:moveTo>
                    <a:lnTo>
                      <a:pt x="19077" y="18511"/>
                    </a:lnTo>
                    <a:lnTo>
                      <a:pt x="5608" y="21118"/>
                    </a:lnTo>
                    <a:lnTo>
                      <a:pt x="3136" y="21600"/>
                    </a:lnTo>
                    <a:cubicBezTo>
                      <a:pt x="2617" y="20537"/>
                      <a:pt x="2181" y="19474"/>
                      <a:pt x="1817" y="18431"/>
                    </a:cubicBezTo>
                    <a:cubicBezTo>
                      <a:pt x="1797" y="18351"/>
                      <a:pt x="1755" y="18271"/>
                      <a:pt x="1734" y="18191"/>
                    </a:cubicBezTo>
                    <a:cubicBezTo>
                      <a:pt x="364" y="14279"/>
                      <a:pt x="0" y="10950"/>
                      <a:pt x="0" y="10950"/>
                    </a:cubicBezTo>
                    <a:lnTo>
                      <a:pt x="13946" y="0"/>
                    </a:lnTo>
                    <a:cubicBezTo>
                      <a:pt x="15037" y="702"/>
                      <a:pt x="16169" y="2607"/>
                      <a:pt x="17207" y="4914"/>
                    </a:cubicBezTo>
                    <a:cubicBezTo>
                      <a:pt x="18370" y="7521"/>
                      <a:pt x="19440" y="10650"/>
                      <a:pt x="20229" y="13177"/>
                    </a:cubicBezTo>
                    <a:cubicBezTo>
                      <a:pt x="21070" y="15924"/>
                      <a:pt x="21600" y="18010"/>
                      <a:pt x="21600" y="1801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19" name="Google Shape;1703;p44"/>
              <p:cNvSpPr/>
              <p:nvPr/>
            </p:nvSpPr>
            <p:spPr>
              <a:xfrm flipV="1">
                <a:off x="549472" y="1545992"/>
                <a:ext cx="794611" cy="322688"/>
              </a:xfrm>
              <a:prstGeom prst="line">
                <a:avLst/>
              </a:prstGeom>
              <a:noFill/>
              <a:ln w="9875" cap="flat">
                <a:solidFill>
                  <a:srgbClr val="FFFFFF"/>
                </a:solidFill>
                <a:prstDash val="solid"/>
                <a:miter lim="30395"/>
              </a:ln>
              <a:effectLst/>
            </p:spPr>
            <p:txBody>
              <a:bodyPr wrap="square" lIns="45718" tIns="45718" rIns="45718" bIns="45718" numCol="1" anchor="t">
                <a:noAutofit/>
              </a:bodyPr>
              <a:lstStyle/>
              <a:p>
                <a:pPr>
                  <a:lnSpc>
                    <a:spcPct val="100000"/>
                  </a:lnSpc>
                  <a:defRPr b="0" sz="1400">
                    <a:solidFill>
                      <a:srgbClr val="FFFFFF"/>
                    </a:solidFill>
                    <a:latin typeface="+mn-lt"/>
                    <a:ea typeface="+mn-ea"/>
                    <a:cs typeface="+mn-cs"/>
                    <a:sym typeface="Arial"/>
                  </a:defRPr>
                </a:pPr>
              </a:p>
            </p:txBody>
          </p:sp>
          <p:sp>
            <p:nvSpPr>
              <p:cNvPr id="1820" name="Google Shape;1704;p44"/>
              <p:cNvSpPr/>
              <p:nvPr/>
            </p:nvSpPr>
            <p:spPr>
              <a:xfrm>
                <a:off x="869217" y="1659073"/>
                <a:ext cx="833085" cy="5098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04" y="0"/>
                    </a:moveTo>
                    <a:cubicBezTo>
                      <a:pt x="12804" y="402"/>
                      <a:pt x="7246" y="16532"/>
                      <a:pt x="0" y="21600"/>
                    </a:cubicBezTo>
                    <a:lnTo>
                      <a:pt x="19912" y="18338"/>
                    </a:lnTo>
                    <a:lnTo>
                      <a:pt x="20925" y="16708"/>
                    </a:lnTo>
                    <a:lnTo>
                      <a:pt x="21600" y="11691"/>
                    </a:lnTo>
                    <a:cubicBezTo>
                      <a:pt x="20449" y="8530"/>
                      <a:pt x="18868" y="4591"/>
                      <a:pt x="17117" y="1355"/>
                    </a:cubicBezTo>
                    <a:lnTo>
                      <a:pt x="12804" y="0"/>
                    </a:lnTo>
                    <a:close/>
                  </a:path>
                </a:pathLst>
              </a:custGeom>
              <a:solidFill>
                <a:srgbClr val="0D092A">
                  <a:alpha val="1963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1" name="Google Shape;1705;p44"/>
              <p:cNvSpPr/>
              <p:nvPr/>
            </p:nvSpPr>
            <p:spPr>
              <a:xfrm>
                <a:off x="1337580" y="326441"/>
                <a:ext cx="1150311" cy="1553683"/>
              </a:xfrm>
              <a:custGeom>
                <a:avLst/>
                <a:gdLst/>
                <a:ahLst/>
                <a:cxnLst>
                  <a:cxn ang="0">
                    <a:pos x="wd2" y="hd2"/>
                  </a:cxn>
                  <a:cxn ang="5400000">
                    <a:pos x="wd2" y="hd2"/>
                  </a:cxn>
                  <a:cxn ang="10800000">
                    <a:pos x="wd2" y="hd2"/>
                  </a:cxn>
                  <a:cxn ang="16200000">
                    <a:pos x="wd2" y="hd2"/>
                  </a:cxn>
                </a:cxnLst>
                <a:rect l="0" t="0" r="r" b="b"/>
                <a:pathLst>
                  <a:path w="18971" h="20198" fill="norm" stroke="1" extrusionOk="0">
                    <a:moveTo>
                      <a:pt x="2666" y="8881"/>
                    </a:moveTo>
                    <a:cubicBezTo>
                      <a:pt x="2666" y="8881"/>
                      <a:pt x="-898" y="3862"/>
                      <a:pt x="4521" y="2138"/>
                    </a:cubicBezTo>
                    <a:cubicBezTo>
                      <a:pt x="4521" y="2138"/>
                      <a:pt x="4726" y="359"/>
                      <a:pt x="8847" y="28"/>
                    </a:cubicBezTo>
                    <a:cubicBezTo>
                      <a:pt x="12958" y="-295"/>
                      <a:pt x="17948" y="2184"/>
                      <a:pt x="18837" y="6725"/>
                    </a:cubicBezTo>
                    <a:cubicBezTo>
                      <a:pt x="19735" y="11267"/>
                      <a:pt x="15829" y="13800"/>
                      <a:pt x="15829" y="13800"/>
                    </a:cubicBezTo>
                    <a:cubicBezTo>
                      <a:pt x="15829" y="13800"/>
                      <a:pt x="19393" y="16555"/>
                      <a:pt x="15829" y="18926"/>
                    </a:cubicBezTo>
                    <a:cubicBezTo>
                      <a:pt x="12265" y="21305"/>
                      <a:pt x="4658" y="19958"/>
                      <a:pt x="1719" y="18064"/>
                    </a:cubicBezTo>
                    <a:cubicBezTo>
                      <a:pt x="-1230" y="16178"/>
                      <a:pt x="752" y="13530"/>
                      <a:pt x="752" y="13530"/>
                    </a:cubicBezTo>
                    <a:cubicBezTo>
                      <a:pt x="752" y="13530"/>
                      <a:pt x="-1865" y="10228"/>
                      <a:pt x="2666" y="8881"/>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2" name="Google Shape;1706;p44"/>
              <p:cNvSpPr/>
              <p:nvPr/>
            </p:nvSpPr>
            <p:spPr>
              <a:xfrm>
                <a:off x="1611133" y="326436"/>
                <a:ext cx="868031" cy="517322"/>
              </a:xfrm>
              <a:custGeom>
                <a:avLst/>
                <a:gdLst/>
                <a:ahLst/>
                <a:cxnLst>
                  <a:cxn ang="0">
                    <a:pos x="wd2" y="hd2"/>
                  </a:cxn>
                  <a:cxn ang="5400000">
                    <a:pos x="wd2" y="hd2"/>
                  </a:cxn>
                  <a:cxn ang="10800000">
                    <a:pos x="wd2" y="hd2"/>
                  </a:cxn>
                  <a:cxn ang="16200000">
                    <a:pos x="wd2" y="hd2"/>
                  </a:cxn>
                </a:cxnLst>
                <a:rect l="0" t="0" r="r" b="b"/>
                <a:pathLst>
                  <a:path w="21600" h="20692" fill="norm" stroke="1" extrusionOk="0">
                    <a:moveTo>
                      <a:pt x="0" y="6576"/>
                    </a:moveTo>
                    <a:cubicBezTo>
                      <a:pt x="0" y="6576"/>
                      <a:pt x="309" y="1105"/>
                      <a:pt x="6512" y="86"/>
                    </a:cubicBezTo>
                    <a:cubicBezTo>
                      <a:pt x="12730" y="-908"/>
                      <a:pt x="20259" y="6718"/>
                      <a:pt x="21600" y="20692"/>
                    </a:cubicBezTo>
                  </a:path>
                </a:pathLst>
              </a:custGeom>
              <a:noFill/>
              <a:ln w="9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3" name="Google Shape;1707;p44"/>
              <p:cNvSpPr/>
              <p:nvPr/>
            </p:nvSpPr>
            <p:spPr>
              <a:xfrm>
                <a:off x="1467712" y="884606"/>
                <a:ext cx="799672" cy="893784"/>
              </a:xfrm>
              <a:custGeom>
                <a:avLst/>
                <a:gdLst/>
                <a:ahLst/>
                <a:cxnLst>
                  <a:cxn ang="0">
                    <a:pos x="wd2" y="hd2"/>
                  </a:cxn>
                  <a:cxn ang="5400000">
                    <a:pos x="wd2" y="hd2"/>
                  </a:cxn>
                  <a:cxn ang="10800000">
                    <a:pos x="wd2" y="hd2"/>
                  </a:cxn>
                  <a:cxn ang="16200000">
                    <a:pos x="wd2" y="hd2"/>
                  </a:cxn>
                </a:cxnLst>
                <a:rect l="0" t="0" r="r" b="b"/>
                <a:pathLst>
                  <a:path w="20486" h="21600" fill="norm" stroke="1" extrusionOk="0">
                    <a:moveTo>
                      <a:pt x="9923" y="0"/>
                    </a:moveTo>
                    <a:cubicBezTo>
                      <a:pt x="9923" y="0"/>
                      <a:pt x="807" y="2561"/>
                      <a:pt x="94" y="5538"/>
                    </a:cubicBezTo>
                    <a:cubicBezTo>
                      <a:pt x="-634" y="8529"/>
                      <a:pt x="3128" y="12006"/>
                      <a:pt x="3128" y="12006"/>
                    </a:cubicBezTo>
                    <a:cubicBezTo>
                      <a:pt x="3128" y="12006"/>
                      <a:pt x="2324" y="13894"/>
                      <a:pt x="3022" y="17200"/>
                    </a:cubicBezTo>
                    <a:cubicBezTo>
                      <a:pt x="3531" y="19571"/>
                      <a:pt x="5821" y="21600"/>
                      <a:pt x="9277" y="21600"/>
                    </a:cubicBezTo>
                    <a:cubicBezTo>
                      <a:pt x="10659" y="21600"/>
                      <a:pt x="12227" y="21276"/>
                      <a:pt x="13943" y="20520"/>
                    </a:cubicBezTo>
                    <a:cubicBezTo>
                      <a:pt x="19965" y="17872"/>
                      <a:pt x="17765" y="11619"/>
                      <a:pt x="17765" y="11619"/>
                    </a:cubicBezTo>
                    <a:cubicBezTo>
                      <a:pt x="17765" y="11619"/>
                      <a:pt x="19555" y="10703"/>
                      <a:pt x="20268" y="9172"/>
                    </a:cubicBezTo>
                    <a:cubicBezTo>
                      <a:pt x="20966" y="7656"/>
                      <a:pt x="19767" y="4164"/>
                      <a:pt x="19767" y="4164"/>
                    </a:cubicBezTo>
                    <a:lnTo>
                      <a:pt x="9923" y="0"/>
                    </a:ln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4" name="Google Shape;1708;p44"/>
              <p:cNvSpPr/>
              <p:nvPr/>
            </p:nvSpPr>
            <p:spPr>
              <a:xfrm>
                <a:off x="2660402" y="428880"/>
                <a:ext cx="89990" cy="180234"/>
              </a:xfrm>
              <a:custGeom>
                <a:avLst/>
                <a:gdLst/>
                <a:ahLst/>
                <a:cxnLst>
                  <a:cxn ang="0">
                    <a:pos x="wd2" y="hd2"/>
                  </a:cxn>
                  <a:cxn ang="5400000">
                    <a:pos x="wd2" y="hd2"/>
                  </a:cxn>
                  <a:cxn ang="10800000">
                    <a:pos x="wd2" y="hd2"/>
                  </a:cxn>
                  <a:cxn ang="16200000">
                    <a:pos x="wd2" y="hd2"/>
                  </a:cxn>
                </a:cxnLst>
                <a:rect l="0" t="0" r="r" b="b"/>
                <a:pathLst>
                  <a:path w="17555" h="19925" fill="norm" stroke="1" extrusionOk="0">
                    <a:moveTo>
                      <a:pt x="3222" y="10452"/>
                    </a:moveTo>
                    <a:cubicBezTo>
                      <a:pt x="3222" y="10452"/>
                      <a:pt x="-3709" y="1026"/>
                      <a:pt x="2759" y="44"/>
                    </a:cubicBezTo>
                    <a:cubicBezTo>
                      <a:pt x="9227" y="-938"/>
                      <a:pt x="17891" y="14772"/>
                      <a:pt x="17545" y="17718"/>
                    </a:cubicBezTo>
                    <a:cubicBezTo>
                      <a:pt x="17082" y="20662"/>
                      <a:pt x="10382" y="19811"/>
                      <a:pt x="8421" y="19811"/>
                    </a:cubicBezTo>
                    <a:cubicBezTo>
                      <a:pt x="6342" y="19811"/>
                      <a:pt x="3222" y="10452"/>
                      <a:pt x="3222" y="10452"/>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5" name="Google Shape;1709;p44"/>
              <p:cNvSpPr/>
              <p:nvPr/>
            </p:nvSpPr>
            <p:spPr>
              <a:xfrm>
                <a:off x="2457445" y="424810"/>
                <a:ext cx="432047" cy="510730"/>
              </a:xfrm>
              <a:custGeom>
                <a:avLst/>
                <a:gdLst/>
                <a:ahLst/>
                <a:cxnLst>
                  <a:cxn ang="0">
                    <a:pos x="wd2" y="hd2"/>
                  </a:cxn>
                  <a:cxn ang="5400000">
                    <a:pos x="wd2" y="hd2"/>
                  </a:cxn>
                  <a:cxn ang="10800000">
                    <a:pos x="wd2" y="hd2"/>
                  </a:cxn>
                  <a:cxn ang="16200000">
                    <a:pos x="wd2" y="hd2"/>
                  </a:cxn>
                </a:cxnLst>
                <a:rect l="0" t="0" r="r" b="b"/>
                <a:pathLst>
                  <a:path w="21155" h="20840" fill="norm" stroke="1" extrusionOk="0">
                    <a:moveTo>
                      <a:pt x="20952" y="14026"/>
                    </a:moveTo>
                    <a:cubicBezTo>
                      <a:pt x="20952" y="14026"/>
                      <a:pt x="15095" y="5884"/>
                      <a:pt x="12747" y="4048"/>
                    </a:cubicBezTo>
                    <a:cubicBezTo>
                      <a:pt x="10340" y="2212"/>
                      <a:pt x="2773" y="-712"/>
                      <a:pt x="2483" y="158"/>
                    </a:cubicBezTo>
                    <a:cubicBezTo>
                      <a:pt x="2193" y="1028"/>
                      <a:pt x="8282" y="4289"/>
                      <a:pt x="8282" y="4289"/>
                    </a:cubicBezTo>
                    <a:cubicBezTo>
                      <a:pt x="8282" y="4289"/>
                      <a:pt x="454" y="1293"/>
                      <a:pt x="19" y="2309"/>
                    </a:cubicBezTo>
                    <a:cubicBezTo>
                      <a:pt x="-445" y="3420"/>
                      <a:pt x="7528" y="6319"/>
                      <a:pt x="7528" y="6319"/>
                    </a:cubicBezTo>
                    <a:cubicBezTo>
                      <a:pt x="7528" y="6319"/>
                      <a:pt x="1033" y="5449"/>
                      <a:pt x="744" y="6706"/>
                    </a:cubicBezTo>
                    <a:cubicBezTo>
                      <a:pt x="570" y="7503"/>
                      <a:pt x="7325" y="8324"/>
                      <a:pt x="7325" y="8324"/>
                    </a:cubicBezTo>
                    <a:cubicBezTo>
                      <a:pt x="7325" y="8324"/>
                      <a:pt x="1353" y="8566"/>
                      <a:pt x="2310" y="9702"/>
                    </a:cubicBezTo>
                    <a:cubicBezTo>
                      <a:pt x="2686" y="10209"/>
                      <a:pt x="8833" y="10184"/>
                      <a:pt x="8833" y="10184"/>
                    </a:cubicBezTo>
                    <a:cubicBezTo>
                      <a:pt x="8833" y="10184"/>
                      <a:pt x="10050" y="12383"/>
                      <a:pt x="12167" y="13084"/>
                    </a:cubicBezTo>
                    <a:cubicBezTo>
                      <a:pt x="12167" y="13084"/>
                      <a:pt x="15153" y="20888"/>
                      <a:pt x="15415" y="20840"/>
                    </a:cubicBezTo>
                    <a:cubicBezTo>
                      <a:pt x="15705" y="20840"/>
                      <a:pt x="21155" y="19535"/>
                      <a:pt x="21155" y="19535"/>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6" name="Google Shape;1710;p44"/>
              <p:cNvSpPr/>
              <p:nvPr/>
            </p:nvSpPr>
            <p:spPr>
              <a:xfrm>
                <a:off x="379518" y="697206"/>
                <a:ext cx="275743" cy="478236"/>
              </a:xfrm>
              <a:custGeom>
                <a:avLst/>
                <a:gdLst/>
                <a:ahLst/>
                <a:cxnLst>
                  <a:cxn ang="0">
                    <a:pos x="wd2" y="hd2"/>
                  </a:cxn>
                  <a:cxn ang="5400000">
                    <a:pos x="wd2" y="hd2"/>
                  </a:cxn>
                  <a:cxn ang="10800000">
                    <a:pos x="wd2" y="hd2"/>
                  </a:cxn>
                  <a:cxn ang="16200000">
                    <a:pos x="wd2" y="hd2"/>
                  </a:cxn>
                </a:cxnLst>
                <a:rect l="0" t="0" r="r" b="b"/>
                <a:pathLst>
                  <a:path w="20281" h="20744" fill="norm" stroke="1" extrusionOk="0">
                    <a:moveTo>
                      <a:pt x="17464" y="20046"/>
                    </a:moveTo>
                    <a:cubicBezTo>
                      <a:pt x="15635" y="21228"/>
                      <a:pt x="5923" y="20534"/>
                      <a:pt x="5923" y="20611"/>
                    </a:cubicBezTo>
                    <a:cubicBezTo>
                      <a:pt x="5923" y="20611"/>
                      <a:pt x="5662" y="20406"/>
                      <a:pt x="5227" y="19969"/>
                    </a:cubicBezTo>
                    <a:cubicBezTo>
                      <a:pt x="3659" y="18531"/>
                      <a:pt x="-43" y="14909"/>
                      <a:pt x="0" y="12855"/>
                    </a:cubicBezTo>
                    <a:cubicBezTo>
                      <a:pt x="44" y="10672"/>
                      <a:pt x="4530" y="8925"/>
                      <a:pt x="7796" y="8258"/>
                    </a:cubicBezTo>
                    <a:cubicBezTo>
                      <a:pt x="8361" y="8129"/>
                      <a:pt x="8929" y="8026"/>
                      <a:pt x="9407" y="8001"/>
                    </a:cubicBezTo>
                    <a:cubicBezTo>
                      <a:pt x="9407" y="8001"/>
                      <a:pt x="6969" y="-372"/>
                      <a:pt x="9625" y="13"/>
                    </a:cubicBezTo>
                    <a:cubicBezTo>
                      <a:pt x="11193" y="244"/>
                      <a:pt x="15286" y="10441"/>
                      <a:pt x="15721" y="12701"/>
                    </a:cubicBezTo>
                    <a:cubicBezTo>
                      <a:pt x="15721" y="12701"/>
                      <a:pt x="17246" y="8617"/>
                      <a:pt x="19424" y="8771"/>
                    </a:cubicBezTo>
                    <a:cubicBezTo>
                      <a:pt x="21557" y="8900"/>
                      <a:pt x="19249" y="18891"/>
                      <a:pt x="17464" y="20046"/>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7" name="Google Shape;1711;p44"/>
              <p:cNvSpPr/>
              <p:nvPr/>
            </p:nvSpPr>
            <p:spPr>
              <a:xfrm>
                <a:off x="379527" y="888151"/>
                <a:ext cx="177407" cy="270600"/>
              </a:xfrm>
              <a:custGeom>
                <a:avLst/>
                <a:gdLst/>
                <a:ahLst/>
                <a:cxnLst>
                  <a:cxn ang="0">
                    <a:pos x="wd2" y="hd2"/>
                  </a:cxn>
                  <a:cxn ang="5400000">
                    <a:pos x="wd2" y="hd2"/>
                  </a:cxn>
                  <a:cxn ang="10800000">
                    <a:pos x="wd2" y="hd2"/>
                  </a:cxn>
                  <a:cxn ang="16200000">
                    <a:pos x="wd2" y="hd2"/>
                  </a:cxn>
                </a:cxnLst>
                <a:rect l="0" t="0" r="r" b="b"/>
                <a:pathLst>
                  <a:path w="20035" h="21600" fill="norm" stroke="1" extrusionOk="0">
                    <a:moveTo>
                      <a:pt x="11971" y="0"/>
                    </a:moveTo>
                    <a:cubicBezTo>
                      <a:pt x="6958" y="1277"/>
                      <a:pt x="69" y="4443"/>
                      <a:pt x="1" y="8461"/>
                    </a:cubicBezTo>
                    <a:cubicBezTo>
                      <a:pt x="-65" y="12242"/>
                      <a:pt x="5620" y="18907"/>
                      <a:pt x="8027" y="21600"/>
                    </a:cubicBezTo>
                    <a:cubicBezTo>
                      <a:pt x="13712" y="21364"/>
                      <a:pt x="18391" y="18527"/>
                      <a:pt x="19729" y="14321"/>
                    </a:cubicBezTo>
                    <a:cubicBezTo>
                      <a:pt x="21535" y="8178"/>
                      <a:pt x="14781" y="378"/>
                      <a:pt x="14781" y="378"/>
                    </a:cubicBezTo>
                    <a:lnTo>
                      <a:pt x="11971" y="0"/>
                    </a:lnTo>
                    <a:close/>
                  </a:path>
                </a:pathLst>
              </a:custGeom>
              <a:solidFill>
                <a:srgbClr val="7E242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8" name="Google Shape;1712;p44"/>
              <p:cNvSpPr/>
              <p:nvPr/>
            </p:nvSpPr>
            <p:spPr>
              <a:xfrm>
                <a:off x="436371" y="1133296"/>
                <a:ext cx="456101" cy="1049245"/>
              </a:xfrm>
              <a:custGeom>
                <a:avLst/>
                <a:gdLst/>
                <a:ahLst/>
                <a:cxnLst>
                  <a:cxn ang="0">
                    <a:pos x="wd2" y="hd2"/>
                  </a:cxn>
                  <a:cxn ang="5400000">
                    <a:pos x="wd2" y="hd2"/>
                  </a:cxn>
                  <a:cxn ang="10800000">
                    <a:pos x="wd2" y="hd2"/>
                  </a:cxn>
                  <a:cxn ang="16200000">
                    <a:pos x="wd2" y="hd2"/>
                  </a:cxn>
                </a:cxnLst>
                <a:rect l="0" t="0" r="r" b="b"/>
                <a:pathLst>
                  <a:path w="19925" h="20425" fill="norm" stroke="1" extrusionOk="0">
                    <a:moveTo>
                      <a:pt x="9029" y="47"/>
                    </a:moveTo>
                    <a:cubicBezTo>
                      <a:pt x="9029" y="47"/>
                      <a:pt x="21600" y="13037"/>
                      <a:pt x="19737" y="17325"/>
                    </a:cubicBezTo>
                    <a:cubicBezTo>
                      <a:pt x="17978" y="21370"/>
                      <a:pt x="7864" y="21151"/>
                      <a:pt x="4605" y="18431"/>
                    </a:cubicBezTo>
                    <a:cubicBezTo>
                      <a:pt x="1320" y="15711"/>
                      <a:pt x="0" y="819"/>
                      <a:pt x="0" y="819"/>
                    </a:cubicBezTo>
                    <a:cubicBezTo>
                      <a:pt x="0" y="819"/>
                      <a:pt x="4630" y="-230"/>
                      <a:pt x="9029" y="47"/>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29" name="Google Shape;1713;p44"/>
              <p:cNvSpPr/>
              <p:nvPr/>
            </p:nvSpPr>
            <p:spPr>
              <a:xfrm>
                <a:off x="2362771" y="1331050"/>
                <a:ext cx="941622" cy="834876"/>
              </a:xfrm>
              <a:custGeom>
                <a:avLst/>
                <a:gdLst/>
                <a:ahLst/>
                <a:cxnLst>
                  <a:cxn ang="0">
                    <a:pos x="wd2" y="hd2"/>
                  </a:cxn>
                  <a:cxn ang="5400000">
                    <a:pos x="wd2" y="hd2"/>
                  </a:cxn>
                  <a:cxn ang="10800000">
                    <a:pos x="wd2" y="hd2"/>
                  </a:cxn>
                  <a:cxn ang="16200000">
                    <a:pos x="wd2" y="hd2"/>
                  </a:cxn>
                </a:cxnLst>
                <a:rect l="0" t="0" r="r" b="b"/>
                <a:pathLst>
                  <a:path w="20907" h="21600" fill="norm" stroke="1" extrusionOk="0">
                    <a:moveTo>
                      <a:pt x="20805" y="9283"/>
                    </a:moveTo>
                    <a:lnTo>
                      <a:pt x="19845" y="9881"/>
                    </a:lnTo>
                    <a:lnTo>
                      <a:pt x="13220" y="13956"/>
                    </a:lnTo>
                    <a:lnTo>
                      <a:pt x="848" y="21600"/>
                    </a:lnTo>
                    <a:cubicBezTo>
                      <a:pt x="848" y="21600"/>
                      <a:pt x="-637" y="14185"/>
                      <a:pt x="323" y="8916"/>
                    </a:cubicBezTo>
                    <a:cubicBezTo>
                      <a:pt x="533" y="7736"/>
                      <a:pt x="875" y="6664"/>
                      <a:pt x="1374" y="5806"/>
                    </a:cubicBezTo>
                    <a:lnTo>
                      <a:pt x="19740" y="0"/>
                    </a:lnTo>
                    <a:cubicBezTo>
                      <a:pt x="19740" y="0"/>
                      <a:pt x="20476" y="1854"/>
                      <a:pt x="20779" y="4780"/>
                    </a:cubicBezTo>
                    <a:cubicBezTo>
                      <a:pt x="20924" y="6112"/>
                      <a:pt x="20963" y="7614"/>
                      <a:pt x="20805" y="9283"/>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0" name="Google Shape;1714;p44"/>
              <p:cNvSpPr/>
              <p:nvPr/>
            </p:nvSpPr>
            <p:spPr>
              <a:xfrm flipV="1">
                <a:off x="2424676" y="1331653"/>
                <a:ext cx="827766" cy="224412"/>
              </a:xfrm>
              <a:prstGeom prst="line">
                <a:avLst/>
              </a:prstGeom>
              <a:noFill/>
              <a:ln w="9875" cap="flat">
                <a:solidFill>
                  <a:srgbClr val="FFFFFF"/>
                </a:solidFill>
                <a:prstDash val="solid"/>
                <a:miter lim="30395"/>
              </a:ln>
              <a:effectLst/>
            </p:spPr>
            <p:txBody>
              <a:bodyPr wrap="square" lIns="45718" tIns="45718" rIns="45718" bIns="45718" numCol="1" anchor="t">
                <a:noAutofit/>
              </a:bodyPr>
              <a:lstStyle/>
              <a:p>
                <a:pPr>
                  <a:lnSpc>
                    <a:spcPct val="100000"/>
                  </a:lnSpc>
                  <a:defRPr b="0" sz="1400">
                    <a:solidFill>
                      <a:srgbClr val="FFFFFF"/>
                    </a:solidFill>
                    <a:latin typeface="+mn-lt"/>
                    <a:ea typeface="+mn-ea"/>
                    <a:cs typeface="+mn-cs"/>
                    <a:sym typeface="Arial"/>
                  </a:defRPr>
                </a:pPr>
              </a:p>
            </p:txBody>
          </p:sp>
          <p:sp>
            <p:nvSpPr>
              <p:cNvPr id="1831" name="Google Shape;1715;p44"/>
              <p:cNvSpPr/>
              <p:nvPr/>
            </p:nvSpPr>
            <p:spPr>
              <a:xfrm>
                <a:off x="2362765" y="1676255"/>
                <a:ext cx="595413" cy="490256"/>
              </a:xfrm>
              <a:custGeom>
                <a:avLst/>
                <a:gdLst/>
                <a:ahLst/>
                <a:cxnLst>
                  <a:cxn ang="0">
                    <a:pos x="wd2" y="hd2"/>
                  </a:cxn>
                  <a:cxn ang="5400000">
                    <a:pos x="wd2" y="hd2"/>
                  </a:cxn>
                  <a:cxn ang="10800000">
                    <a:pos x="wd2" y="hd2"/>
                  </a:cxn>
                  <a:cxn ang="16200000">
                    <a:pos x="wd2" y="hd2"/>
                  </a:cxn>
                </a:cxnLst>
                <a:rect l="0" t="0" r="r" b="b"/>
                <a:pathLst>
                  <a:path w="20607" h="21600" fill="norm" stroke="1" extrusionOk="0">
                    <a:moveTo>
                      <a:pt x="503" y="0"/>
                    </a:moveTo>
                    <a:cubicBezTo>
                      <a:pt x="-993" y="9026"/>
                      <a:pt x="1322" y="21600"/>
                      <a:pt x="1322" y="21600"/>
                    </a:cubicBezTo>
                    <a:lnTo>
                      <a:pt x="20607" y="8583"/>
                    </a:lnTo>
                    <a:cubicBezTo>
                      <a:pt x="12328" y="8426"/>
                      <a:pt x="1794" y="1696"/>
                      <a:pt x="503" y="0"/>
                    </a:cubicBezTo>
                    <a:close/>
                  </a:path>
                </a:pathLst>
              </a:custGeom>
              <a:solidFill>
                <a:srgbClr val="0D092A">
                  <a:alpha val="1963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2" name="Google Shape;1716;p44"/>
              <p:cNvSpPr/>
              <p:nvPr/>
            </p:nvSpPr>
            <p:spPr>
              <a:xfrm>
                <a:off x="1241051" y="1490999"/>
                <a:ext cx="1283112" cy="1814138"/>
              </a:xfrm>
              <a:custGeom>
                <a:avLst/>
                <a:gdLst/>
                <a:ahLst/>
                <a:cxnLst>
                  <a:cxn ang="0">
                    <a:pos x="wd2" y="hd2"/>
                  </a:cxn>
                  <a:cxn ang="5400000">
                    <a:pos x="wd2" y="hd2"/>
                  </a:cxn>
                  <a:cxn ang="10800000">
                    <a:pos x="wd2" y="hd2"/>
                  </a:cxn>
                  <a:cxn ang="16200000">
                    <a:pos x="wd2" y="hd2"/>
                  </a:cxn>
                </a:cxnLst>
                <a:rect l="0" t="0" r="r" b="b"/>
                <a:pathLst>
                  <a:path w="21600" h="21570" fill="norm" stroke="1" extrusionOk="0">
                    <a:moveTo>
                      <a:pt x="21600" y="15734"/>
                    </a:moveTo>
                    <a:lnTo>
                      <a:pt x="21600" y="16712"/>
                    </a:lnTo>
                    <a:cubicBezTo>
                      <a:pt x="21600" y="16966"/>
                      <a:pt x="21600" y="17226"/>
                      <a:pt x="21590" y="17494"/>
                    </a:cubicBezTo>
                    <a:cubicBezTo>
                      <a:pt x="21590" y="17817"/>
                      <a:pt x="21580" y="18141"/>
                      <a:pt x="21570" y="18472"/>
                    </a:cubicBezTo>
                    <a:cubicBezTo>
                      <a:pt x="21550" y="18726"/>
                      <a:pt x="21540" y="18986"/>
                      <a:pt x="21530" y="19254"/>
                    </a:cubicBezTo>
                    <a:cubicBezTo>
                      <a:pt x="21490" y="20021"/>
                      <a:pt x="21430" y="20796"/>
                      <a:pt x="21351" y="21570"/>
                    </a:cubicBezTo>
                    <a:lnTo>
                      <a:pt x="100" y="21570"/>
                    </a:lnTo>
                    <a:cubicBezTo>
                      <a:pt x="100" y="21570"/>
                      <a:pt x="50" y="20697"/>
                      <a:pt x="10" y="19254"/>
                    </a:cubicBezTo>
                    <a:cubicBezTo>
                      <a:pt x="10" y="19007"/>
                      <a:pt x="0" y="18754"/>
                      <a:pt x="0" y="18472"/>
                    </a:cubicBezTo>
                    <a:lnTo>
                      <a:pt x="0" y="16712"/>
                    </a:lnTo>
                    <a:cubicBezTo>
                      <a:pt x="0" y="16395"/>
                      <a:pt x="0" y="16064"/>
                      <a:pt x="10" y="15734"/>
                    </a:cubicBezTo>
                    <a:cubicBezTo>
                      <a:pt x="10" y="15480"/>
                      <a:pt x="20" y="15220"/>
                      <a:pt x="20" y="14952"/>
                    </a:cubicBezTo>
                    <a:cubicBezTo>
                      <a:pt x="40" y="14635"/>
                      <a:pt x="40" y="14304"/>
                      <a:pt x="50" y="13973"/>
                    </a:cubicBezTo>
                    <a:cubicBezTo>
                      <a:pt x="60" y="13720"/>
                      <a:pt x="60" y="13452"/>
                      <a:pt x="70" y="13192"/>
                    </a:cubicBezTo>
                    <a:cubicBezTo>
                      <a:pt x="90" y="12875"/>
                      <a:pt x="100" y="12544"/>
                      <a:pt x="110" y="12213"/>
                    </a:cubicBezTo>
                    <a:cubicBezTo>
                      <a:pt x="120" y="11960"/>
                      <a:pt x="140" y="11692"/>
                      <a:pt x="160" y="11432"/>
                    </a:cubicBezTo>
                    <a:cubicBezTo>
                      <a:pt x="190" y="11101"/>
                      <a:pt x="199" y="10777"/>
                      <a:pt x="219" y="10453"/>
                    </a:cubicBezTo>
                    <a:cubicBezTo>
                      <a:pt x="239" y="10200"/>
                      <a:pt x="259" y="9932"/>
                      <a:pt x="289" y="9672"/>
                    </a:cubicBezTo>
                    <a:cubicBezTo>
                      <a:pt x="309" y="9341"/>
                      <a:pt x="339" y="9017"/>
                      <a:pt x="369" y="8693"/>
                    </a:cubicBezTo>
                    <a:cubicBezTo>
                      <a:pt x="399" y="8440"/>
                      <a:pt x="419" y="8172"/>
                      <a:pt x="449" y="7912"/>
                    </a:cubicBezTo>
                    <a:cubicBezTo>
                      <a:pt x="708" y="5469"/>
                      <a:pt x="1106" y="2969"/>
                      <a:pt x="1714" y="639"/>
                    </a:cubicBezTo>
                    <a:cubicBezTo>
                      <a:pt x="1714" y="639"/>
                      <a:pt x="3888" y="280"/>
                      <a:pt x="7147" y="104"/>
                    </a:cubicBezTo>
                    <a:cubicBezTo>
                      <a:pt x="7366" y="90"/>
                      <a:pt x="7575" y="76"/>
                      <a:pt x="7785" y="69"/>
                    </a:cubicBezTo>
                    <a:cubicBezTo>
                      <a:pt x="9350" y="-2"/>
                      <a:pt x="11154" y="-30"/>
                      <a:pt x="13068" y="40"/>
                    </a:cubicBezTo>
                    <a:lnTo>
                      <a:pt x="13705" y="69"/>
                    </a:lnTo>
                    <a:cubicBezTo>
                      <a:pt x="15699" y="167"/>
                      <a:pt x="17802" y="378"/>
                      <a:pt x="19905" y="745"/>
                    </a:cubicBezTo>
                    <a:cubicBezTo>
                      <a:pt x="19905" y="745"/>
                      <a:pt x="20593" y="3638"/>
                      <a:pt x="21092" y="7912"/>
                    </a:cubicBezTo>
                    <a:cubicBezTo>
                      <a:pt x="21122" y="8165"/>
                      <a:pt x="21151" y="8425"/>
                      <a:pt x="21181" y="8693"/>
                    </a:cubicBezTo>
                    <a:cubicBezTo>
                      <a:pt x="21221" y="9010"/>
                      <a:pt x="21241" y="9334"/>
                      <a:pt x="21281" y="9672"/>
                    </a:cubicBezTo>
                    <a:cubicBezTo>
                      <a:pt x="21301" y="9925"/>
                      <a:pt x="21331" y="10186"/>
                      <a:pt x="21351" y="10453"/>
                    </a:cubicBezTo>
                    <a:cubicBezTo>
                      <a:pt x="21381" y="10770"/>
                      <a:pt x="21401" y="11094"/>
                      <a:pt x="21430" y="11432"/>
                    </a:cubicBezTo>
                    <a:cubicBezTo>
                      <a:pt x="21440" y="11685"/>
                      <a:pt x="21460" y="11946"/>
                      <a:pt x="21480" y="12213"/>
                    </a:cubicBezTo>
                    <a:cubicBezTo>
                      <a:pt x="21490" y="12537"/>
                      <a:pt x="21510" y="12854"/>
                      <a:pt x="21530" y="13192"/>
                    </a:cubicBezTo>
                    <a:cubicBezTo>
                      <a:pt x="21540" y="13446"/>
                      <a:pt x="21550" y="13706"/>
                      <a:pt x="21570" y="13973"/>
                    </a:cubicBezTo>
                    <a:cubicBezTo>
                      <a:pt x="21580" y="14297"/>
                      <a:pt x="21590" y="14621"/>
                      <a:pt x="21590" y="14952"/>
                    </a:cubicBezTo>
                    <a:cubicBezTo>
                      <a:pt x="21600" y="15213"/>
                      <a:pt x="21600" y="15480"/>
                      <a:pt x="21600" y="15734"/>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3" name="Google Shape;1717;p44"/>
              <p:cNvSpPr/>
              <p:nvPr/>
            </p:nvSpPr>
            <p:spPr>
              <a:xfrm>
                <a:off x="1342893" y="1492604"/>
                <a:ext cx="1080597" cy="62857"/>
              </a:xfrm>
              <a:custGeom>
                <a:avLst/>
                <a:gdLst/>
                <a:ahLst/>
                <a:cxnLst>
                  <a:cxn ang="0">
                    <a:pos x="wd2" y="hd2"/>
                  </a:cxn>
                  <a:cxn ang="5400000">
                    <a:pos x="wd2" y="hd2"/>
                  </a:cxn>
                  <a:cxn ang="10800000">
                    <a:pos x="wd2" y="hd2"/>
                  </a:cxn>
                  <a:cxn ang="16200000">
                    <a:pos x="wd2" y="hd2"/>
                  </a:cxn>
                </a:cxnLst>
                <a:rect l="0" t="0" r="r" b="b"/>
                <a:pathLst>
                  <a:path w="21600" h="20848" fill="norm" stroke="1" extrusionOk="0">
                    <a:moveTo>
                      <a:pt x="0" y="17902"/>
                    </a:moveTo>
                    <a:cubicBezTo>
                      <a:pt x="0" y="17902"/>
                      <a:pt x="2580" y="7693"/>
                      <a:pt x="6451" y="2782"/>
                    </a:cubicBezTo>
                    <a:cubicBezTo>
                      <a:pt x="6699" y="2582"/>
                      <a:pt x="6959" y="1994"/>
                      <a:pt x="7208" y="1800"/>
                    </a:cubicBezTo>
                    <a:cubicBezTo>
                      <a:pt x="9066" y="-164"/>
                      <a:pt x="11197" y="-752"/>
                      <a:pt x="13481" y="1212"/>
                    </a:cubicBezTo>
                    <a:lnTo>
                      <a:pt x="14238" y="1800"/>
                    </a:lnTo>
                    <a:cubicBezTo>
                      <a:pt x="16605" y="4546"/>
                      <a:pt x="19103" y="10439"/>
                      <a:pt x="21600" y="20848"/>
                    </a:cubicBezTo>
                  </a:path>
                </a:pathLst>
              </a:custGeom>
              <a:noFill/>
              <a:ln w="9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4" name="Google Shape;1718;p44"/>
              <p:cNvSpPr/>
              <p:nvPr/>
            </p:nvSpPr>
            <p:spPr>
              <a:xfrm>
                <a:off x="1666787" y="1492604"/>
                <a:ext cx="389018" cy="235762"/>
              </a:xfrm>
              <a:custGeom>
                <a:avLst/>
                <a:gdLst/>
                <a:ahLst/>
                <a:cxnLst>
                  <a:cxn ang="0">
                    <a:pos x="wd2" y="hd2"/>
                  </a:cxn>
                  <a:cxn ang="5400000">
                    <a:pos x="wd2" y="hd2"/>
                  </a:cxn>
                  <a:cxn ang="10800000">
                    <a:pos x="wd2" y="hd2"/>
                  </a:cxn>
                  <a:cxn ang="16200000">
                    <a:pos x="wd2" y="hd2"/>
                  </a:cxn>
                </a:cxnLst>
                <a:rect l="0" t="0" r="r" b="b"/>
                <a:pathLst>
                  <a:path w="21600" h="21394" fill="norm" stroke="1" extrusionOk="0">
                    <a:moveTo>
                      <a:pt x="21600" y="545"/>
                    </a:moveTo>
                    <a:lnTo>
                      <a:pt x="21600" y="3715"/>
                    </a:lnTo>
                    <a:cubicBezTo>
                      <a:pt x="21600" y="13441"/>
                      <a:pt x="16767" y="21394"/>
                      <a:pt x="10784" y="21394"/>
                    </a:cubicBezTo>
                    <a:cubicBezTo>
                      <a:pt x="4833" y="21394"/>
                      <a:pt x="0" y="13441"/>
                      <a:pt x="0" y="3715"/>
                    </a:cubicBezTo>
                    <a:lnTo>
                      <a:pt x="0" y="761"/>
                    </a:lnTo>
                    <a:cubicBezTo>
                      <a:pt x="690" y="706"/>
                      <a:pt x="1380" y="545"/>
                      <a:pt x="2071" y="492"/>
                    </a:cubicBezTo>
                    <a:cubicBezTo>
                      <a:pt x="7265" y="-45"/>
                      <a:pt x="13183" y="-206"/>
                      <a:pt x="19495" y="331"/>
                    </a:cubicBezTo>
                    <a:cubicBezTo>
                      <a:pt x="20219" y="384"/>
                      <a:pt x="20909" y="437"/>
                      <a:pt x="21600" y="545"/>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5" name="Google Shape;1719;p44"/>
              <p:cNvSpPr/>
              <p:nvPr/>
            </p:nvSpPr>
            <p:spPr>
              <a:xfrm>
                <a:off x="1750863" y="1142756"/>
                <a:ext cx="220866" cy="5139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653"/>
                    </a:moveTo>
                    <a:lnTo>
                      <a:pt x="21600" y="16971"/>
                    </a:lnTo>
                    <a:cubicBezTo>
                      <a:pt x="21600" y="19534"/>
                      <a:pt x="16734" y="21600"/>
                      <a:pt x="10771" y="21600"/>
                    </a:cubicBezTo>
                    <a:cubicBezTo>
                      <a:pt x="4807" y="21600"/>
                      <a:pt x="0" y="19510"/>
                      <a:pt x="0" y="16971"/>
                    </a:cubicBezTo>
                    <a:lnTo>
                      <a:pt x="0" y="4579"/>
                    </a:lnTo>
                    <a:cubicBezTo>
                      <a:pt x="57" y="2041"/>
                      <a:pt x="4923" y="0"/>
                      <a:pt x="10771" y="0"/>
                    </a:cubicBezTo>
                    <a:cubicBezTo>
                      <a:pt x="13781" y="0"/>
                      <a:pt x="16504" y="548"/>
                      <a:pt x="18472" y="1369"/>
                    </a:cubicBezTo>
                    <a:cubicBezTo>
                      <a:pt x="19573" y="1842"/>
                      <a:pt x="20325" y="2364"/>
                      <a:pt x="20905" y="2987"/>
                    </a:cubicBezTo>
                    <a:cubicBezTo>
                      <a:pt x="21368" y="3484"/>
                      <a:pt x="21600" y="4081"/>
                      <a:pt x="21600" y="4653"/>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6" name="Google Shape;1720;p44"/>
              <p:cNvSpPr/>
              <p:nvPr/>
            </p:nvSpPr>
            <p:spPr>
              <a:xfrm>
                <a:off x="1750279" y="1215007"/>
                <a:ext cx="221450" cy="268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3" y="0"/>
                    </a:moveTo>
                    <a:lnTo>
                      <a:pt x="0" y="2998"/>
                    </a:lnTo>
                    <a:lnTo>
                      <a:pt x="0" y="17989"/>
                    </a:lnTo>
                    <a:cubicBezTo>
                      <a:pt x="2839" y="19599"/>
                      <a:pt x="7655" y="21600"/>
                      <a:pt x="14659" y="21600"/>
                    </a:cubicBezTo>
                    <a:cubicBezTo>
                      <a:pt x="16772" y="21600"/>
                      <a:pt x="19082" y="21418"/>
                      <a:pt x="21600" y="20988"/>
                    </a:cubicBezTo>
                    <a:lnTo>
                      <a:pt x="21600" y="3092"/>
                    </a:lnTo>
                    <a:cubicBezTo>
                      <a:pt x="21600" y="1998"/>
                      <a:pt x="21368" y="856"/>
                      <a:pt x="20791" y="0"/>
                    </a:cubicBezTo>
                    <a:close/>
                  </a:path>
                </a:pathLst>
              </a:custGeom>
              <a:solidFill>
                <a:srgbClr val="7E242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7" name="Google Shape;1721;p44"/>
              <p:cNvSpPr/>
              <p:nvPr/>
            </p:nvSpPr>
            <p:spPr>
              <a:xfrm>
                <a:off x="1531302" y="592114"/>
                <a:ext cx="659499" cy="804156"/>
              </a:xfrm>
              <a:custGeom>
                <a:avLst/>
                <a:gdLst/>
                <a:ahLst/>
                <a:cxnLst>
                  <a:cxn ang="0">
                    <a:pos x="wd2" y="hd2"/>
                  </a:cxn>
                  <a:cxn ang="5400000">
                    <a:pos x="wd2" y="hd2"/>
                  </a:cxn>
                  <a:cxn ang="10800000">
                    <a:pos x="wd2" y="hd2"/>
                  </a:cxn>
                  <a:cxn ang="16200000">
                    <a:pos x="wd2" y="hd2"/>
                  </a:cxn>
                </a:cxnLst>
                <a:rect l="0" t="0" r="r" b="b"/>
                <a:pathLst>
                  <a:path w="21271" h="21444" fill="norm" stroke="1" extrusionOk="0">
                    <a:moveTo>
                      <a:pt x="21271" y="10847"/>
                    </a:moveTo>
                    <a:cubicBezTo>
                      <a:pt x="20832" y="14715"/>
                      <a:pt x="19495" y="21316"/>
                      <a:pt x="10538" y="21442"/>
                    </a:cubicBezTo>
                    <a:cubicBezTo>
                      <a:pt x="-138" y="21600"/>
                      <a:pt x="-329" y="12473"/>
                      <a:pt x="130" y="7263"/>
                    </a:cubicBezTo>
                    <a:cubicBezTo>
                      <a:pt x="760" y="379"/>
                      <a:pt x="6585" y="0"/>
                      <a:pt x="6585" y="0"/>
                    </a:cubicBezTo>
                    <a:cubicBezTo>
                      <a:pt x="10671" y="1373"/>
                      <a:pt x="11111" y="5668"/>
                      <a:pt x="13441" y="7121"/>
                    </a:cubicBezTo>
                    <a:cubicBezTo>
                      <a:pt x="14319" y="7689"/>
                      <a:pt x="15675" y="7989"/>
                      <a:pt x="17031" y="8195"/>
                    </a:cubicBezTo>
                    <a:cubicBezTo>
                      <a:pt x="17279" y="9268"/>
                      <a:pt x="18158" y="10736"/>
                      <a:pt x="21271" y="10847"/>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8" name="Google Shape;1722;p44"/>
              <p:cNvSpPr/>
              <p:nvPr/>
            </p:nvSpPr>
            <p:spPr>
              <a:xfrm>
                <a:off x="1741980" y="1210254"/>
                <a:ext cx="253418" cy="846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11935"/>
                      <a:pt x="4845" y="21600"/>
                      <a:pt x="10801" y="21600"/>
                    </a:cubicBezTo>
                    <a:cubicBezTo>
                      <a:pt x="16705" y="21600"/>
                      <a:pt x="21600" y="11935"/>
                      <a:pt x="21600"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39" name="Google Shape;1723;p44"/>
              <p:cNvSpPr/>
              <p:nvPr/>
            </p:nvSpPr>
            <p:spPr>
              <a:xfrm>
                <a:off x="2705929" y="722376"/>
                <a:ext cx="702727" cy="982686"/>
              </a:xfrm>
              <a:custGeom>
                <a:avLst/>
                <a:gdLst/>
                <a:ahLst/>
                <a:cxnLst>
                  <a:cxn ang="0">
                    <a:pos x="wd2" y="hd2"/>
                  </a:cxn>
                  <a:cxn ang="5400000">
                    <a:pos x="wd2" y="hd2"/>
                  </a:cxn>
                  <a:cxn ang="10800000">
                    <a:pos x="wd2" y="hd2"/>
                  </a:cxn>
                  <a:cxn ang="16200000">
                    <a:pos x="wd2" y="hd2"/>
                  </a:cxn>
                </a:cxnLst>
                <a:rect l="0" t="0" r="r" b="b"/>
                <a:pathLst>
                  <a:path w="20657" h="19927" fill="norm" stroke="1" extrusionOk="0">
                    <a:moveTo>
                      <a:pt x="0" y="2149"/>
                    </a:moveTo>
                    <a:cubicBezTo>
                      <a:pt x="0" y="2149"/>
                      <a:pt x="6562" y="16173"/>
                      <a:pt x="11766" y="18959"/>
                    </a:cubicBezTo>
                    <a:cubicBezTo>
                      <a:pt x="16657" y="21600"/>
                      <a:pt x="21600" y="18334"/>
                      <a:pt x="20503" y="15188"/>
                    </a:cubicBezTo>
                    <a:cubicBezTo>
                      <a:pt x="19442" y="12055"/>
                      <a:pt x="5326" y="0"/>
                      <a:pt x="5326" y="0"/>
                    </a:cubicBezTo>
                    <a:cubicBezTo>
                      <a:pt x="5326" y="0"/>
                      <a:pt x="1967" y="600"/>
                      <a:pt x="0" y="2149"/>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0" name="Google Shape;1724;p44"/>
              <p:cNvSpPr/>
              <p:nvPr/>
            </p:nvSpPr>
            <p:spPr>
              <a:xfrm>
                <a:off x="370547" y="879484"/>
                <a:ext cx="172529" cy="207091"/>
              </a:xfrm>
              <a:custGeom>
                <a:avLst/>
                <a:gdLst/>
                <a:ahLst/>
                <a:cxnLst>
                  <a:cxn ang="0">
                    <a:pos x="wd2" y="hd2"/>
                  </a:cxn>
                  <a:cxn ang="5400000">
                    <a:pos x="wd2" y="hd2"/>
                  </a:cxn>
                  <a:cxn ang="10800000">
                    <a:pos x="wd2" y="hd2"/>
                  </a:cxn>
                  <a:cxn ang="16200000">
                    <a:pos x="wd2" y="hd2"/>
                  </a:cxn>
                </a:cxnLst>
                <a:rect l="0" t="0" r="r" b="b"/>
                <a:pathLst>
                  <a:path w="19917" h="19520" fill="norm" stroke="1" extrusionOk="0">
                    <a:moveTo>
                      <a:pt x="15803" y="259"/>
                    </a:moveTo>
                    <a:cubicBezTo>
                      <a:pt x="15803" y="259"/>
                      <a:pt x="21202" y="8853"/>
                      <a:pt x="19630" y="13820"/>
                    </a:cubicBezTo>
                    <a:cubicBezTo>
                      <a:pt x="18126" y="18677"/>
                      <a:pt x="13273" y="6342"/>
                      <a:pt x="13273" y="6342"/>
                    </a:cubicBezTo>
                    <a:cubicBezTo>
                      <a:pt x="13273" y="6342"/>
                      <a:pt x="16554" y="15495"/>
                      <a:pt x="14982" y="16723"/>
                    </a:cubicBezTo>
                    <a:cubicBezTo>
                      <a:pt x="13342" y="18006"/>
                      <a:pt x="8899" y="9020"/>
                      <a:pt x="8899" y="9020"/>
                    </a:cubicBezTo>
                    <a:cubicBezTo>
                      <a:pt x="8899" y="9020"/>
                      <a:pt x="11975" y="16723"/>
                      <a:pt x="9992" y="18006"/>
                    </a:cubicBezTo>
                    <a:cubicBezTo>
                      <a:pt x="8010" y="19235"/>
                      <a:pt x="5413" y="11923"/>
                      <a:pt x="5413" y="11923"/>
                    </a:cubicBezTo>
                    <a:cubicBezTo>
                      <a:pt x="5413" y="11923"/>
                      <a:pt x="8215" y="18789"/>
                      <a:pt x="5755" y="19457"/>
                    </a:cubicBezTo>
                    <a:cubicBezTo>
                      <a:pt x="3225" y="20184"/>
                      <a:pt x="355" y="14378"/>
                      <a:pt x="14" y="9915"/>
                    </a:cubicBezTo>
                    <a:cubicBezTo>
                      <a:pt x="-398" y="5394"/>
                      <a:pt x="8489" y="-1416"/>
                      <a:pt x="15803" y="259"/>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1" name="Google Shape;1725;p44"/>
              <p:cNvSpPr/>
              <p:nvPr/>
            </p:nvSpPr>
            <p:spPr>
              <a:xfrm>
                <a:off x="1825472" y="1116127"/>
                <a:ext cx="341642" cy="1823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600" y="0"/>
                      <a:pt x="17033" y="21249"/>
                      <a:pt x="0" y="21600"/>
                    </a:cubicBezTo>
                  </a:path>
                </a:pathLst>
              </a:custGeom>
              <a:noFill/>
              <a:ln w="12150"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2" name="Google Shape;1726;p44"/>
              <p:cNvSpPr/>
              <p:nvPr/>
            </p:nvSpPr>
            <p:spPr>
              <a:xfrm>
                <a:off x="1786395" y="1257612"/>
                <a:ext cx="109538" cy="72251"/>
              </a:xfrm>
              <a:custGeom>
                <a:avLst/>
                <a:gdLst/>
                <a:ahLst/>
                <a:cxnLst>
                  <a:cxn ang="0">
                    <a:pos x="wd2" y="hd2"/>
                  </a:cxn>
                  <a:cxn ang="5400000">
                    <a:pos x="wd2" y="hd2"/>
                  </a:cxn>
                  <a:cxn ang="10800000">
                    <a:pos x="wd2" y="hd2"/>
                  </a:cxn>
                  <a:cxn ang="16200000">
                    <a:pos x="wd2" y="hd2"/>
                  </a:cxn>
                </a:cxnLst>
                <a:rect l="0" t="0" r="r" b="b"/>
                <a:pathLst>
                  <a:path w="21600" h="21432" fill="norm" stroke="1" extrusionOk="0">
                    <a:moveTo>
                      <a:pt x="21600" y="10719"/>
                    </a:moveTo>
                    <a:cubicBezTo>
                      <a:pt x="21600" y="16694"/>
                      <a:pt x="16814" y="21432"/>
                      <a:pt x="10856" y="21432"/>
                    </a:cubicBezTo>
                    <a:cubicBezTo>
                      <a:pt x="4786" y="21432"/>
                      <a:pt x="0" y="16694"/>
                      <a:pt x="0" y="10719"/>
                    </a:cubicBezTo>
                    <a:cubicBezTo>
                      <a:pt x="0" y="4749"/>
                      <a:pt x="4786" y="5"/>
                      <a:pt x="10856" y="5"/>
                    </a:cubicBezTo>
                    <a:cubicBezTo>
                      <a:pt x="16814" y="-168"/>
                      <a:pt x="21600" y="4570"/>
                      <a:pt x="21600" y="10719"/>
                    </a:cubicBezTo>
                    <a:close/>
                  </a:path>
                </a:pathLst>
              </a:custGeom>
              <a:solidFill>
                <a:srgbClr val="AF93DD"/>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3" name="Google Shape;1727;p44"/>
              <p:cNvSpPr/>
              <p:nvPr/>
            </p:nvSpPr>
            <p:spPr>
              <a:xfrm>
                <a:off x="1791713" y="1263551"/>
                <a:ext cx="104220" cy="663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91" y="0"/>
                    </a:moveTo>
                    <a:cubicBezTo>
                      <a:pt x="17304" y="1352"/>
                      <a:pt x="17797" y="3084"/>
                      <a:pt x="17797" y="5013"/>
                    </a:cubicBezTo>
                    <a:cubicBezTo>
                      <a:pt x="17797" y="11574"/>
                      <a:pt x="12641" y="16784"/>
                      <a:pt x="6383" y="16784"/>
                    </a:cubicBezTo>
                    <a:cubicBezTo>
                      <a:pt x="3928" y="16784"/>
                      <a:pt x="1841" y="16200"/>
                      <a:pt x="0" y="14855"/>
                    </a:cubicBezTo>
                    <a:cubicBezTo>
                      <a:pt x="1841" y="18706"/>
                      <a:pt x="5644" y="21600"/>
                      <a:pt x="10307" y="21600"/>
                    </a:cubicBezTo>
                    <a:cubicBezTo>
                      <a:pt x="16569" y="21600"/>
                      <a:pt x="21600" y="16397"/>
                      <a:pt x="21600" y="9835"/>
                    </a:cubicBezTo>
                    <a:cubicBezTo>
                      <a:pt x="21600" y="5787"/>
                      <a:pt x="19638" y="2119"/>
                      <a:pt x="16691" y="0"/>
                    </a:cubicBezTo>
                    <a:close/>
                  </a:path>
                </a:pathLst>
              </a:custGeom>
              <a:solidFill>
                <a:srgbClr val="4447A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4" name="Google Shape;1728;p44"/>
              <p:cNvSpPr/>
              <p:nvPr/>
            </p:nvSpPr>
            <p:spPr>
              <a:xfrm>
                <a:off x="2131282" y="941115"/>
                <a:ext cx="127602" cy="227707"/>
              </a:xfrm>
              <a:custGeom>
                <a:avLst/>
                <a:gdLst/>
                <a:ahLst/>
                <a:cxnLst>
                  <a:cxn ang="0">
                    <a:pos x="wd2" y="hd2"/>
                  </a:cxn>
                  <a:cxn ang="5400000">
                    <a:pos x="wd2" y="hd2"/>
                  </a:cxn>
                  <a:cxn ang="10800000">
                    <a:pos x="wd2" y="hd2"/>
                  </a:cxn>
                  <a:cxn ang="16200000">
                    <a:pos x="wd2" y="hd2"/>
                  </a:cxn>
                </a:cxnLst>
                <a:rect l="0" t="0" r="r" b="b"/>
                <a:pathLst>
                  <a:path w="20238" h="20819" fill="norm" stroke="1" extrusionOk="0">
                    <a:moveTo>
                      <a:pt x="1740" y="8421"/>
                    </a:moveTo>
                    <a:cubicBezTo>
                      <a:pt x="4932" y="2954"/>
                      <a:pt x="11411" y="-781"/>
                      <a:pt x="16107" y="140"/>
                    </a:cubicBezTo>
                    <a:lnTo>
                      <a:pt x="20238" y="897"/>
                    </a:lnTo>
                    <a:cubicBezTo>
                      <a:pt x="19487" y="788"/>
                      <a:pt x="18832" y="735"/>
                      <a:pt x="17986" y="843"/>
                    </a:cubicBezTo>
                    <a:cubicBezTo>
                      <a:pt x="13666" y="1223"/>
                      <a:pt x="8689" y="4633"/>
                      <a:pt x="5871" y="9234"/>
                    </a:cubicBezTo>
                    <a:cubicBezTo>
                      <a:pt x="3146" y="13944"/>
                      <a:pt x="3615" y="18383"/>
                      <a:pt x="6714" y="20169"/>
                    </a:cubicBezTo>
                    <a:cubicBezTo>
                      <a:pt x="7280" y="20493"/>
                      <a:pt x="7842" y="20710"/>
                      <a:pt x="8593" y="20819"/>
                    </a:cubicBezTo>
                    <a:lnTo>
                      <a:pt x="4462" y="20007"/>
                    </a:lnTo>
                    <a:cubicBezTo>
                      <a:pt x="-234" y="19141"/>
                      <a:pt x="-1362" y="13944"/>
                      <a:pt x="1740" y="8421"/>
                    </a:cubicBezTo>
                    <a:close/>
                  </a:path>
                </a:pathLst>
              </a:custGeom>
              <a:solidFill>
                <a:srgbClr val="6C1CCC"/>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5" name="Google Shape;1729;p44"/>
              <p:cNvSpPr/>
              <p:nvPr/>
            </p:nvSpPr>
            <p:spPr>
              <a:xfrm>
                <a:off x="2157066" y="949728"/>
                <a:ext cx="103808" cy="211984"/>
              </a:xfrm>
              <a:custGeom>
                <a:avLst/>
                <a:gdLst/>
                <a:ahLst/>
                <a:cxnLst>
                  <a:cxn ang="0">
                    <a:pos x="wd2" y="hd2"/>
                  </a:cxn>
                  <a:cxn ang="5400000">
                    <a:pos x="wd2" y="hd2"/>
                  </a:cxn>
                  <a:cxn ang="10800000">
                    <a:pos x="wd2" y="hd2"/>
                  </a:cxn>
                  <a:cxn ang="16200000">
                    <a:pos x="wd2" y="hd2"/>
                  </a:cxn>
                </a:cxnLst>
                <a:rect l="0" t="0" r="r" b="b"/>
                <a:pathLst>
                  <a:path w="20035" h="21600" fill="norm" stroke="1" extrusionOk="0">
                    <a:moveTo>
                      <a:pt x="16910" y="0"/>
                    </a:moveTo>
                    <a:cubicBezTo>
                      <a:pt x="11654" y="363"/>
                      <a:pt x="5481" y="4164"/>
                      <a:pt x="2168" y="9353"/>
                    </a:cubicBezTo>
                    <a:cubicBezTo>
                      <a:pt x="-1148" y="14542"/>
                      <a:pt x="-577" y="19550"/>
                      <a:pt x="3311" y="21600"/>
                    </a:cubicBezTo>
                    <a:cubicBezTo>
                      <a:pt x="6740" y="21239"/>
                      <a:pt x="10740" y="19428"/>
                      <a:pt x="13823" y="16713"/>
                    </a:cubicBezTo>
                    <a:cubicBezTo>
                      <a:pt x="15425" y="15385"/>
                      <a:pt x="16681" y="13877"/>
                      <a:pt x="17824" y="12128"/>
                    </a:cubicBezTo>
                    <a:cubicBezTo>
                      <a:pt x="18854" y="10498"/>
                      <a:pt x="19538" y="8809"/>
                      <a:pt x="19881" y="7241"/>
                    </a:cubicBezTo>
                    <a:cubicBezTo>
                      <a:pt x="20452" y="3984"/>
                      <a:pt x="19426" y="1389"/>
                      <a:pt x="16910" y="0"/>
                    </a:cubicBezTo>
                    <a:close/>
                  </a:path>
                </a:pathLst>
              </a:custGeom>
              <a:solidFill>
                <a:srgbClr val="FFFFFF"/>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6" name="Google Shape;1730;p44"/>
              <p:cNvSpPr/>
              <p:nvPr/>
            </p:nvSpPr>
            <p:spPr>
              <a:xfrm>
                <a:off x="2157020" y="949346"/>
                <a:ext cx="129867" cy="220233"/>
              </a:xfrm>
              <a:custGeom>
                <a:avLst/>
                <a:gdLst/>
                <a:ahLst/>
                <a:cxnLst>
                  <a:cxn ang="0">
                    <a:pos x="wd2" y="hd2"/>
                  </a:cxn>
                  <a:cxn ang="5400000">
                    <a:pos x="wd2" y="hd2"/>
                  </a:cxn>
                  <a:cxn ang="10800000">
                    <a:pos x="wd2" y="hd2"/>
                  </a:cxn>
                  <a:cxn ang="16200000">
                    <a:pos x="wd2" y="hd2"/>
                  </a:cxn>
                </a:cxnLst>
                <a:rect l="0" t="0" r="r" b="b"/>
                <a:pathLst>
                  <a:path w="19415" h="20813" fill="norm" stroke="1" extrusionOk="0">
                    <a:moveTo>
                      <a:pt x="1687" y="8711"/>
                    </a:moveTo>
                    <a:cubicBezTo>
                      <a:pt x="4252" y="3899"/>
                      <a:pt x="9034" y="373"/>
                      <a:pt x="13105" y="36"/>
                    </a:cubicBezTo>
                    <a:cubicBezTo>
                      <a:pt x="13903" y="-19"/>
                      <a:pt x="14521" y="-19"/>
                      <a:pt x="15228" y="93"/>
                    </a:cubicBezTo>
                    <a:cubicBezTo>
                      <a:pt x="19655" y="1045"/>
                      <a:pt x="20718" y="6417"/>
                      <a:pt x="17710" y="12067"/>
                    </a:cubicBezTo>
                    <a:cubicBezTo>
                      <a:pt x="14786" y="17719"/>
                      <a:pt x="8679" y="21581"/>
                      <a:pt x="4252" y="20684"/>
                    </a:cubicBezTo>
                    <a:cubicBezTo>
                      <a:pt x="3545" y="20517"/>
                      <a:pt x="3015" y="20349"/>
                      <a:pt x="2482" y="19957"/>
                    </a:cubicBezTo>
                    <a:cubicBezTo>
                      <a:pt x="-439" y="18168"/>
                      <a:pt x="-882" y="13523"/>
                      <a:pt x="1687" y="8711"/>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7" name="Google Shape;1731;p44"/>
              <p:cNvSpPr/>
              <p:nvPr/>
            </p:nvSpPr>
            <p:spPr>
              <a:xfrm>
                <a:off x="2183093" y="993251"/>
                <a:ext cx="77762" cy="132649"/>
              </a:xfrm>
              <a:custGeom>
                <a:avLst/>
                <a:gdLst/>
                <a:ahLst/>
                <a:cxnLst>
                  <a:cxn ang="0">
                    <a:pos x="wd2" y="hd2"/>
                  </a:cxn>
                  <a:cxn ang="5400000">
                    <a:pos x="wd2" y="hd2"/>
                  </a:cxn>
                  <a:cxn ang="10800000">
                    <a:pos x="wd2" y="hd2"/>
                  </a:cxn>
                  <a:cxn ang="16200000">
                    <a:pos x="wd2" y="hd2"/>
                  </a:cxn>
                </a:cxnLst>
                <a:rect l="0" t="0" r="r" b="b"/>
                <a:pathLst>
                  <a:path w="19038" h="20079" fill="norm" stroke="1" extrusionOk="0">
                    <a:moveTo>
                      <a:pt x="1596" y="8471"/>
                    </a:moveTo>
                    <a:cubicBezTo>
                      <a:pt x="4495" y="2912"/>
                      <a:pt x="10586" y="-762"/>
                      <a:pt x="14935" y="134"/>
                    </a:cubicBezTo>
                    <a:cubicBezTo>
                      <a:pt x="19280" y="1031"/>
                      <a:pt x="20296" y="6230"/>
                      <a:pt x="17396" y="11697"/>
                    </a:cubicBezTo>
                    <a:cubicBezTo>
                      <a:pt x="14497" y="17164"/>
                      <a:pt x="8554" y="20838"/>
                      <a:pt x="4205" y="19945"/>
                    </a:cubicBezTo>
                    <a:cubicBezTo>
                      <a:pt x="-145" y="19048"/>
                      <a:pt x="-1304" y="13938"/>
                      <a:pt x="1596" y="8471"/>
                    </a:cubicBezTo>
                    <a:close/>
                  </a:path>
                </a:pathLst>
              </a:custGeom>
              <a:solidFill>
                <a:srgbClr val="0D092A"/>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8" name="Google Shape;1732;p44"/>
              <p:cNvSpPr/>
              <p:nvPr/>
            </p:nvSpPr>
            <p:spPr>
              <a:xfrm>
                <a:off x="1442378" y="941115"/>
                <a:ext cx="127275" cy="227707"/>
              </a:xfrm>
              <a:custGeom>
                <a:avLst/>
                <a:gdLst/>
                <a:ahLst/>
                <a:cxnLst>
                  <a:cxn ang="0">
                    <a:pos x="wd2" y="hd2"/>
                  </a:cxn>
                  <a:cxn ang="5400000">
                    <a:pos x="wd2" y="hd2"/>
                  </a:cxn>
                  <a:cxn ang="10800000">
                    <a:pos x="wd2" y="hd2"/>
                  </a:cxn>
                  <a:cxn ang="16200000">
                    <a:pos x="wd2" y="hd2"/>
                  </a:cxn>
                </a:cxnLst>
                <a:rect l="0" t="0" r="r" b="b"/>
                <a:pathLst>
                  <a:path w="20186" h="20819" fill="norm" stroke="1" extrusionOk="0">
                    <a:moveTo>
                      <a:pt x="18405" y="8421"/>
                    </a:moveTo>
                    <a:cubicBezTo>
                      <a:pt x="15214" y="2954"/>
                      <a:pt x="8827" y="-781"/>
                      <a:pt x="4131" y="140"/>
                    </a:cubicBezTo>
                    <a:lnTo>
                      <a:pt x="0" y="897"/>
                    </a:lnTo>
                    <a:cubicBezTo>
                      <a:pt x="658" y="788"/>
                      <a:pt x="1409" y="735"/>
                      <a:pt x="2252" y="843"/>
                    </a:cubicBezTo>
                    <a:cubicBezTo>
                      <a:pt x="6572" y="1223"/>
                      <a:pt x="11457" y="4633"/>
                      <a:pt x="14274" y="9234"/>
                    </a:cubicBezTo>
                    <a:cubicBezTo>
                      <a:pt x="16996" y="13944"/>
                      <a:pt x="16527" y="18383"/>
                      <a:pt x="13524" y="20169"/>
                    </a:cubicBezTo>
                    <a:cubicBezTo>
                      <a:pt x="12865" y="20493"/>
                      <a:pt x="12303" y="20710"/>
                      <a:pt x="11645" y="20819"/>
                    </a:cubicBezTo>
                    <a:lnTo>
                      <a:pt x="15683" y="20007"/>
                    </a:lnTo>
                    <a:cubicBezTo>
                      <a:pt x="20380" y="19141"/>
                      <a:pt x="21600" y="13944"/>
                      <a:pt x="18405" y="8421"/>
                    </a:cubicBezTo>
                    <a:close/>
                  </a:path>
                </a:pathLst>
              </a:custGeom>
              <a:solidFill>
                <a:srgbClr val="6C1CCC"/>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49" name="Google Shape;1733;p44"/>
              <p:cNvSpPr/>
              <p:nvPr/>
            </p:nvSpPr>
            <p:spPr>
              <a:xfrm>
                <a:off x="1439813" y="949728"/>
                <a:ext cx="103786" cy="211984"/>
              </a:xfrm>
              <a:custGeom>
                <a:avLst/>
                <a:gdLst/>
                <a:ahLst/>
                <a:cxnLst>
                  <a:cxn ang="0">
                    <a:pos x="wd2" y="hd2"/>
                  </a:cxn>
                  <a:cxn ang="5400000">
                    <a:pos x="wd2" y="hd2"/>
                  </a:cxn>
                  <a:cxn ang="10800000">
                    <a:pos x="wd2" y="hd2"/>
                  </a:cxn>
                  <a:cxn ang="16200000">
                    <a:pos x="wd2" y="hd2"/>
                  </a:cxn>
                </a:cxnLst>
                <a:rect l="0" t="0" r="r" b="b"/>
                <a:pathLst>
                  <a:path w="20034" h="21600" fill="norm" stroke="1" extrusionOk="0">
                    <a:moveTo>
                      <a:pt x="3236" y="0"/>
                    </a:moveTo>
                    <a:cubicBezTo>
                      <a:pt x="608" y="1389"/>
                      <a:pt x="-419" y="3984"/>
                      <a:pt x="153" y="7241"/>
                    </a:cubicBezTo>
                    <a:cubicBezTo>
                      <a:pt x="495" y="8809"/>
                      <a:pt x="1179" y="10498"/>
                      <a:pt x="2210" y="12128"/>
                    </a:cubicBezTo>
                    <a:cubicBezTo>
                      <a:pt x="3353" y="13877"/>
                      <a:pt x="4609" y="15385"/>
                      <a:pt x="6211" y="16713"/>
                    </a:cubicBezTo>
                    <a:cubicBezTo>
                      <a:pt x="9294" y="19428"/>
                      <a:pt x="13295" y="21239"/>
                      <a:pt x="16725" y="21600"/>
                    </a:cubicBezTo>
                    <a:cubicBezTo>
                      <a:pt x="20609" y="19550"/>
                      <a:pt x="21181" y="14542"/>
                      <a:pt x="17868" y="9353"/>
                    </a:cubicBezTo>
                    <a:cubicBezTo>
                      <a:pt x="14668" y="4164"/>
                      <a:pt x="8493" y="363"/>
                      <a:pt x="3236" y="0"/>
                    </a:cubicBezTo>
                    <a:close/>
                  </a:path>
                </a:pathLst>
              </a:custGeom>
              <a:solidFill>
                <a:srgbClr val="FFFFFF"/>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0" name="Google Shape;1734;p44"/>
              <p:cNvSpPr/>
              <p:nvPr/>
            </p:nvSpPr>
            <p:spPr>
              <a:xfrm>
                <a:off x="1413981" y="949346"/>
                <a:ext cx="129717" cy="220233"/>
              </a:xfrm>
              <a:custGeom>
                <a:avLst/>
                <a:gdLst/>
                <a:ahLst/>
                <a:cxnLst>
                  <a:cxn ang="0">
                    <a:pos x="wd2" y="hd2"/>
                  </a:cxn>
                  <a:cxn ang="5400000">
                    <a:pos x="wd2" y="hd2"/>
                  </a:cxn>
                  <a:cxn ang="10800000">
                    <a:pos x="wd2" y="hd2"/>
                  </a:cxn>
                  <a:cxn ang="16200000">
                    <a:pos x="wd2" y="hd2"/>
                  </a:cxn>
                </a:cxnLst>
                <a:rect l="0" t="0" r="r" b="b"/>
                <a:pathLst>
                  <a:path w="19395" h="20813" fill="norm" stroke="1" extrusionOk="0">
                    <a:moveTo>
                      <a:pt x="17702" y="8711"/>
                    </a:moveTo>
                    <a:cubicBezTo>
                      <a:pt x="15223" y="3899"/>
                      <a:pt x="10441" y="373"/>
                      <a:pt x="6369" y="36"/>
                    </a:cubicBezTo>
                    <a:cubicBezTo>
                      <a:pt x="5574" y="-19"/>
                      <a:pt x="4866" y="-19"/>
                      <a:pt x="4246" y="93"/>
                    </a:cubicBezTo>
                    <a:cubicBezTo>
                      <a:pt x="-182" y="1045"/>
                      <a:pt x="-1332" y="6417"/>
                      <a:pt x="1677" y="12067"/>
                    </a:cubicBezTo>
                    <a:cubicBezTo>
                      <a:pt x="4688" y="17719"/>
                      <a:pt x="10796" y="21581"/>
                      <a:pt x="15223" y="20684"/>
                    </a:cubicBezTo>
                    <a:cubicBezTo>
                      <a:pt x="15844" y="20517"/>
                      <a:pt x="16374" y="20349"/>
                      <a:pt x="16994" y="19957"/>
                    </a:cubicBezTo>
                    <a:cubicBezTo>
                      <a:pt x="19825" y="18168"/>
                      <a:pt x="20268" y="13523"/>
                      <a:pt x="17702" y="8711"/>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1" name="Google Shape;1735;p44"/>
              <p:cNvSpPr/>
              <p:nvPr/>
            </p:nvSpPr>
            <p:spPr>
              <a:xfrm>
                <a:off x="1440009" y="993251"/>
                <a:ext cx="77728" cy="132649"/>
              </a:xfrm>
              <a:custGeom>
                <a:avLst/>
                <a:gdLst/>
                <a:ahLst/>
                <a:cxnLst>
                  <a:cxn ang="0">
                    <a:pos x="wd2" y="hd2"/>
                  </a:cxn>
                  <a:cxn ang="5400000">
                    <a:pos x="wd2" y="hd2"/>
                  </a:cxn>
                  <a:cxn ang="10800000">
                    <a:pos x="wd2" y="hd2"/>
                  </a:cxn>
                  <a:cxn ang="16200000">
                    <a:pos x="wd2" y="hd2"/>
                  </a:cxn>
                </a:cxnLst>
                <a:rect l="0" t="0" r="r" b="b"/>
                <a:pathLst>
                  <a:path w="19030" h="20079" fill="norm" stroke="1" extrusionOk="0">
                    <a:moveTo>
                      <a:pt x="17396" y="8471"/>
                    </a:moveTo>
                    <a:cubicBezTo>
                      <a:pt x="14497" y="2912"/>
                      <a:pt x="8554" y="-762"/>
                      <a:pt x="4205" y="134"/>
                    </a:cubicBezTo>
                    <a:cubicBezTo>
                      <a:pt x="-145" y="1031"/>
                      <a:pt x="-1304" y="6230"/>
                      <a:pt x="1596" y="11697"/>
                    </a:cubicBezTo>
                    <a:cubicBezTo>
                      <a:pt x="4491" y="17164"/>
                      <a:pt x="10581" y="20838"/>
                      <a:pt x="14787" y="19945"/>
                    </a:cubicBezTo>
                    <a:cubicBezTo>
                      <a:pt x="19280" y="19048"/>
                      <a:pt x="20296" y="13938"/>
                      <a:pt x="17396" y="8471"/>
                    </a:cubicBezTo>
                    <a:close/>
                  </a:path>
                </a:pathLst>
              </a:custGeom>
              <a:solidFill>
                <a:srgbClr val="2D1B6A"/>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2" name="Google Shape;1736;p44"/>
              <p:cNvSpPr/>
              <p:nvPr/>
            </p:nvSpPr>
            <p:spPr>
              <a:xfrm>
                <a:off x="1474948" y="786310"/>
                <a:ext cx="742502" cy="328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71" y="21600"/>
                    </a:moveTo>
                    <a:cubicBezTo>
                      <a:pt x="2153" y="21600"/>
                      <a:pt x="0" y="16735"/>
                      <a:pt x="0" y="10781"/>
                    </a:cubicBezTo>
                    <a:cubicBezTo>
                      <a:pt x="0" y="4865"/>
                      <a:pt x="2153" y="0"/>
                      <a:pt x="4771" y="0"/>
                    </a:cubicBezTo>
                    <a:lnTo>
                      <a:pt x="16811" y="0"/>
                    </a:lnTo>
                    <a:cubicBezTo>
                      <a:pt x="19447" y="0"/>
                      <a:pt x="21600" y="4865"/>
                      <a:pt x="21600" y="10781"/>
                    </a:cubicBezTo>
                    <a:cubicBezTo>
                      <a:pt x="21600" y="16735"/>
                      <a:pt x="19447" y="21600"/>
                      <a:pt x="16811" y="2160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3" name="Google Shape;1737;p44"/>
              <p:cNvSpPr/>
              <p:nvPr/>
            </p:nvSpPr>
            <p:spPr>
              <a:xfrm>
                <a:off x="1474948" y="786310"/>
                <a:ext cx="742502" cy="1640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748"/>
                      <a:pt x="2153" y="0"/>
                      <a:pt x="4771" y="0"/>
                    </a:cubicBezTo>
                    <a:lnTo>
                      <a:pt x="16811" y="0"/>
                    </a:lnTo>
                    <a:cubicBezTo>
                      <a:pt x="19447" y="0"/>
                      <a:pt x="21600" y="9748"/>
                      <a:pt x="21600" y="21600"/>
                    </a:cubicBezTo>
                  </a:path>
                </a:pathLst>
              </a:custGeom>
              <a:noFill/>
              <a:ln w="9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4" name="Google Shape;1738;p44"/>
              <p:cNvSpPr/>
              <p:nvPr/>
            </p:nvSpPr>
            <p:spPr>
              <a:xfrm>
                <a:off x="1499805" y="812374"/>
                <a:ext cx="690996" cy="2765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269" y="21600"/>
                    </a:moveTo>
                    <a:lnTo>
                      <a:pt x="4331" y="21600"/>
                    </a:lnTo>
                    <a:cubicBezTo>
                      <a:pt x="1944" y="21600"/>
                      <a:pt x="0" y="16744"/>
                      <a:pt x="0" y="10777"/>
                    </a:cubicBezTo>
                    <a:cubicBezTo>
                      <a:pt x="0" y="4856"/>
                      <a:pt x="1944" y="0"/>
                      <a:pt x="4331" y="0"/>
                    </a:cubicBezTo>
                    <a:lnTo>
                      <a:pt x="17269" y="0"/>
                    </a:lnTo>
                    <a:cubicBezTo>
                      <a:pt x="19656" y="0"/>
                      <a:pt x="21600" y="4856"/>
                      <a:pt x="21600" y="10777"/>
                    </a:cubicBezTo>
                    <a:cubicBezTo>
                      <a:pt x="21600" y="16744"/>
                      <a:pt x="19656" y="21600"/>
                      <a:pt x="17269" y="21600"/>
                    </a:cubicBezTo>
                    <a:close/>
                  </a:path>
                </a:pathLst>
              </a:custGeom>
              <a:solidFill>
                <a:srgbClr val="3333B8"/>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5" name="Google Shape;1739;p44"/>
              <p:cNvSpPr/>
              <p:nvPr/>
            </p:nvSpPr>
            <p:spPr>
              <a:xfrm>
                <a:off x="1517571" y="817108"/>
                <a:ext cx="673230" cy="2717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332" y="0"/>
                    </a:moveTo>
                    <a:cubicBezTo>
                      <a:pt x="18693" y="1599"/>
                      <a:pt x="18883" y="3436"/>
                      <a:pt x="18883" y="5365"/>
                    </a:cubicBezTo>
                    <a:cubicBezTo>
                      <a:pt x="18883" y="8424"/>
                      <a:pt x="18389" y="11154"/>
                      <a:pt x="17572" y="13129"/>
                    </a:cubicBezTo>
                    <a:cubicBezTo>
                      <a:pt x="16774" y="15153"/>
                      <a:pt x="15672" y="16376"/>
                      <a:pt x="14438" y="16376"/>
                    </a:cubicBezTo>
                    <a:lnTo>
                      <a:pt x="1178" y="16376"/>
                    </a:lnTo>
                    <a:cubicBezTo>
                      <a:pt x="760" y="16376"/>
                      <a:pt x="380" y="16189"/>
                      <a:pt x="0" y="15953"/>
                    </a:cubicBezTo>
                    <a:cubicBezTo>
                      <a:pt x="760" y="19295"/>
                      <a:pt x="2204" y="21600"/>
                      <a:pt x="3876" y="21600"/>
                    </a:cubicBezTo>
                    <a:lnTo>
                      <a:pt x="17154" y="21600"/>
                    </a:lnTo>
                    <a:cubicBezTo>
                      <a:pt x="18389" y="21600"/>
                      <a:pt x="19472" y="20377"/>
                      <a:pt x="20289" y="18353"/>
                    </a:cubicBezTo>
                    <a:cubicBezTo>
                      <a:pt x="21087" y="16376"/>
                      <a:pt x="21600" y="13648"/>
                      <a:pt x="21600" y="10589"/>
                    </a:cubicBezTo>
                    <a:cubicBezTo>
                      <a:pt x="21600" y="5554"/>
                      <a:pt x="20213" y="1318"/>
                      <a:pt x="18332"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6" name="Google Shape;1740;p44"/>
              <p:cNvSpPr/>
              <p:nvPr/>
            </p:nvSpPr>
            <p:spPr>
              <a:xfrm>
                <a:off x="1262966" y="2157626"/>
                <a:ext cx="1236925"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 y="0"/>
                    </a:moveTo>
                    <a:cubicBezTo>
                      <a:pt x="52" y="7394"/>
                      <a:pt x="31" y="14596"/>
                      <a:pt x="0" y="21600"/>
                    </a:cubicBezTo>
                    <a:lnTo>
                      <a:pt x="21600" y="21600"/>
                    </a:lnTo>
                    <a:cubicBezTo>
                      <a:pt x="21579" y="14404"/>
                      <a:pt x="21548" y="7010"/>
                      <a:pt x="2150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7" name="Google Shape;1741;p44"/>
              <p:cNvSpPr/>
              <p:nvPr/>
            </p:nvSpPr>
            <p:spPr>
              <a:xfrm>
                <a:off x="1255271" y="2305655"/>
                <a:ext cx="1255275" cy="657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1" y="0"/>
                    </a:moveTo>
                    <a:cubicBezTo>
                      <a:pt x="31" y="7394"/>
                      <a:pt x="10" y="14596"/>
                      <a:pt x="0" y="21600"/>
                    </a:cubicBezTo>
                    <a:lnTo>
                      <a:pt x="21600" y="21600"/>
                    </a:lnTo>
                    <a:cubicBezTo>
                      <a:pt x="21569" y="14404"/>
                      <a:pt x="21549" y="7010"/>
                      <a:pt x="2152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8" name="Google Shape;1742;p44"/>
              <p:cNvSpPr/>
              <p:nvPr/>
            </p:nvSpPr>
            <p:spPr>
              <a:xfrm>
                <a:off x="1248161" y="2453099"/>
                <a:ext cx="1269476" cy="657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 y="0"/>
                    </a:moveTo>
                    <a:cubicBezTo>
                      <a:pt x="30" y="7196"/>
                      <a:pt x="10" y="14590"/>
                      <a:pt x="0" y="21600"/>
                    </a:cubicBezTo>
                    <a:lnTo>
                      <a:pt x="21600" y="21600"/>
                    </a:lnTo>
                    <a:cubicBezTo>
                      <a:pt x="21580" y="14398"/>
                      <a:pt x="21560" y="7196"/>
                      <a:pt x="2156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59" name="Google Shape;1743;p44"/>
              <p:cNvSpPr/>
              <p:nvPr/>
            </p:nvSpPr>
            <p:spPr>
              <a:xfrm>
                <a:off x="1243428" y="2601127"/>
                <a:ext cx="1278962"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 y="0"/>
                    </a:moveTo>
                    <a:cubicBezTo>
                      <a:pt x="10" y="7196"/>
                      <a:pt x="10" y="14590"/>
                      <a:pt x="0" y="21600"/>
                    </a:cubicBezTo>
                    <a:lnTo>
                      <a:pt x="21600" y="21600"/>
                    </a:lnTo>
                    <a:cubicBezTo>
                      <a:pt x="21600" y="14398"/>
                      <a:pt x="21580" y="7004"/>
                      <a:pt x="2156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0" name="Google Shape;1744;p44"/>
              <p:cNvSpPr/>
              <p:nvPr/>
            </p:nvSpPr>
            <p:spPr>
              <a:xfrm>
                <a:off x="1241051" y="2748552"/>
                <a:ext cx="1283112" cy="657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 y="0"/>
                    </a:moveTo>
                    <a:cubicBezTo>
                      <a:pt x="10" y="7394"/>
                      <a:pt x="0" y="14596"/>
                      <a:pt x="0" y="21600"/>
                    </a:cubicBezTo>
                    <a:lnTo>
                      <a:pt x="21600" y="21600"/>
                    </a:lnTo>
                    <a:cubicBezTo>
                      <a:pt x="21600" y="14596"/>
                      <a:pt x="21600" y="7202"/>
                      <a:pt x="2159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1" name="Google Shape;1745;p44"/>
              <p:cNvSpPr/>
              <p:nvPr/>
            </p:nvSpPr>
            <p:spPr>
              <a:xfrm>
                <a:off x="1240467" y="2896580"/>
                <a:ext cx="1283696"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590" y="21600"/>
                    </a:lnTo>
                    <a:cubicBezTo>
                      <a:pt x="21600" y="14206"/>
                      <a:pt x="21600" y="7004"/>
                      <a:pt x="2160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2" name="Google Shape;1746;p44"/>
              <p:cNvSpPr/>
              <p:nvPr/>
            </p:nvSpPr>
            <p:spPr>
              <a:xfrm>
                <a:off x="1241051" y="3044609"/>
                <a:ext cx="1281339"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7785"/>
                      <a:pt x="10" y="14788"/>
                      <a:pt x="10" y="21600"/>
                    </a:cubicBezTo>
                    <a:lnTo>
                      <a:pt x="21560" y="21600"/>
                    </a:lnTo>
                    <a:cubicBezTo>
                      <a:pt x="21570" y="14206"/>
                      <a:pt x="21580" y="7004"/>
                      <a:pt x="2160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3" name="Google Shape;1747;p44"/>
              <p:cNvSpPr/>
              <p:nvPr/>
            </p:nvSpPr>
            <p:spPr>
              <a:xfrm>
                <a:off x="390203" y="-1"/>
                <a:ext cx="2747970" cy="19326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264" y="21600"/>
                    </a:moveTo>
                    <a:lnTo>
                      <a:pt x="1336" y="21600"/>
                    </a:lnTo>
                    <a:cubicBezTo>
                      <a:pt x="600" y="21600"/>
                      <a:pt x="0" y="20746"/>
                      <a:pt x="0" y="19707"/>
                    </a:cubicBezTo>
                    <a:lnTo>
                      <a:pt x="0" y="1899"/>
                    </a:lnTo>
                    <a:cubicBezTo>
                      <a:pt x="0" y="854"/>
                      <a:pt x="600" y="0"/>
                      <a:pt x="1336" y="0"/>
                    </a:cubicBezTo>
                    <a:lnTo>
                      <a:pt x="20264" y="0"/>
                    </a:lnTo>
                    <a:cubicBezTo>
                      <a:pt x="21000" y="0"/>
                      <a:pt x="21600" y="854"/>
                      <a:pt x="21600" y="1899"/>
                    </a:cubicBezTo>
                    <a:lnTo>
                      <a:pt x="21600" y="19707"/>
                    </a:lnTo>
                    <a:cubicBezTo>
                      <a:pt x="21600" y="20760"/>
                      <a:pt x="21004" y="21600"/>
                      <a:pt x="20264" y="21600"/>
                    </a:cubicBezTo>
                    <a:close/>
                  </a:path>
                </a:pathLst>
              </a:custGeom>
              <a:gradFill flip="none" rotWithShape="1">
                <a:gsLst>
                  <a:gs pos="0">
                    <a:srgbClr val="84BDE7">
                      <a:alpha val="63921"/>
                    </a:srgbClr>
                  </a:gs>
                  <a:gs pos="100000">
                    <a:srgbClr val="84BDE7">
                      <a:alpha val="10196"/>
                    </a:srgbClr>
                  </a:gs>
                </a:gsLst>
                <a:lin ang="5400011" scaled="0"/>
              </a:gra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4" name="Google Shape;1748;p44"/>
              <p:cNvSpPr/>
              <p:nvPr/>
            </p:nvSpPr>
            <p:spPr>
              <a:xfrm>
                <a:off x="390203" y="-1"/>
                <a:ext cx="2747970" cy="19326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264" y="21600"/>
                    </a:moveTo>
                    <a:lnTo>
                      <a:pt x="1336" y="21600"/>
                    </a:lnTo>
                    <a:cubicBezTo>
                      <a:pt x="600" y="21600"/>
                      <a:pt x="0" y="20746"/>
                      <a:pt x="0" y="19707"/>
                    </a:cubicBezTo>
                    <a:lnTo>
                      <a:pt x="0" y="1899"/>
                    </a:lnTo>
                    <a:cubicBezTo>
                      <a:pt x="0" y="854"/>
                      <a:pt x="600" y="0"/>
                      <a:pt x="1336" y="0"/>
                    </a:cubicBezTo>
                    <a:lnTo>
                      <a:pt x="20264" y="0"/>
                    </a:lnTo>
                    <a:cubicBezTo>
                      <a:pt x="21000" y="0"/>
                      <a:pt x="21600" y="854"/>
                      <a:pt x="21600" y="1899"/>
                    </a:cubicBezTo>
                    <a:lnTo>
                      <a:pt x="21600" y="19707"/>
                    </a:lnTo>
                    <a:cubicBezTo>
                      <a:pt x="21600" y="20760"/>
                      <a:pt x="21004" y="21600"/>
                      <a:pt x="20264" y="21600"/>
                    </a:cubicBezTo>
                    <a:close/>
                  </a:path>
                </a:pathLst>
              </a:custGeom>
              <a:noFill/>
              <a:ln w="2202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5" name="Google Shape;1749;p44"/>
              <p:cNvSpPr/>
              <p:nvPr/>
            </p:nvSpPr>
            <p:spPr>
              <a:xfrm>
                <a:off x="0" y="223805"/>
                <a:ext cx="492631" cy="9858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9658" y="21600"/>
                      <a:pt x="0" y="16761"/>
                      <a:pt x="0" y="10794"/>
                    </a:cubicBezTo>
                    <a:cubicBezTo>
                      <a:pt x="0" y="4826"/>
                      <a:pt x="9658" y="0"/>
                      <a:pt x="21600" y="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6" name="Google Shape;1750;p44"/>
              <p:cNvSpPr/>
              <p:nvPr/>
            </p:nvSpPr>
            <p:spPr>
              <a:xfrm>
                <a:off x="492629" y="310861"/>
                <a:ext cx="405595" cy="8111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51" y="0"/>
                      <a:pt x="21600" y="4856"/>
                      <a:pt x="21600" y="10800"/>
                    </a:cubicBezTo>
                    <a:cubicBezTo>
                      <a:pt x="21600" y="16775"/>
                      <a:pt x="11920" y="21600"/>
                      <a:pt x="0" y="2160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7" name="Google Shape;1751;p44"/>
              <p:cNvSpPr/>
              <p:nvPr/>
            </p:nvSpPr>
            <p:spPr>
              <a:xfrm>
                <a:off x="173488" y="397898"/>
                <a:ext cx="319143" cy="637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9698" y="21600"/>
                      <a:pt x="0" y="16766"/>
                      <a:pt x="0" y="10790"/>
                    </a:cubicBezTo>
                    <a:cubicBezTo>
                      <a:pt x="0" y="4833"/>
                      <a:pt x="9698" y="0"/>
                      <a:pt x="21600" y="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8" name="Google Shape;1752;p44"/>
              <p:cNvSpPr/>
              <p:nvPr/>
            </p:nvSpPr>
            <p:spPr>
              <a:xfrm>
                <a:off x="492629" y="484935"/>
                <a:ext cx="231522" cy="4636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33" y="0"/>
                      <a:pt x="21600" y="4827"/>
                      <a:pt x="21600" y="10786"/>
                    </a:cubicBezTo>
                    <a:cubicBezTo>
                      <a:pt x="21600" y="16772"/>
                      <a:pt x="11933" y="21600"/>
                      <a:pt x="0" y="2160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69" name="Google Shape;1753;p44"/>
              <p:cNvSpPr/>
              <p:nvPr/>
            </p:nvSpPr>
            <p:spPr>
              <a:xfrm>
                <a:off x="347806" y="572019"/>
                <a:ext cx="290233" cy="290057"/>
              </a:xfrm>
              <a:custGeom>
                <a:avLst/>
                <a:gdLst/>
                <a:ahLst/>
                <a:cxnLst>
                  <a:cxn ang="0">
                    <a:pos x="wd2" y="hd2"/>
                  </a:cxn>
                  <a:cxn ang="5400000">
                    <a:pos x="wd2" y="hd2"/>
                  </a:cxn>
                  <a:cxn ang="10800000">
                    <a:pos x="wd2" y="hd2"/>
                  </a:cxn>
                  <a:cxn ang="16200000">
                    <a:pos x="wd2" y="hd2"/>
                  </a:cxn>
                </a:cxnLst>
                <a:rect l="0" t="0" r="r" b="b"/>
                <a:pathLst>
                  <a:path w="19643" h="19594" fill="norm" stroke="1" extrusionOk="0">
                    <a:moveTo>
                      <a:pt x="12087" y="277"/>
                    </a:moveTo>
                    <a:cubicBezTo>
                      <a:pt x="17336" y="1517"/>
                      <a:pt x="20623" y="6797"/>
                      <a:pt x="19381" y="12037"/>
                    </a:cubicBezTo>
                    <a:cubicBezTo>
                      <a:pt x="18138" y="17316"/>
                      <a:pt x="12848" y="20597"/>
                      <a:pt x="7559" y="19317"/>
                    </a:cubicBezTo>
                    <a:cubicBezTo>
                      <a:pt x="2269" y="18077"/>
                      <a:pt x="-977" y="12797"/>
                      <a:pt x="265" y="7557"/>
                    </a:cubicBezTo>
                    <a:cubicBezTo>
                      <a:pt x="1507" y="2278"/>
                      <a:pt x="6797" y="-1003"/>
                      <a:pt x="12087" y="277"/>
                    </a:cubicBezTo>
                    <a:close/>
                  </a:path>
                </a:pathLst>
              </a:custGeom>
              <a:noFill/>
              <a:ln w="2812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0" name="Google Shape;1754;p44"/>
              <p:cNvSpPr/>
              <p:nvPr/>
            </p:nvSpPr>
            <p:spPr>
              <a:xfrm>
                <a:off x="417233" y="641612"/>
                <a:ext cx="151406" cy="150855"/>
              </a:xfrm>
              <a:custGeom>
                <a:avLst/>
                <a:gdLst/>
                <a:ahLst/>
                <a:cxnLst>
                  <a:cxn ang="0">
                    <a:pos x="wd2" y="hd2"/>
                  </a:cxn>
                  <a:cxn ang="5400000">
                    <a:pos x="wd2" y="hd2"/>
                  </a:cxn>
                  <a:cxn ang="10800000">
                    <a:pos x="wd2" y="hd2"/>
                  </a:cxn>
                  <a:cxn ang="16200000">
                    <a:pos x="wd2" y="hd2"/>
                  </a:cxn>
                </a:cxnLst>
                <a:rect l="0" t="0" r="r" b="b"/>
                <a:pathLst>
                  <a:path w="19656" h="21600" fill="norm" stroke="1" extrusionOk="0">
                    <a:moveTo>
                      <a:pt x="9829" y="0"/>
                    </a:moveTo>
                    <a:cubicBezTo>
                      <a:pt x="5373" y="0"/>
                      <a:pt x="1377" y="3330"/>
                      <a:pt x="257" y="8340"/>
                    </a:cubicBezTo>
                    <a:cubicBezTo>
                      <a:pt x="-972" y="14105"/>
                      <a:pt x="2333" y="19957"/>
                      <a:pt x="7561" y="21313"/>
                    </a:cubicBezTo>
                    <a:cubicBezTo>
                      <a:pt x="8319" y="21508"/>
                      <a:pt x="9081" y="21600"/>
                      <a:pt x="9827" y="21600"/>
                    </a:cubicBezTo>
                    <a:cubicBezTo>
                      <a:pt x="14283" y="21600"/>
                      <a:pt x="18279" y="18270"/>
                      <a:pt x="19399" y="13257"/>
                    </a:cubicBezTo>
                    <a:cubicBezTo>
                      <a:pt x="20628" y="7495"/>
                      <a:pt x="17323" y="1643"/>
                      <a:pt x="12095" y="287"/>
                    </a:cubicBezTo>
                    <a:cubicBezTo>
                      <a:pt x="11334" y="92"/>
                      <a:pt x="10575" y="0"/>
                      <a:pt x="9829"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1" name="Google Shape;1755;p44"/>
              <p:cNvSpPr/>
              <p:nvPr/>
            </p:nvSpPr>
            <p:spPr>
              <a:xfrm>
                <a:off x="111912" y="329796"/>
                <a:ext cx="772696" cy="772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792"/>
                    </a:moveTo>
                    <a:cubicBezTo>
                      <a:pt x="21600" y="16751"/>
                      <a:pt x="16767" y="21600"/>
                      <a:pt x="10808" y="21600"/>
                    </a:cubicBezTo>
                    <a:cubicBezTo>
                      <a:pt x="4850" y="21600"/>
                      <a:pt x="0" y="16751"/>
                      <a:pt x="0" y="10792"/>
                    </a:cubicBezTo>
                    <a:cubicBezTo>
                      <a:pt x="0" y="4833"/>
                      <a:pt x="4850" y="0"/>
                      <a:pt x="10808" y="0"/>
                    </a:cubicBezTo>
                    <a:cubicBezTo>
                      <a:pt x="16767" y="0"/>
                      <a:pt x="21600" y="4833"/>
                      <a:pt x="21600" y="10792"/>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2" name="Google Shape;1756;p44"/>
              <p:cNvSpPr/>
              <p:nvPr/>
            </p:nvSpPr>
            <p:spPr>
              <a:xfrm>
                <a:off x="271765" y="489668"/>
                <a:ext cx="452970" cy="452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786"/>
                    </a:moveTo>
                    <a:cubicBezTo>
                      <a:pt x="21600" y="16744"/>
                      <a:pt x="16772" y="21600"/>
                      <a:pt x="10814" y="21600"/>
                    </a:cubicBezTo>
                    <a:cubicBezTo>
                      <a:pt x="4857" y="21600"/>
                      <a:pt x="0" y="16744"/>
                      <a:pt x="0" y="10786"/>
                    </a:cubicBezTo>
                    <a:cubicBezTo>
                      <a:pt x="0" y="4828"/>
                      <a:pt x="4857" y="0"/>
                      <a:pt x="10814" y="0"/>
                    </a:cubicBezTo>
                    <a:cubicBezTo>
                      <a:pt x="16772" y="0"/>
                      <a:pt x="21600" y="4828"/>
                      <a:pt x="21600" y="10786"/>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3" name="Google Shape;1757;p44"/>
              <p:cNvSpPr/>
              <p:nvPr/>
            </p:nvSpPr>
            <p:spPr>
              <a:xfrm>
                <a:off x="2168300" y="164606"/>
                <a:ext cx="946790" cy="6459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5" y="0"/>
                    </a:moveTo>
                    <a:cubicBezTo>
                      <a:pt x="743" y="0"/>
                      <a:pt x="0" y="1069"/>
                      <a:pt x="0" y="2396"/>
                    </a:cubicBezTo>
                    <a:lnTo>
                      <a:pt x="0" y="19205"/>
                    </a:lnTo>
                    <a:cubicBezTo>
                      <a:pt x="0" y="20512"/>
                      <a:pt x="729" y="21600"/>
                      <a:pt x="1635" y="21600"/>
                    </a:cubicBezTo>
                    <a:lnTo>
                      <a:pt x="19965" y="21600"/>
                    </a:lnTo>
                    <a:cubicBezTo>
                      <a:pt x="20857" y="21600"/>
                      <a:pt x="21600" y="20531"/>
                      <a:pt x="21600" y="19205"/>
                    </a:cubicBezTo>
                    <a:lnTo>
                      <a:pt x="21600" y="2396"/>
                    </a:lnTo>
                    <a:cubicBezTo>
                      <a:pt x="21600" y="1089"/>
                      <a:pt x="20870" y="0"/>
                      <a:pt x="19965" y="0"/>
                    </a:cubicBezTo>
                    <a:close/>
                  </a:path>
                </a:pathLst>
              </a:custGeom>
              <a:solidFill>
                <a:schemeClr val="accent1">
                  <a:alpha val="40650"/>
                </a:scheme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4" name="Google Shape;1758;p44"/>
              <p:cNvSpPr/>
              <p:nvPr/>
            </p:nvSpPr>
            <p:spPr>
              <a:xfrm>
                <a:off x="2168300" y="164606"/>
                <a:ext cx="946790" cy="6459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65" y="21600"/>
                    </a:moveTo>
                    <a:lnTo>
                      <a:pt x="1635" y="21600"/>
                    </a:lnTo>
                    <a:cubicBezTo>
                      <a:pt x="729" y="21600"/>
                      <a:pt x="0" y="20512"/>
                      <a:pt x="0" y="19205"/>
                    </a:cubicBezTo>
                    <a:lnTo>
                      <a:pt x="0" y="2396"/>
                    </a:lnTo>
                    <a:cubicBezTo>
                      <a:pt x="0" y="1069"/>
                      <a:pt x="743" y="0"/>
                      <a:pt x="1635" y="0"/>
                    </a:cubicBezTo>
                    <a:lnTo>
                      <a:pt x="19965" y="0"/>
                    </a:lnTo>
                    <a:cubicBezTo>
                      <a:pt x="20870" y="0"/>
                      <a:pt x="21600" y="1089"/>
                      <a:pt x="21600" y="2396"/>
                    </a:cubicBezTo>
                    <a:lnTo>
                      <a:pt x="21600" y="19205"/>
                    </a:lnTo>
                    <a:cubicBezTo>
                      <a:pt x="21600" y="20531"/>
                      <a:pt x="20857" y="21600"/>
                      <a:pt x="19965" y="21600"/>
                    </a:cubicBezTo>
                    <a:close/>
                  </a:path>
                </a:pathLst>
              </a:custGeom>
              <a:noFill/>
              <a:ln w="9875" cap="flat">
                <a:solidFill>
                  <a:srgbClr val="C9D9FA"/>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5" name="Google Shape;1759;p44"/>
              <p:cNvSpPr/>
              <p:nvPr/>
            </p:nvSpPr>
            <p:spPr>
              <a:xfrm>
                <a:off x="2920268" y="269408"/>
                <a:ext cx="74026" cy="740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5" y="0"/>
                    </a:moveTo>
                    <a:cubicBezTo>
                      <a:pt x="4843" y="0"/>
                      <a:pt x="0" y="5009"/>
                      <a:pt x="0" y="10888"/>
                    </a:cubicBezTo>
                    <a:cubicBezTo>
                      <a:pt x="0" y="16938"/>
                      <a:pt x="4843" y="21600"/>
                      <a:pt x="10885" y="21600"/>
                    </a:cubicBezTo>
                    <a:cubicBezTo>
                      <a:pt x="16933" y="21600"/>
                      <a:pt x="21600" y="16761"/>
                      <a:pt x="21600" y="10888"/>
                    </a:cubicBezTo>
                    <a:cubicBezTo>
                      <a:pt x="21600" y="5009"/>
                      <a:pt x="16933" y="0"/>
                      <a:pt x="10885"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6" name="Google Shape;1760;p44"/>
              <p:cNvSpPr/>
              <p:nvPr/>
            </p:nvSpPr>
            <p:spPr>
              <a:xfrm>
                <a:off x="2334679" y="638281"/>
                <a:ext cx="41455" cy="414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5248" y="0"/>
                      <a:pt x="0" y="4629"/>
                      <a:pt x="0" y="10800"/>
                    </a:cubicBezTo>
                    <a:cubicBezTo>
                      <a:pt x="0" y="16667"/>
                      <a:pt x="4629" y="21600"/>
                      <a:pt x="10800" y="21600"/>
                    </a:cubicBezTo>
                    <a:cubicBezTo>
                      <a:pt x="16657" y="21600"/>
                      <a:pt x="21600" y="16971"/>
                      <a:pt x="21600" y="10800"/>
                    </a:cubicBezTo>
                    <a:cubicBezTo>
                      <a:pt x="21600" y="4943"/>
                      <a:pt x="16657"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7" name="Google Shape;1761;p44"/>
              <p:cNvSpPr/>
              <p:nvPr/>
            </p:nvSpPr>
            <p:spPr>
              <a:xfrm>
                <a:off x="2913177" y="667306"/>
                <a:ext cx="32553" cy="319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00" y="0"/>
                    </a:moveTo>
                    <a:cubicBezTo>
                      <a:pt x="4705" y="0"/>
                      <a:pt x="0" y="4791"/>
                      <a:pt x="0" y="10793"/>
                    </a:cubicBezTo>
                    <a:cubicBezTo>
                      <a:pt x="0" y="16796"/>
                      <a:pt x="4705" y="21600"/>
                      <a:pt x="10600" y="21600"/>
                    </a:cubicBezTo>
                    <a:cubicBezTo>
                      <a:pt x="16494" y="21600"/>
                      <a:pt x="21600" y="16796"/>
                      <a:pt x="21600" y="10793"/>
                    </a:cubicBezTo>
                    <a:cubicBezTo>
                      <a:pt x="21600" y="4791"/>
                      <a:pt x="16494" y="0"/>
                      <a:pt x="106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8" name="Google Shape;1762;p44"/>
              <p:cNvSpPr/>
              <p:nvPr/>
            </p:nvSpPr>
            <p:spPr>
              <a:xfrm>
                <a:off x="2432371" y="312030"/>
                <a:ext cx="74026" cy="740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5" y="0"/>
                    </a:moveTo>
                    <a:cubicBezTo>
                      <a:pt x="4837" y="0"/>
                      <a:pt x="0" y="4667"/>
                      <a:pt x="0" y="10715"/>
                    </a:cubicBezTo>
                    <a:cubicBezTo>
                      <a:pt x="0" y="16763"/>
                      <a:pt x="4837" y="21600"/>
                      <a:pt x="10885" y="21600"/>
                    </a:cubicBezTo>
                    <a:cubicBezTo>
                      <a:pt x="16763" y="21600"/>
                      <a:pt x="21600" y="16763"/>
                      <a:pt x="21600" y="10715"/>
                    </a:cubicBezTo>
                    <a:cubicBezTo>
                      <a:pt x="21600" y="4667"/>
                      <a:pt x="16763" y="0"/>
                      <a:pt x="10885"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79" name="Google Shape;1763;p44"/>
              <p:cNvSpPr/>
              <p:nvPr/>
            </p:nvSpPr>
            <p:spPr>
              <a:xfrm>
                <a:off x="2882380" y="34927"/>
                <a:ext cx="387244" cy="2652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2" y="0"/>
                    </a:moveTo>
                    <a:cubicBezTo>
                      <a:pt x="760" y="0"/>
                      <a:pt x="0" y="1109"/>
                      <a:pt x="0" y="2411"/>
                    </a:cubicBezTo>
                    <a:lnTo>
                      <a:pt x="0" y="19190"/>
                    </a:lnTo>
                    <a:cubicBezTo>
                      <a:pt x="0" y="20491"/>
                      <a:pt x="760" y="21600"/>
                      <a:pt x="1652" y="21600"/>
                    </a:cubicBezTo>
                    <a:lnTo>
                      <a:pt x="19948" y="21600"/>
                    </a:lnTo>
                    <a:cubicBezTo>
                      <a:pt x="20873" y="21600"/>
                      <a:pt x="21600" y="20491"/>
                      <a:pt x="21600" y="19190"/>
                    </a:cubicBezTo>
                    <a:lnTo>
                      <a:pt x="21600" y="2411"/>
                    </a:lnTo>
                    <a:cubicBezTo>
                      <a:pt x="21600" y="1109"/>
                      <a:pt x="20873" y="0"/>
                      <a:pt x="19948" y="0"/>
                    </a:cubicBezTo>
                    <a:close/>
                  </a:path>
                </a:pathLst>
              </a:custGeom>
              <a:solidFill>
                <a:schemeClr val="accent1">
                  <a:alpha val="40650"/>
                </a:scheme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0" name="Google Shape;1764;p44"/>
              <p:cNvSpPr/>
              <p:nvPr/>
            </p:nvSpPr>
            <p:spPr>
              <a:xfrm>
                <a:off x="2882380" y="34927"/>
                <a:ext cx="387244" cy="2652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8" y="21600"/>
                    </a:moveTo>
                    <a:lnTo>
                      <a:pt x="1652" y="21600"/>
                    </a:lnTo>
                    <a:cubicBezTo>
                      <a:pt x="760" y="21600"/>
                      <a:pt x="0" y="20491"/>
                      <a:pt x="0" y="19190"/>
                    </a:cubicBezTo>
                    <a:lnTo>
                      <a:pt x="0" y="2411"/>
                    </a:lnTo>
                    <a:cubicBezTo>
                      <a:pt x="0" y="1109"/>
                      <a:pt x="760" y="0"/>
                      <a:pt x="1652" y="0"/>
                    </a:cubicBezTo>
                    <a:lnTo>
                      <a:pt x="19948" y="0"/>
                    </a:lnTo>
                    <a:cubicBezTo>
                      <a:pt x="20873" y="0"/>
                      <a:pt x="21600" y="1109"/>
                      <a:pt x="21600" y="2411"/>
                    </a:cubicBezTo>
                    <a:lnTo>
                      <a:pt x="21600" y="19190"/>
                    </a:lnTo>
                    <a:cubicBezTo>
                      <a:pt x="21600" y="20491"/>
                      <a:pt x="20873" y="21600"/>
                      <a:pt x="19948" y="21600"/>
                    </a:cubicBezTo>
                    <a:close/>
                  </a:path>
                </a:pathLst>
              </a:custGeom>
              <a:noFill/>
              <a:ln w="3800" cap="flat">
                <a:solidFill>
                  <a:srgbClr val="C9D9FA"/>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1" name="Google Shape;1765;p44"/>
              <p:cNvSpPr/>
              <p:nvPr/>
            </p:nvSpPr>
            <p:spPr>
              <a:xfrm>
                <a:off x="3190280" y="78757"/>
                <a:ext cx="29612" cy="295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46" y="0"/>
                      <a:pt x="0" y="4749"/>
                      <a:pt x="0" y="10793"/>
                    </a:cubicBezTo>
                    <a:cubicBezTo>
                      <a:pt x="0" y="16851"/>
                      <a:pt x="4746" y="21600"/>
                      <a:pt x="10800" y="21600"/>
                    </a:cubicBezTo>
                    <a:cubicBezTo>
                      <a:pt x="16839" y="21600"/>
                      <a:pt x="21600" y="16851"/>
                      <a:pt x="21600" y="10793"/>
                    </a:cubicBezTo>
                    <a:cubicBezTo>
                      <a:pt x="21600" y="4749"/>
                      <a:pt x="1683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2" name="Google Shape;1766;p44"/>
              <p:cNvSpPr/>
              <p:nvPr/>
            </p:nvSpPr>
            <p:spPr>
              <a:xfrm>
                <a:off x="2949878" y="229143"/>
                <a:ext cx="17767" cy="177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334" y="0"/>
                      <a:pt x="0" y="5045"/>
                      <a:pt x="0" y="10800"/>
                    </a:cubicBezTo>
                    <a:cubicBezTo>
                      <a:pt x="0" y="16555"/>
                      <a:pt x="5755" y="21600"/>
                      <a:pt x="10800" y="21600"/>
                    </a:cubicBezTo>
                    <a:cubicBezTo>
                      <a:pt x="17289" y="21600"/>
                      <a:pt x="21600" y="15845"/>
                      <a:pt x="21600" y="10800"/>
                    </a:cubicBezTo>
                    <a:cubicBezTo>
                      <a:pt x="21600" y="4311"/>
                      <a:pt x="16555"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3" name="Google Shape;1767;p44"/>
              <p:cNvSpPr/>
              <p:nvPr/>
            </p:nvSpPr>
            <p:spPr>
              <a:xfrm>
                <a:off x="3186735" y="240987"/>
                <a:ext cx="13619" cy="130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321" y="0"/>
                    </a:moveTo>
                    <a:cubicBezTo>
                      <a:pt x="4697" y="0"/>
                      <a:pt x="0" y="4908"/>
                      <a:pt x="0" y="10784"/>
                    </a:cubicBezTo>
                    <a:cubicBezTo>
                      <a:pt x="0" y="16692"/>
                      <a:pt x="4697" y="21600"/>
                      <a:pt x="10321" y="21600"/>
                    </a:cubicBezTo>
                    <a:cubicBezTo>
                      <a:pt x="16903" y="21600"/>
                      <a:pt x="21600" y="16692"/>
                      <a:pt x="21600" y="10784"/>
                    </a:cubicBezTo>
                    <a:cubicBezTo>
                      <a:pt x="21600" y="4908"/>
                      <a:pt x="16903" y="969"/>
                      <a:pt x="10321"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4" name="Google Shape;1768;p44"/>
              <p:cNvSpPr/>
              <p:nvPr/>
            </p:nvSpPr>
            <p:spPr>
              <a:xfrm>
                <a:off x="2990747" y="95919"/>
                <a:ext cx="29592" cy="296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3" y="0"/>
                    </a:moveTo>
                    <a:cubicBezTo>
                      <a:pt x="4749" y="0"/>
                      <a:pt x="0" y="4746"/>
                      <a:pt x="0" y="10800"/>
                    </a:cubicBezTo>
                    <a:cubicBezTo>
                      <a:pt x="0" y="16413"/>
                      <a:pt x="4749" y="21600"/>
                      <a:pt x="10793" y="21600"/>
                    </a:cubicBezTo>
                    <a:cubicBezTo>
                      <a:pt x="16851" y="21600"/>
                      <a:pt x="21600" y="16413"/>
                      <a:pt x="21600" y="10800"/>
                    </a:cubicBezTo>
                    <a:cubicBezTo>
                      <a:pt x="21600" y="4746"/>
                      <a:pt x="16851" y="0"/>
                      <a:pt x="10793"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5" name="Google Shape;1769;p44"/>
              <p:cNvSpPr/>
              <p:nvPr/>
            </p:nvSpPr>
            <p:spPr>
              <a:xfrm>
                <a:off x="1969351" y="618158"/>
                <a:ext cx="387245" cy="265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2" y="0"/>
                    </a:moveTo>
                    <a:cubicBezTo>
                      <a:pt x="727" y="0"/>
                      <a:pt x="0" y="1109"/>
                      <a:pt x="0" y="2411"/>
                    </a:cubicBezTo>
                    <a:lnTo>
                      <a:pt x="0" y="19189"/>
                    </a:lnTo>
                    <a:cubicBezTo>
                      <a:pt x="0" y="20491"/>
                      <a:pt x="727" y="21600"/>
                      <a:pt x="1652" y="21600"/>
                    </a:cubicBezTo>
                    <a:lnTo>
                      <a:pt x="19948" y="21600"/>
                    </a:lnTo>
                    <a:cubicBezTo>
                      <a:pt x="20840" y="21600"/>
                      <a:pt x="21534" y="20491"/>
                      <a:pt x="21600" y="19189"/>
                    </a:cubicBezTo>
                    <a:lnTo>
                      <a:pt x="21600" y="2411"/>
                    </a:lnTo>
                    <a:cubicBezTo>
                      <a:pt x="21600" y="1109"/>
                      <a:pt x="20840" y="0"/>
                      <a:pt x="19948" y="0"/>
                    </a:cubicBezTo>
                    <a:close/>
                  </a:path>
                </a:pathLst>
              </a:custGeom>
              <a:solidFill>
                <a:schemeClr val="accent1">
                  <a:alpha val="40650"/>
                </a:scheme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6" name="Google Shape;1770;p44"/>
              <p:cNvSpPr/>
              <p:nvPr/>
            </p:nvSpPr>
            <p:spPr>
              <a:xfrm>
                <a:off x="1969351" y="618158"/>
                <a:ext cx="387245" cy="265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8" y="21600"/>
                    </a:moveTo>
                    <a:lnTo>
                      <a:pt x="1652" y="21600"/>
                    </a:lnTo>
                    <a:cubicBezTo>
                      <a:pt x="727" y="21600"/>
                      <a:pt x="0" y="20491"/>
                      <a:pt x="0" y="19189"/>
                    </a:cubicBezTo>
                    <a:lnTo>
                      <a:pt x="0" y="2411"/>
                    </a:lnTo>
                    <a:cubicBezTo>
                      <a:pt x="0" y="1109"/>
                      <a:pt x="727" y="0"/>
                      <a:pt x="1652" y="0"/>
                    </a:cubicBezTo>
                    <a:lnTo>
                      <a:pt x="19948" y="0"/>
                    </a:lnTo>
                    <a:cubicBezTo>
                      <a:pt x="20840" y="0"/>
                      <a:pt x="21600" y="1109"/>
                      <a:pt x="21600" y="2411"/>
                    </a:cubicBezTo>
                    <a:lnTo>
                      <a:pt x="21600" y="19189"/>
                    </a:lnTo>
                    <a:cubicBezTo>
                      <a:pt x="21534" y="20491"/>
                      <a:pt x="20840" y="21600"/>
                      <a:pt x="19948" y="21600"/>
                    </a:cubicBezTo>
                    <a:close/>
                  </a:path>
                </a:pathLst>
              </a:custGeom>
              <a:noFill/>
              <a:ln w="3800" cap="flat">
                <a:solidFill>
                  <a:srgbClr val="C9D9FA"/>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7" name="Google Shape;1771;p44"/>
              <p:cNvSpPr/>
              <p:nvPr/>
            </p:nvSpPr>
            <p:spPr>
              <a:xfrm>
                <a:off x="2277252" y="662573"/>
                <a:ext cx="29611" cy="295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46" y="0"/>
                      <a:pt x="0" y="4749"/>
                      <a:pt x="0" y="10793"/>
                    </a:cubicBezTo>
                    <a:cubicBezTo>
                      <a:pt x="0" y="16851"/>
                      <a:pt x="4746" y="21600"/>
                      <a:pt x="10800" y="21600"/>
                    </a:cubicBezTo>
                    <a:cubicBezTo>
                      <a:pt x="16839" y="21600"/>
                      <a:pt x="21600" y="16851"/>
                      <a:pt x="21600" y="10793"/>
                    </a:cubicBezTo>
                    <a:cubicBezTo>
                      <a:pt x="21600" y="4749"/>
                      <a:pt x="1683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8" name="Google Shape;1772;p44"/>
              <p:cNvSpPr/>
              <p:nvPr/>
            </p:nvSpPr>
            <p:spPr>
              <a:xfrm>
                <a:off x="2035661" y="812374"/>
                <a:ext cx="17767" cy="177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5045" y="0"/>
                      <a:pt x="0" y="5021"/>
                      <a:pt x="0" y="10800"/>
                    </a:cubicBezTo>
                    <a:cubicBezTo>
                      <a:pt x="0" y="16555"/>
                      <a:pt x="5045" y="21600"/>
                      <a:pt x="10800" y="21600"/>
                    </a:cubicBezTo>
                    <a:cubicBezTo>
                      <a:pt x="17289" y="21600"/>
                      <a:pt x="21600" y="15821"/>
                      <a:pt x="21600" y="10800"/>
                    </a:cubicBezTo>
                    <a:cubicBezTo>
                      <a:pt x="21600" y="5021"/>
                      <a:pt x="1728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89" name="Google Shape;1773;p44"/>
              <p:cNvSpPr/>
              <p:nvPr/>
            </p:nvSpPr>
            <p:spPr>
              <a:xfrm>
                <a:off x="2273102" y="824802"/>
                <a:ext cx="13619" cy="130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9" y="0"/>
                    </a:moveTo>
                    <a:cubicBezTo>
                      <a:pt x="5624" y="0"/>
                      <a:pt x="0" y="4908"/>
                      <a:pt x="0" y="10784"/>
                    </a:cubicBezTo>
                    <a:cubicBezTo>
                      <a:pt x="0" y="16692"/>
                      <a:pt x="5624" y="21600"/>
                      <a:pt x="11279" y="21600"/>
                    </a:cubicBezTo>
                    <a:cubicBezTo>
                      <a:pt x="16903" y="21600"/>
                      <a:pt x="21600" y="16692"/>
                      <a:pt x="21600" y="10784"/>
                    </a:cubicBezTo>
                    <a:cubicBezTo>
                      <a:pt x="21600" y="4908"/>
                      <a:pt x="16903" y="0"/>
                      <a:pt x="11279"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90" name="Google Shape;1774;p44"/>
              <p:cNvSpPr/>
              <p:nvPr/>
            </p:nvSpPr>
            <p:spPr>
              <a:xfrm>
                <a:off x="2077114" y="679735"/>
                <a:ext cx="29612" cy="296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46" y="0"/>
                      <a:pt x="0" y="4746"/>
                      <a:pt x="0" y="10800"/>
                    </a:cubicBezTo>
                    <a:cubicBezTo>
                      <a:pt x="0" y="16839"/>
                      <a:pt x="4746" y="21600"/>
                      <a:pt x="10800" y="21600"/>
                    </a:cubicBezTo>
                    <a:cubicBezTo>
                      <a:pt x="16839" y="21600"/>
                      <a:pt x="21600" y="16839"/>
                      <a:pt x="21600" y="10800"/>
                    </a:cubicBezTo>
                    <a:cubicBezTo>
                      <a:pt x="21600" y="4746"/>
                      <a:pt x="1683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898" name="Google Shape;1775;p44"/>
            <p:cNvGrpSpPr/>
            <p:nvPr/>
          </p:nvGrpSpPr>
          <p:grpSpPr>
            <a:xfrm>
              <a:off x="1576700" y="1175546"/>
              <a:ext cx="518247" cy="328056"/>
              <a:chOff x="-1" y="0"/>
              <a:chExt cx="518246" cy="328055"/>
            </a:xfrm>
          </p:grpSpPr>
          <p:sp>
            <p:nvSpPr>
              <p:cNvPr id="1892" name="Google Shape;1776;p44"/>
              <p:cNvSpPr/>
              <p:nvPr/>
            </p:nvSpPr>
            <p:spPr>
              <a:xfrm>
                <a:off x="288436"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897" name="Google Shape;1777;p44"/>
              <p:cNvGrpSpPr/>
              <p:nvPr/>
            </p:nvGrpSpPr>
            <p:grpSpPr>
              <a:xfrm>
                <a:off x="-2" y="0"/>
                <a:ext cx="518247" cy="328056"/>
                <a:chOff x="0" y="0"/>
                <a:chExt cx="518246" cy="328055"/>
              </a:xfrm>
            </p:grpSpPr>
            <p:sp>
              <p:nvSpPr>
                <p:cNvPr id="1893" name="Google Shape;1778;p44"/>
                <p:cNvSpPr/>
                <p:nvPr/>
              </p:nvSpPr>
              <p:spPr>
                <a:xfrm>
                  <a:off x="432551" y="6359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94" name="Google Shape;1779;p44"/>
                <p:cNvSpPr/>
                <p:nvPr/>
              </p:nvSpPr>
              <p:spPr>
                <a:xfrm>
                  <a:off x="274063" y="242360"/>
                  <a:ext cx="8475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95" name="Google Shape;1780;p44"/>
                <p:cNvSpPr/>
                <p:nvPr/>
              </p:nvSpPr>
              <p:spPr>
                <a:xfrm>
                  <a:off x="99534" y="0"/>
                  <a:ext cx="15666"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896" name="Google Shape;1781;p44"/>
                <p:cNvSpPr/>
                <p:nvPr/>
              </p:nvSpPr>
              <p:spPr>
                <a:xfrm>
                  <a:off x="-1" y="98595"/>
                  <a:ext cx="21379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906" name="Google Shape;1782;p44"/>
            <p:cNvGrpSpPr/>
            <p:nvPr/>
          </p:nvGrpSpPr>
          <p:grpSpPr>
            <a:xfrm>
              <a:off x="3287183" y="434976"/>
              <a:ext cx="850698" cy="850727"/>
              <a:chOff x="-1" y="0"/>
              <a:chExt cx="850697" cy="850726"/>
            </a:xfrm>
          </p:grpSpPr>
          <p:sp>
            <p:nvSpPr>
              <p:cNvPr id="1899" name="Google Shape;1783;p44"/>
              <p:cNvSpPr/>
              <p:nvPr/>
            </p:nvSpPr>
            <p:spPr>
              <a:xfrm flipH="1">
                <a:off x="-2" y="100092"/>
                <a:ext cx="179579" cy="32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44" y="0"/>
                    </a:moveTo>
                    <a:lnTo>
                      <a:pt x="0" y="2178"/>
                    </a:lnTo>
                    <a:cubicBezTo>
                      <a:pt x="10433" y="7016"/>
                      <a:pt x="16385" y="14142"/>
                      <a:pt x="16385" y="21600"/>
                    </a:cubicBezTo>
                    <a:lnTo>
                      <a:pt x="21600" y="21600"/>
                    </a:lnTo>
                    <a:cubicBezTo>
                      <a:pt x="21600" y="13255"/>
                      <a:pt x="14979" y="5354"/>
                      <a:pt x="334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0" name="Google Shape;1784;p44"/>
              <p:cNvSpPr/>
              <p:nvPr/>
            </p:nvSpPr>
            <p:spPr>
              <a:xfrm flipH="1">
                <a:off x="11108" y="512094"/>
                <a:ext cx="103982" cy="1612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934" y="0"/>
                    </a:moveTo>
                    <a:cubicBezTo>
                      <a:pt x="10627" y="6630"/>
                      <a:pt x="6236" y="12813"/>
                      <a:pt x="0" y="18248"/>
                    </a:cubicBezTo>
                    <a:lnTo>
                      <a:pt x="7275" y="21600"/>
                    </a:lnTo>
                    <a:cubicBezTo>
                      <a:pt x="14094" y="15495"/>
                      <a:pt x="18946" y="8717"/>
                      <a:pt x="21600" y="1343"/>
                    </a:cubicBezTo>
                    <a:lnTo>
                      <a:pt x="12934"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1" name="Google Shape;1785;p44"/>
              <p:cNvSpPr/>
              <p:nvPr/>
            </p:nvSpPr>
            <p:spPr>
              <a:xfrm flipH="1">
                <a:off x="212403" y="697809"/>
                <a:ext cx="512097" cy="1529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66" y="0"/>
                    </a:moveTo>
                    <a:lnTo>
                      <a:pt x="0" y="4319"/>
                    </a:lnTo>
                    <a:cubicBezTo>
                      <a:pt x="3377" y="15551"/>
                      <a:pt x="7857" y="21600"/>
                      <a:pt x="12617" y="21600"/>
                    </a:cubicBezTo>
                    <a:cubicBezTo>
                      <a:pt x="15784" y="21600"/>
                      <a:pt x="18880" y="18850"/>
                      <a:pt x="21600" y="13589"/>
                    </a:cubicBezTo>
                    <a:lnTo>
                      <a:pt x="20710" y="8325"/>
                    </a:lnTo>
                    <a:cubicBezTo>
                      <a:pt x="18271" y="13040"/>
                      <a:pt x="15456" y="15629"/>
                      <a:pt x="12617" y="15629"/>
                    </a:cubicBezTo>
                    <a:cubicBezTo>
                      <a:pt x="8327" y="15629"/>
                      <a:pt x="4316" y="10133"/>
                      <a:pt x="126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2" name="Google Shape;1786;p44"/>
              <p:cNvSpPr/>
              <p:nvPr/>
            </p:nvSpPr>
            <p:spPr>
              <a:xfrm flipH="1">
                <a:off x="696697" y="126781"/>
                <a:ext cx="154000" cy="4648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311" y="0"/>
                    </a:moveTo>
                    <a:cubicBezTo>
                      <a:pt x="6081" y="3695"/>
                      <a:pt x="0" y="8682"/>
                      <a:pt x="0" y="13952"/>
                    </a:cubicBezTo>
                    <a:cubicBezTo>
                      <a:pt x="0" y="16562"/>
                      <a:pt x="1558" y="19145"/>
                      <a:pt x="4678" y="21600"/>
                    </a:cubicBezTo>
                    <a:lnTo>
                      <a:pt x="10214" y="20826"/>
                    </a:lnTo>
                    <a:cubicBezTo>
                      <a:pt x="7409" y="18629"/>
                      <a:pt x="6003" y="16304"/>
                      <a:pt x="6003" y="13901"/>
                    </a:cubicBezTo>
                    <a:cubicBezTo>
                      <a:pt x="6003" y="9198"/>
                      <a:pt x="11542" y="4729"/>
                      <a:pt x="21600" y="1369"/>
                    </a:cubicBezTo>
                    <a:lnTo>
                      <a:pt x="17311"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3" name="Google Shape;1787;p44"/>
              <p:cNvSpPr/>
              <p:nvPr/>
            </p:nvSpPr>
            <p:spPr>
              <a:xfrm flipH="1">
                <a:off x="426472" y="0"/>
                <a:ext cx="195158" cy="856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4094" y="0"/>
                      <a:pt x="6646" y="4211"/>
                      <a:pt x="0" y="11925"/>
                    </a:cubicBezTo>
                    <a:lnTo>
                      <a:pt x="2216" y="21600"/>
                    </a:lnTo>
                    <a:cubicBezTo>
                      <a:pt x="8247" y="14447"/>
                      <a:pt x="14770" y="10944"/>
                      <a:pt x="21600" y="10944"/>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4" name="Google Shape;1788;p44"/>
              <p:cNvSpPr/>
              <p:nvPr/>
            </p:nvSpPr>
            <p:spPr>
              <a:xfrm flipH="1">
                <a:off x="165689" y="165689"/>
                <a:ext cx="519873" cy="5199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1" y="0"/>
                    </a:moveTo>
                    <a:cubicBezTo>
                      <a:pt x="4828" y="0"/>
                      <a:pt x="0" y="4829"/>
                      <a:pt x="0" y="10788"/>
                    </a:cubicBezTo>
                    <a:cubicBezTo>
                      <a:pt x="0" y="16748"/>
                      <a:pt x="4828" y="21600"/>
                      <a:pt x="10811" y="21600"/>
                    </a:cubicBezTo>
                    <a:cubicBezTo>
                      <a:pt x="16772" y="21600"/>
                      <a:pt x="21600" y="16748"/>
                      <a:pt x="21600" y="10788"/>
                    </a:cubicBezTo>
                    <a:cubicBezTo>
                      <a:pt x="21600" y="4829"/>
                      <a:pt x="16772" y="0"/>
                      <a:pt x="1081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5" name="Google Shape;1789;p44"/>
              <p:cNvSpPr/>
              <p:nvPr/>
            </p:nvSpPr>
            <p:spPr>
              <a:xfrm>
                <a:off x="287998" y="253007"/>
                <a:ext cx="273033" cy="3363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03" y="5783"/>
                    </a:moveTo>
                    <a:lnTo>
                      <a:pt x="9503" y="9247"/>
                    </a:lnTo>
                    <a:cubicBezTo>
                      <a:pt x="9195" y="9247"/>
                      <a:pt x="8887" y="9247"/>
                      <a:pt x="8621" y="9282"/>
                    </a:cubicBezTo>
                    <a:cubicBezTo>
                      <a:pt x="8358" y="9318"/>
                      <a:pt x="8094" y="9318"/>
                      <a:pt x="7875" y="9318"/>
                    </a:cubicBezTo>
                    <a:cubicBezTo>
                      <a:pt x="6820" y="9318"/>
                      <a:pt x="6027" y="9140"/>
                      <a:pt x="5543" y="8890"/>
                    </a:cubicBezTo>
                    <a:cubicBezTo>
                      <a:pt x="5060" y="8605"/>
                      <a:pt x="4796" y="8211"/>
                      <a:pt x="4796" y="7783"/>
                    </a:cubicBezTo>
                    <a:cubicBezTo>
                      <a:pt x="4796" y="7533"/>
                      <a:pt x="4884" y="7319"/>
                      <a:pt x="5060" y="7141"/>
                    </a:cubicBezTo>
                    <a:cubicBezTo>
                      <a:pt x="5236" y="6927"/>
                      <a:pt x="5456" y="6675"/>
                      <a:pt x="5807" y="6532"/>
                    </a:cubicBezTo>
                    <a:cubicBezTo>
                      <a:pt x="6159" y="6283"/>
                      <a:pt x="6644" y="6176"/>
                      <a:pt x="7259" y="6033"/>
                    </a:cubicBezTo>
                    <a:cubicBezTo>
                      <a:pt x="7875" y="5890"/>
                      <a:pt x="8621" y="5855"/>
                      <a:pt x="9503" y="5783"/>
                    </a:cubicBezTo>
                    <a:close/>
                    <a:moveTo>
                      <a:pt x="13945" y="11781"/>
                    </a:moveTo>
                    <a:cubicBezTo>
                      <a:pt x="15178" y="11781"/>
                      <a:pt x="16057" y="11961"/>
                      <a:pt x="16584" y="12282"/>
                    </a:cubicBezTo>
                    <a:cubicBezTo>
                      <a:pt x="17201" y="12603"/>
                      <a:pt x="17465" y="13031"/>
                      <a:pt x="17465" y="13566"/>
                    </a:cubicBezTo>
                    <a:cubicBezTo>
                      <a:pt x="17465" y="13889"/>
                      <a:pt x="17377" y="14210"/>
                      <a:pt x="17201" y="14459"/>
                    </a:cubicBezTo>
                    <a:cubicBezTo>
                      <a:pt x="17023" y="14780"/>
                      <a:pt x="16760" y="14994"/>
                      <a:pt x="16320" y="15208"/>
                    </a:cubicBezTo>
                    <a:cubicBezTo>
                      <a:pt x="15881" y="15460"/>
                      <a:pt x="15398" y="15638"/>
                      <a:pt x="14736" y="15745"/>
                    </a:cubicBezTo>
                    <a:cubicBezTo>
                      <a:pt x="14077" y="15888"/>
                      <a:pt x="13286" y="15995"/>
                      <a:pt x="12361" y="16031"/>
                    </a:cubicBezTo>
                    <a:lnTo>
                      <a:pt x="12317" y="16031"/>
                    </a:lnTo>
                    <a:lnTo>
                      <a:pt x="12317" y="11888"/>
                    </a:lnTo>
                    <a:cubicBezTo>
                      <a:pt x="12581" y="11888"/>
                      <a:pt x="12844" y="11888"/>
                      <a:pt x="13154" y="11816"/>
                    </a:cubicBezTo>
                    <a:cubicBezTo>
                      <a:pt x="13418" y="11781"/>
                      <a:pt x="13682" y="11781"/>
                      <a:pt x="13945" y="11781"/>
                    </a:cubicBezTo>
                    <a:close/>
                    <a:moveTo>
                      <a:pt x="9503" y="0"/>
                    </a:moveTo>
                    <a:lnTo>
                      <a:pt x="9503" y="2926"/>
                    </a:lnTo>
                    <a:cubicBezTo>
                      <a:pt x="7918" y="2998"/>
                      <a:pt x="6556" y="3176"/>
                      <a:pt x="5456" y="3463"/>
                    </a:cubicBezTo>
                    <a:cubicBezTo>
                      <a:pt x="4355" y="3784"/>
                      <a:pt x="3476" y="4177"/>
                      <a:pt x="2729" y="4640"/>
                    </a:cubicBezTo>
                    <a:cubicBezTo>
                      <a:pt x="2067" y="5068"/>
                      <a:pt x="1584" y="5605"/>
                      <a:pt x="1277" y="6211"/>
                    </a:cubicBezTo>
                    <a:cubicBezTo>
                      <a:pt x="969" y="6782"/>
                      <a:pt x="837" y="7390"/>
                      <a:pt x="837" y="7997"/>
                    </a:cubicBezTo>
                    <a:cubicBezTo>
                      <a:pt x="837" y="8640"/>
                      <a:pt x="1057" y="9282"/>
                      <a:pt x="1364" y="9817"/>
                    </a:cubicBezTo>
                    <a:cubicBezTo>
                      <a:pt x="1716" y="10354"/>
                      <a:pt x="2199" y="10782"/>
                      <a:pt x="2817" y="11139"/>
                    </a:cubicBezTo>
                    <a:cubicBezTo>
                      <a:pt x="3344" y="11531"/>
                      <a:pt x="4047" y="11781"/>
                      <a:pt x="4840" y="11961"/>
                    </a:cubicBezTo>
                    <a:cubicBezTo>
                      <a:pt x="5587" y="12139"/>
                      <a:pt x="6422" y="12246"/>
                      <a:pt x="7259" y="12246"/>
                    </a:cubicBezTo>
                    <a:cubicBezTo>
                      <a:pt x="7655" y="12246"/>
                      <a:pt x="7962" y="12246"/>
                      <a:pt x="8358" y="12175"/>
                    </a:cubicBezTo>
                    <a:cubicBezTo>
                      <a:pt x="8668" y="12175"/>
                      <a:pt x="9107" y="12139"/>
                      <a:pt x="9503" y="12104"/>
                    </a:cubicBezTo>
                    <a:lnTo>
                      <a:pt x="9503" y="15924"/>
                    </a:lnTo>
                    <a:cubicBezTo>
                      <a:pt x="8800" y="15888"/>
                      <a:pt x="8094" y="15852"/>
                      <a:pt x="7435" y="15710"/>
                    </a:cubicBezTo>
                    <a:cubicBezTo>
                      <a:pt x="6776" y="15638"/>
                      <a:pt x="6115" y="15496"/>
                      <a:pt x="5499" y="15315"/>
                    </a:cubicBezTo>
                    <a:cubicBezTo>
                      <a:pt x="4884" y="15137"/>
                      <a:pt x="4267" y="14959"/>
                      <a:pt x="3696" y="14745"/>
                    </a:cubicBezTo>
                    <a:cubicBezTo>
                      <a:pt x="3080" y="14495"/>
                      <a:pt x="2509" y="14281"/>
                      <a:pt x="1936" y="14031"/>
                    </a:cubicBezTo>
                    <a:lnTo>
                      <a:pt x="0" y="16459"/>
                    </a:lnTo>
                    <a:cubicBezTo>
                      <a:pt x="1321" y="17029"/>
                      <a:pt x="2729" y="17530"/>
                      <a:pt x="4399" y="17923"/>
                    </a:cubicBezTo>
                    <a:cubicBezTo>
                      <a:pt x="5983" y="18351"/>
                      <a:pt x="7743" y="18565"/>
                      <a:pt x="9634" y="18636"/>
                    </a:cubicBezTo>
                    <a:lnTo>
                      <a:pt x="9634" y="21600"/>
                    </a:lnTo>
                    <a:lnTo>
                      <a:pt x="12493" y="21600"/>
                    </a:lnTo>
                    <a:lnTo>
                      <a:pt x="12493" y="18600"/>
                    </a:lnTo>
                    <a:cubicBezTo>
                      <a:pt x="13901" y="18565"/>
                      <a:pt x="15178" y="18351"/>
                      <a:pt x="16276" y="18065"/>
                    </a:cubicBezTo>
                    <a:cubicBezTo>
                      <a:pt x="17377" y="17744"/>
                      <a:pt x="18344" y="17388"/>
                      <a:pt x="19135" y="16922"/>
                    </a:cubicBezTo>
                    <a:cubicBezTo>
                      <a:pt x="19884" y="16423"/>
                      <a:pt x="20499" y="15888"/>
                      <a:pt x="20939" y="15208"/>
                    </a:cubicBezTo>
                    <a:cubicBezTo>
                      <a:pt x="21380" y="14602"/>
                      <a:pt x="21600" y="13817"/>
                      <a:pt x="21600" y="13031"/>
                    </a:cubicBezTo>
                    <a:cubicBezTo>
                      <a:pt x="21600" y="12353"/>
                      <a:pt x="21424" y="11781"/>
                      <a:pt x="21158" y="11246"/>
                    </a:cubicBezTo>
                    <a:cubicBezTo>
                      <a:pt x="20851" y="10747"/>
                      <a:pt x="20455" y="10247"/>
                      <a:pt x="19840" y="9889"/>
                    </a:cubicBezTo>
                    <a:cubicBezTo>
                      <a:pt x="19313" y="9532"/>
                      <a:pt x="18564" y="9282"/>
                      <a:pt x="17685" y="9068"/>
                    </a:cubicBezTo>
                    <a:cubicBezTo>
                      <a:pt x="16804" y="8819"/>
                      <a:pt x="15837" y="8747"/>
                      <a:pt x="14736" y="8747"/>
                    </a:cubicBezTo>
                    <a:cubicBezTo>
                      <a:pt x="14341" y="8747"/>
                      <a:pt x="13945" y="8747"/>
                      <a:pt x="13594" y="8783"/>
                    </a:cubicBezTo>
                    <a:cubicBezTo>
                      <a:pt x="13198" y="8819"/>
                      <a:pt x="12800" y="8819"/>
                      <a:pt x="12405" y="8890"/>
                    </a:cubicBezTo>
                    <a:lnTo>
                      <a:pt x="12405" y="5748"/>
                    </a:lnTo>
                    <a:cubicBezTo>
                      <a:pt x="13462" y="5890"/>
                      <a:pt x="14472" y="6033"/>
                      <a:pt x="15398" y="6247"/>
                    </a:cubicBezTo>
                    <a:cubicBezTo>
                      <a:pt x="16320" y="6461"/>
                      <a:pt x="17157" y="6746"/>
                      <a:pt x="17992" y="6998"/>
                    </a:cubicBezTo>
                    <a:lnTo>
                      <a:pt x="19620" y="4498"/>
                    </a:lnTo>
                    <a:cubicBezTo>
                      <a:pt x="18564" y="4141"/>
                      <a:pt x="17421" y="3820"/>
                      <a:pt x="16232" y="3570"/>
                    </a:cubicBezTo>
                    <a:cubicBezTo>
                      <a:pt x="15002" y="3283"/>
                      <a:pt x="13682" y="3105"/>
                      <a:pt x="12361" y="3033"/>
                    </a:cubicBezTo>
                    <a:lnTo>
                      <a:pt x="12361"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17" name="Google Shape;1790;p44"/>
            <p:cNvGrpSpPr/>
            <p:nvPr/>
          </p:nvGrpSpPr>
          <p:grpSpPr>
            <a:xfrm>
              <a:off x="2336631" y="1116138"/>
              <a:ext cx="376459" cy="657793"/>
              <a:chOff x="0" y="0"/>
              <a:chExt cx="376458" cy="657792"/>
            </a:xfrm>
          </p:grpSpPr>
          <p:sp>
            <p:nvSpPr>
              <p:cNvPr id="1907" name="Google Shape;1791;p44"/>
              <p:cNvSpPr/>
              <p:nvPr/>
            </p:nvSpPr>
            <p:spPr>
              <a:xfrm flipH="1">
                <a:off x="0" y="0"/>
                <a:ext cx="376459" cy="30023"/>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8" name="Google Shape;1792;p44"/>
              <p:cNvSpPr/>
              <p:nvPr/>
            </p:nvSpPr>
            <p:spPr>
              <a:xfrm flipH="1">
                <a:off x="163498" y="79512"/>
                <a:ext cx="212406"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09" name="Google Shape;1793;p44"/>
              <p:cNvSpPr/>
              <p:nvPr/>
            </p:nvSpPr>
            <p:spPr>
              <a:xfrm flipH="1">
                <a:off x="555" y="79512"/>
                <a:ext cx="114564"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0" name="Google Shape;1794;p44"/>
              <p:cNvSpPr/>
              <p:nvPr/>
            </p:nvSpPr>
            <p:spPr>
              <a:xfrm flipH="1">
                <a:off x="555" y="157914"/>
                <a:ext cx="82876" cy="30023"/>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1" name="Google Shape;1795;p44"/>
              <p:cNvSpPr/>
              <p:nvPr/>
            </p:nvSpPr>
            <p:spPr>
              <a:xfrm flipH="1">
                <a:off x="146806" y="157914"/>
                <a:ext cx="229098" cy="30023"/>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2" name="Google Shape;1796;p44"/>
              <p:cNvSpPr/>
              <p:nvPr/>
            </p:nvSpPr>
            <p:spPr>
              <a:xfrm flipH="1">
                <a:off x="0" y="237981"/>
                <a:ext cx="244123"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3" name="Google Shape;1797;p44"/>
              <p:cNvSpPr/>
              <p:nvPr/>
            </p:nvSpPr>
            <p:spPr>
              <a:xfrm flipH="1">
                <a:off x="555" y="321937"/>
                <a:ext cx="196299"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4" name="Google Shape;1798;p44"/>
              <p:cNvSpPr/>
              <p:nvPr/>
            </p:nvSpPr>
            <p:spPr>
              <a:xfrm flipH="1">
                <a:off x="555" y="489293"/>
                <a:ext cx="286364" cy="29498"/>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5" name="Google Shape;1799;p44"/>
              <p:cNvSpPr/>
              <p:nvPr/>
            </p:nvSpPr>
            <p:spPr>
              <a:xfrm flipH="1">
                <a:off x="555" y="558254"/>
                <a:ext cx="286364"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6" name="Google Shape;1800;p44"/>
              <p:cNvSpPr/>
              <p:nvPr/>
            </p:nvSpPr>
            <p:spPr>
              <a:xfrm flipH="1">
                <a:off x="555" y="627769"/>
                <a:ext cx="196299"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26" name="Google Shape;1801;p44"/>
            <p:cNvGrpSpPr/>
            <p:nvPr/>
          </p:nvGrpSpPr>
          <p:grpSpPr>
            <a:xfrm>
              <a:off x="0" y="8886"/>
              <a:ext cx="2181789" cy="1898002"/>
              <a:chOff x="0" y="0"/>
              <a:chExt cx="2181788" cy="1898001"/>
            </a:xfrm>
          </p:grpSpPr>
          <p:sp>
            <p:nvSpPr>
              <p:cNvPr id="1918" name="Google Shape;1802;p44"/>
              <p:cNvSpPr/>
              <p:nvPr/>
            </p:nvSpPr>
            <p:spPr>
              <a:xfrm>
                <a:off x="0" y="986650"/>
                <a:ext cx="773115" cy="9113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76" y="0"/>
                    </a:moveTo>
                    <a:cubicBezTo>
                      <a:pt x="798" y="0"/>
                      <a:pt x="0" y="699"/>
                      <a:pt x="0" y="1507"/>
                    </a:cubicBezTo>
                    <a:lnTo>
                      <a:pt x="0" y="20093"/>
                    </a:lnTo>
                    <a:cubicBezTo>
                      <a:pt x="0" y="20923"/>
                      <a:pt x="798" y="21600"/>
                      <a:pt x="1776" y="21600"/>
                    </a:cubicBezTo>
                    <a:lnTo>
                      <a:pt x="19824" y="21600"/>
                    </a:lnTo>
                    <a:cubicBezTo>
                      <a:pt x="20802" y="21600"/>
                      <a:pt x="21600" y="20945"/>
                      <a:pt x="21600" y="20093"/>
                    </a:cubicBezTo>
                    <a:lnTo>
                      <a:pt x="21600" y="1507"/>
                    </a:lnTo>
                    <a:cubicBezTo>
                      <a:pt x="21600" y="699"/>
                      <a:pt x="20802" y="0"/>
                      <a:pt x="1982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19" name="Google Shape;1803;p44"/>
              <p:cNvSpPr/>
              <p:nvPr/>
            </p:nvSpPr>
            <p:spPr>
              <a:xfrm>
                <a:off x="58040" y="935046"/>
                <a:ext cx="772204" cy="9113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3" y="0"/>
                    </a:moveTo>
                    <a:cubicBezTo>
                      <a:pt x="799" y="0"/>
                      <a:pt x="0" y="677"/>
                      <a:pt x="0" y="1507"/>
                    </a:cubicBezTo>
                    <a:lnTo>
                      <a:pt x="0" y="20093"/>
                    </a:lnTo>
                    <a:cubicBezTo>
                      <a:pt x="0" y="20923"/>
                      <a:pt x="799" y="21600"/>
                      <a:pt x="1753" y="21600"/>
                    </a:cubicBezTo>
                    <a:lnTo>
                      <a:pt x="19847" y="21600"/>
                    </a:lnTo>
                    <a:cubicBezTo>
                      <a:pt x="20801" y="21600"/>
                      <a:pt x="21600" y="20923"/>
                      <a:pt x="21600" y="20093"/>
                    </a:cubicBezTo>
                    <a:lnTo>
                      <a:pt x="21600" y="1507"/>
                    </a:lnTo>
                    <a:cubicBezTo>
                      <a:pt x="21600" y="677"/>
                      <a:pt x="20801" y="0"/>
                      <a:pt x="1984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0" name="Google Shape;1804;p44"/>
              <p:cNvSpPr/>
              <p:nvPr/>
            </p:nvSpPr>
            <p:spPr>
              <a:xfrm>
                <a:off x="275508" y="520362"/>
                <a:ext cx="998922" cy="9574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1" y="0"/>
                    </a:moveTo>
                    <a:cubicBezTo>
                      <a:pt x="1076" y="0"/>
                      <a:pt x="0" y="1123"/>
                      <a:pt x="0" y="2495"/>
                    </a:cubicBezTo>
                    <a:lnTo>
                      <a:pt x="0" y="19105"/>
                    </a:lnTo>
                    <a:cubicBezTo>
                      <a:pt x="0" y="20477"/>
                      <a:pt x="1076" y="21600"/>
                      <a:pt x="2391" y="21600"/>
                    </a:cubicBezTo>
                    <a:lnTo>
                      <a:pt x="19209" y="21600"/>
                    </a:lnTo>
                    <a:cubicBezTo>
                      <a:pt x="20524" y="21600"/>
                      <a:pt x="21600" y="20477"/>
                      <a:pt x="21600" y="19105"/>
                    </a:cubicBezTo>
                    <a:lnTo>
                      <a:pt x="21600" y="2495"/>
                    </a:lnTo>
                    <a:cubicBezTo>
                      <a:pt x="21600" y="1123"/>
                      <a:pt x="20524" y="0"/>
                      <a:pt x="19209"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1" name="Google Shape;1805;p44"/>
              <p:cNvSpPr/>
              <p:nvPr/>
            </p:nvSpPr>
            <p:spPr>
              <a:xfrm>
                <a:off x="330814" y="468758"/>
                <a:ext cx="998874" cy="957459"/>
              </a:xfrm>
              <a:custGeom>
                <a:avLst/>
                <a:gdLst/>
                <a:ahLst/>
                <a:cxnLst>
                  <a:cxn ang="0">
                    <a:pos x="wd2" y="hd2"/>
                  </a:cxn>
                  <a:cxn ang="5400000">
                    <a:pos x="wd2" y="hd2"/>
                  </a:cxn>
                  <a:cxn ang="10800000">
                    <a:pos x="wd2" y="hd2"/>
                  </a:cxn>
                  <a:cxn ang="16200000">
                    <a:pos x="wd2" y="hd2"/>
                  </a:cxn>
                </a:cxnLst>
                <a:rect l="0" t="0" r="r" b="b"/>
                <a:pathLst>
                  <a:path w="21580" h="21600" fill="norm" stroke="1" extrusionOk="0">
                    <a:moveTo>
                      <a:pt x="2389" y="0"/>
                    </a:moveTo>
                    <a:cubicBezTo>
                      <a:pt x="1075" y="0"/>
                      <a:pt x="0" y="1123"/>
                      <a:pt x="0" y="2495"/>
                    </a:cubicBezTo>
                    <a:lnTo>
                      <a:pt x="0" y="19105"/>
                    </a:lnTo>
                    <a:cubicBezTo>
                      <a:pt x="0" y="20477"/>
                      <a:pt x="1075" y="21600"/>
                      <a:pt x="2389" y="21600"/>
                    </a:cubicBezTo>
                    <a:lnTo>
                      <a:pt x="19191" y="21600"/>
                    </a:lnTo>
                    <a:cubicBezTo>
                      <a:pt x="20525" y="21600"/>
                      <a:pt x="21600" y="20477"/>
                      <a:pt x="21580" y="19105"/>
                    </a:cubicBezTo>
                    <a:lnTo>
                      <a:pt x="21580" y="2495"/>
                    </a:lnTo>
                    <a:cubicBezTo>
                      <a:pt x="21580" y="1102"/>
                      <a:pt x="20505" y="0"/>
                      <a:pt x="1919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2" name="Google Shape;1806;p44"/>
              <p:cNvSpPr/>
              <p:nvPr/>
            </p:nvSpPr>
            <p:spPr>
              <a:xfrm>
                <a:off x="410983" y="528678"/>
                <a:ext cx="838560" cy="8385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3157"/>
                    </a:moveTo>
                    <a:cubicBezTo>
                      <a:pt x="15025" y="3157"/>
                      <a:pt x="18443" y="6575"/>
                      <a:pt x="18443" y="10800"/>
                    </a:cubicBezTo>
                    <a:cubicBezTo>
                      <a:pt x="18443" y="15001"/>
                      <a:pt x="15025" y="18419"/>
                      <a:pt x="10800" y="18419"/>
                    </a:cubicBezTo>
                    <a:cubicBezTo>
                      <a:pt x="6598" y="18419"/>
                      <a:pt x="3181" y="15001"/>
                      <a:pt x="3181" y="10800"/>
                    </a:cubicBezTo>
                    <a:cubicBezTo>
                      <a:pt x="3181" y="6575"/>
                      <a:pt x="6598" y="3157"/>
                      <a:pt x="10800" y="3157"/>
                    </a:cubicBezTo>
                    <a:close/>
                    <a:moveTo>
                      <a:pt x="10800" y="0"/>
                    </a:moveTo>
                    <a:cubicBezTo>
                      <a:pt x="4842" y="0"/>
                      <a:pt x="0" y="4842"/>
                      <a:pt x="0" y="10800"/>
                    </a:cubicBezTo>
                    <a:cubicBezTo>
                      <a:pt x="0" y="16758"/>
                      <a:pt x="4842" y="21600"/>
                      <a:pt x="10800" y="21600"/>
                    </a:cubicBezTo>
                    <a:cubicBezTo>
                      <a:pt x="16781" y="21600"/>
                      <a:pt x="21600" y="16758"/>
                      <a:pt x="21600" y="10800"/>
                    </a:cubicBezTo>
                    <a:cubicBezTo>
                      <a:pt x="21577" y="4842"/>
                      <a:pt x="16781"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3" name="Google Shape;1807;p44"/>
              <p:cNvSpPr/>
              <p:nvPr/>
            </p:nvSpPr>
            <p:spPr>
              <a:xfrm>
                <a:off x="851470" y="528678"/>
                <a:ext cx="394377" cy="4109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6489"/>
                    </a:lnTo>
                    <a:cubicBezTo>
                      <a:pt x="8276" y="7021"/>
                      <a:pt x="14838" y="13561"/>
                      <a:pt x="15040" y="21600"/>
                    </a:cubicBezTo>
                    <a:lnTo>
                      <a:pt x="21600" y="19421"/>
                    </a:lnTo>
                    <a:cubicBezTo>
                      <a:pt x="20288" y="8815"/>
                      <a:pt x="11204" y="533"/>
                      <a:pt x="0" y="0"/>
                    </a:cubicBezTo>
                    <a:close/>
                  </a:path>
                </a:pathLst>
              </a:custGeom>
              <a:solidFill>
                <a:schemeClr val="accent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4" name="Google Shape;1808;p44"/>
              <p:cNvSpPr/>
              <p:nvPr/>
            </p:nvSpPr>
            <p:spPr>
              <a:xfrm>
                <a:off x="461675" y="528678"/>
                <a:ext cx="389791" cy="3105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4" y="0"/>
                    </a:moveTo>
                    <a:cubicBezTo>
                      <a:pt x="11642" y="0"/>
                      <a:pt x="3982" y="6153"/>
                      <a:pt x="0" y="15190"/>
                    </a:cubicBezTo>
                    <a:lnTo>
                      <a:pt x="5105" y="21600"/>
                    </a:lnTo>
                    <a:cubicBezTo>
                      <a:pt x="7455" y="13908"/>
                      <a:pt x="13480" y="8461"/>
                      <a:pt x="20424" y="8461"/>
                    </a:cubicBezTo>
                    <a:cubicBezTo>
                      <a:pt x="20833" y="8461"/>
                      <a:pt x="21191" y="8461"/>
                      <a:pt x="21600" y="8587"/>
                    </a:cubicBezTo>
                    <a:lnTo>
                      <a:pt x="21600" y="63"/>
                    </a:lnTo>
                    <a:cubicBezTo>
                      <a:pt x="21191" y="63"/>
                      <a:pt x="20833" y="0"/>
                      <a:pt x="204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25" name="Google Shape;1809;p44"/>
              <p:cNvSpPr/>
              <p:nvPr/>
            </p:nvSpPr>
            <p:spPr>
              <a:xfrm>
                <a:off x="1633486" y="0"/>
                <a:ext cx="548303" cy="5482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934" name="Google Shape;1810;p44"/>
          <p:cNvGrpSpPr/>
          <p:nvPr/>
        </p:nvGrpSpPr>
        <p:grpSpPr>
          <a:xfrm>
            <a:off x="330307" y="4274556"/>
            <a:ext cx="518248" cy="328056"/>
            <a:chOff x="-2" y="0"/>
            <a:chExt cx="518247" cy="328055"/>
          </a:xfrm>
        </p:grpSpPr>
        <p:sp>
          <p:nvSpPr>
            <p:cNvPr id="1928" name="Google Shape;1811;p44"/>
            <p:cNvSpPr/>
            <p:nvPr/>
          </p:nvSpPr>
          <p:spPr>
            <a:xfrm>
              <a:off x="288437" y="71881"/>
              <a:ext cx="69120" cy="69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nvGrpSpPr>
            <p:cNvPr id="1933" name="Google Shape;1812;p44"/>
            <p:cNvGrpSpPr/>
            <p:nvPr/>
          </p:nvGrpSpPr>
          <p:grpSpPr>
            <a:xfrm>
              <a:off x="-3" y="-1"/>
              <a:ext cx="518248" cy="328057"/>
              <a:chOff x="-1" y="0"/>
              <a:chExt cx="518246" cy="328055"/>
            </a:xfrm>
          </p:grpSpPr>
          <p:sp>
            <p:nvSpPr>
              <p:cNvPr id="1929" name="Google Shape;1813;p44"/>
              <p:cNvSpPr/>
              <p:nvPr/>
            </p:nvSpPr>
            <p:spPr>
              <a:xfrm>
                <a:off x="432552" y="63593"/>
                <a:ext cx="8569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0" name="Google Shape;1814;p44"/>
              <p:cNvSpPr/>
              <p:nvPr/>
            </p:nvSpPr>
            <p:spPr>
              <a:xfrm>
                <a:off x="274064" y="242359"/>
                <a:ext cx="8475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1" name="Google Shape;1815;p44"/>
              <p:cNvSpPr/>
              <p:nvPr/>
            </p:nvSpPr>
            <p:spPr>
              <a:xfrm>
                <a:off x="99534" y="-1"/>
                <a:ext cx="15666"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2" name="Google Shape;1816;p44"/>
              <p:cNvSpPr/>
              <p:nvPr/>
            </p:nvSpPr>
            <p:spPr>
              <a:xfrm>
                <a:off x="-2" y="98595"/>
                <a:ext cx="213795"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grpSp>
        <p:nvGrpSpPr>
          <p:cNvPr id="1939" name="Google Shape;1817;p44"/>
          <p:cNvGrpSpPr/>
          <p:nvPr/>
        </p:nvGrpSpPr>
        <p:grpSpPr>
          <a:xfrm>
            <a:off x="1476312" y="221824"/>
            <a:ext cx="609542" cy="583576"/>
            <a:chOff x="0" y="0"/>
            <a:chExt cx="609541" cy="583575"/>
          </a:xfrm>
        </p:grpSpPr>
        <p:sp>
          <p:nvSpPr>
            <p:cNvPr id="1935" name="Google Shape;1818;p44"/>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6" name="Google Shape;1819;p44"/>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7" name="Google Shape;1820;p44"/>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38" name="Google Shape;1821;p44"/>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1" name="Google Shape;1826;p45"/>
          <p:cNvSpPr/>
          <p:nvPr/>
        </p:nvSpPr>
        <p:spPr>
          <a:xfrm>
            <a:off x="4270500" y="1059675"/>
            <a:ext cx="4160402" cy="3069302"/>
          </a:xfrm>
          <a:prstGeom prst="roundRect">
            <a:avLst>
              <a:gd name="adj" fmla="val 8047"/>
            </a:avLst>
          </a:prstGeom>
          <a:solidFill>
            <a:schemeClr val="accent2"/>
          </a:solidFill>
          <a:ln w="12700">
            <a:miter lim="400000"/>
          </a:ln>
          <a:effectLst>
            <a:outerShdw sx="100000" sy="100000" kx="0" ky="0" algn="b" rotWithShape="0" blurRad="0" dist="161925" dir="7860000">
              <a:schemeClr val="accent5"/>
            </a:outerShdw>
          </a:effectLst>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
        <p:nvSpPr>
          <p:cNvPr id="1942" name="Google Shape;1827;p45"/>
          <p:cNvSpPr txBox="1"/>
          <p:nvPr>
            <p:ph type="title"/>
          </p:nvPr>
        </p:nvSpPr>
        <p:spPr>
          <a:xfrm>
            <a:off x="672223" y="1059675"/>
            <a:ext cx="2755203" cy="1047602"/>
          </a:xfrm>
          <a:prstGeom prst="rect">
            <a:avLst/>
          </a:prstGeom>
        </p:spPr>
        <p:txBody>
          <a:bodyPr/>
          <a:lstStyle>
            <a:lvl1pPr defTabSz="795527">
              <a:defRPr sz="2700">
                <a:solidFill>
                  <a:schemeClr val="accent1"/>
                </a:solidFill>
              </a:defRPr>
            </a:lvl1pPr>
          </a:lstStyle>
          <a:p>
            <a:pPr/>
            <a:r>
              <a:t>What we solve</a:t>
            </a:r>
          </a:p>
        </p:txBody>
      </p:sp>
      <p:sp>
        <p:nvSpPr>
          <p:cNvPr id="1943" name="Google Shape;1828;p45"/>
          <p:cNvSpPr txBox="1"/>
          <p:nvPr>
            <p:ph type="body" sz="half" idx="1"/>
          </p:nvPr>
        </p:nvSpPr>
        <p:spPr>
          <a:xfrm>
            <a:off x="4419598" y="1340891"/>
            <a:ext cx="3858903" cy="2616602"/>
          </a:xfrm>
          <a:prstGeom prst="rect">
            <a:avLst/>
          </a:prstGeom>
        </p:spPr>
        <p:txBody>
          <a:bodyPr/>
          <a:lstStyle/>
          <a:p>
            <a:pPr marL="0" indent="0">
              <a:buSzTx/>
              <a:buNone/>
            </a:pPr>
            <a:r>
              <a:t>Always have to worry about your attendance and new circular about upcoming events and news?Well now that’s over, you don’t have to worry about all that.</a:t>
            </a:r>
          </a:p>
          <a:p>
            <a:pPr marL="0" indent="0">
              <a:spcBef>
                <a:spcPts val="1600"/>
              </a:spcBef>
              <a:buSzTx/>
              <a:buNone/>
            </a:pPr>
            <a:r>
              <a:t>We are here to solve all your worries </a:t>
            </a:r>
          </a:p>
        </p:txBody>
      </p:sp>
      <p:sp>
        <p:nvSpPr>
          <p:cNvPr id="1944" name="Google Shape;1829;p45"/>
          <p:cNvSpPr/>
          <p:nvPr/>
        </p:nvSpPr>
        <p:spPr>
          <a:xfrm>
            <a:off x="1035889" y="487794"/>
            <a:ext cx="84784"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1950" name="Google Shape;1830;p45"/>
          <p:cNvGrpSpPr/>
          <p:nvPr/>
        </p:nvGrpSpPr>
        <p:grpSpPr>
          <a:xfrm>
            <a:off x="2405663" y="4515079"/>
            <a:ext cx="1021759" cy="332075"/>
            <a:chOff x="0" y="0"/>
            <a:chExt cx="1021758" cy="332074"/>
          </a:xfrm>
        </p:grpSpPr>
        <p:sp>
          <p:nvSpPr>
            <p:cNvPr id="1945" name="Google Shape;1831;p45"/>
            <p:cNvSpPr/>
            <p:nvPr/>
          </p:nvSpPr>
          <p:spPr>
            <a:xfrm>
              <a:off x="-1" y="48085"/>
              <a:ext cx="1002976" cy="2839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58" y="0"/>
                  </a:moveTo>
                  <a:cubicBezTo>
                    <a:pt x="1376" y="0"/>
                    <a:pt x="0" y="4858"/>
                    <a:pt x="0" y="10801"/>
                  </a:cubicBezTo>
                  <a:cubicBezTo>
                    <a:pt x="0" y="16743"/>
                    <a:pt x="1376" y="21600"/>
                    <a:pt x="3058" y="21600"/>
                  </a:cubicBezTo>
                  <a:lnTo>
                    <a:pt x="18542" y="21600"/>
                  </a:lnTo>
                  <a:cubicBezTo>
                    <a:pt x="20225" y="21600"/>
                    <a:pt x="21600" y="16743"/>
                    <a:pt x="21600" y="10801"/>
                  </a:cubicBezTo>
                  <a:cubicBezTo>
                    <a:pt x="21600" y="4858"/>
                    <a:pt x="20225" y="0"/>
                    <a:pt x="18542"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46" name="Google Shape;1832;p45"/>
            <p:cNvSpPr/>
            <p:nvPr/>
          </p:nvSpPr>
          <p:spPr>
            <a:xfrm>
              <a:off x="18783" y="-1"/>
              <a:ext cx="1002976" cy="2839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58" y="0"/>
                  </a:moveTo>
                  <a:cubicBezTo>
                    <a:pt x="1375" y="0"/>
                    <a:pt x="0" y="4858"/>
                    <a:pt x="0" y="10801"/>
                  </a:cubicBezTo>
                  <a:cubicBezTo>
                    <a:pt x="0" y="16743"/>
                    <a:pt x="1375" y="21600"/>
                    <a:pt x="3058" y="21600"/>
                  </a:cubicBezTo>
                  <a:lnTo>
                    <a:pt x="18542" y="21600"/>
                  </a:lnTo>
                  <a:cubicBezTo>
                    <a:pt x="20241" y="21600"/>
                    <a:pt x="21600" y="16743"/>
                    <a:pt x="21600" y="10801"/>
                  </a:cubicBezTo>
                  <a:cubicBezTo>
                    <a:pt x="21600" y="4858"/>
                    <a:pt x="20225" y="0"/>
                    <a:pt x="18542"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47" name="Google Shape;1833;p45"/>
            <p:cNvSpPr/>
            <p:nvPr/>
          </p:nvSpPr>
          <p:spPr>
            <a:xfrm>
              <a:off x="155106" y="47927"/>
              <a:ext cx="187649" cy="188155"/>
            </a:xfrm>
            <a:custGeom>
              <a:avLst/>
              <a:gdLst/>
              <a:ahLst/>
              <a:cxnLst>
                <a:cxn ang="0">
                  <a:pos x="wd2" y="hd2"/>
                </a:cxn>
                <a:cxn ang="5400000">
                  <a:pos x="wd2" y="hd2"/>
                </a:cxn>
                <a:cxn ang="10800000">
                  <a:pos x="wd2" y="hd2"/>
                </a:cxn>
                <a:cxn ang="16200000">
                  <a:pos x="wd2" y="hd2"/>
                </a:cxn>
              </a:cxnLst>
              <a:rect l="0" t="0" r="r" b="b"/>
              <a:pathLst>
                <a:path w="19338" h="21600" fill="norm" stroke="1" extrusionOk="0">
                  <a:moveTo>
                    <a:pt x="9663" y="0"/>
                  </a:moveTo>
                  <a:cubicBezTo>
                    <a:pt x="7431" y="0"/>
                    <a:pt x="5188" y="856"/>
                    <a:pt x="3371" y="2606"/>
                  </a:cubicBezTo>
                  <a:cubicBezTo>
                    <a:pt x="-730" y="6573"/>
                    <a:pt x="-1118" y="13388"/>
                    <a:pt x="2366" y="17872"/>
                  </a:cubicBezTo>
                  <a:cubicBezTo>
                    <a:pt x="4279" y="20333"/>
                    <a:pt x="6983" y="21600"/>
                    <a:pt x="9701" y="21600"/>
                  </a:cubicBezTo>
                  <a:cubicBezTo>
                    <a:pt x="11933" y="21600"/>
                    <a:pt x="14176" y="20744"/>
                    <a:pt x="15993" y="18994"/>
                  </a:cubicBezTo>
                  <a:cubicBezTo>
                    <a:pt x="20018" y="15113"/>
                    <a:pt x="20482" y="8297"/>
                    <a:pt x="16998" y="3728"/>
                  </a:cubicBezTo>
                  <a:cubicBezTo>
                    <a:pt x="15085" y="1267"/>
                    <a:pt x="12381" y="0"/>
                    <a:pt x="9663"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48" name="Google Shape;1834;p45"/>
            <p:cNvSpPr/>
            <p:nvPr/>
          </p:nvSpPr>
          <p:spPr>
            <a:xfrm>
              <a:off x="426470" y="48580"/>
              <a:ext cx="187674" cy="187593"/>
            </a:xfrm>
            <a:custGeom>
              <a:avLst/>
              <a:gdLst/>
              <a:ahLst/>
              <a:cxnLst>
                <a:cxn ang="0">
                  <a:pos x="wd2" y="hd2"/>
                </a:cxn>
                <a:cxn ang="5400000">
                  <a:pos x="wd2" y="hd2"/>
                </a:cxn>
                <a:cxn ang="10800000">
                  <a:pos x="wd2" y="hd2"/>
                </a:cxn>
                <a:cxn ang="16200000">
                  <a:pos x="wd2" y="hd2"/>
                </a:cxn>
              </a:cxnLst>
              <a:rect l="0" t="0" r="r" b="b"/>
              <a:pathLst>
                <a:path w="19479" h="21600" fill="norm" stroke="1" extrusionOk="0">
                  <a:moveTo>
                    <a:pt x="9775" y="0"/>
                  </a:moveTo>
                  <a:cubicBezTo>
                    <a:pt x="7411" y="0"/>
                    <a:pt x="5034" y="954"/>
                    <a:pt x="3145" y="2884"/>
                  </a:cubicBezTo>
                  <a:cubicBezTo>
                    <a:pt x="-831" y="6950"/>
                    <a:pt x="-1065" y="13784"/>
                    <a:pt x="2600" y="18109"/>
                  </a:cubicBezTo>
                  <a:cubicBezTo>
                    <a:pt x="4527" y="20428"/>
                    <a:pt x="7140" y="21600"/>
                    <a:pt x="9765" y="21600"/>
                  </a:cubicBezTo>
                  <a:cubicBezTo>
                    <a:pt x="12136" y="21600"/>
                    <a:pt x="14516" y="20646"/>
                    <a:pt x="16402" y="18716"/>
                  </a:cubicBezTo>
                  <a:cubicBezTo>
                    <a:pt x="20301" y="14650"/>
                    <a:pt x="20535" y="7816"/>
                    <a:pt x="16870" y="3491"/>
                  </a:cubicBezTo>
                  <a:cubicBezTo>
                    <a:pt x="14985" y="1172"/>
                    <a:pt x="12391" y="0"/>
                    <a:pt x="9775"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49" name="Google Shape;1835;p45"/>
            <p:cNvSpPr/>
            <p:nvPr/>
          </p:nvSpPr>
          <p:spPr>
            <a:xfrm>
              <a:off x="699112" y="47747"/>
              <a:ext cx="187763" cy="187751"/>
            </a:xfrm>
            <a:custGeom>
              <a:avLst/>
              <a:gdLst/>
              <a:ahLst/>
              <a:cxnLst>
                <a:cxn ang="0">
                  <a:pos x="wd2" y="hd2"/>
                </a:cxn>
                <a:cxn ang="5400000">
                  <a:pos x="wd2" y="hd2"/>
                </a:cxn>
                <a:cxn ang="10800000">
                  <a:pos x="wd2" y="hd2"/>
                </a:cxn>
                <a:cxn ang="16200000">
                  <a:pos x="wd2" y="hd2"/>
                </a:cxn>
              </a:cxnLst>
              <a:rect l="0" t="0" r="r" b="b"/>
              <a:pathLst>
                <a:path w="19631" h="21600" fill="norm" stroke="1" extrusionOk="0">
                  <a:moveTo>
                    <a:pt x="9833" y="0"/>
                  </a:moveTo>
                  <a:cubicBezTo>
                    <a:pt x="5396" y="0"/>
                    <a:pt x="1344" y="3306"/>
                    <a:pt x="272" y="8250"/>
                  </a:cubicBezTo>
                  <a:cubicBezTo>
                    <a:pt x="-985" y="14042"/>
                    <a:pt x="2236" y="19918"/>
                    <a:pt x="7499" y="21302"/>
                  </a:cubicBezTo>
                  <a:cubicBezTo>
                    <a:pt x="8267" y="21504"/>
                    <a:pt x="9037" y="21600"/>
                    <a:pt x="9793" y="21600"/>
                  </a:cubicBezTo>
                  <a:cubicBezTo>
                    <a:pt x="14215" y="21600"/>
                    <a:pt x="18218" y="18294"/>
                    <a:pt x="19360" y="13350"/>
                  </a:cubicBezTo>
                  <a:cubicBezTo>
                    <a:pt x="20615" y="7558"/>
                    <a:pt x="17396" y="1767"/>
                    <a:pt x="12133" y="298"/>
                  </a:cubicBezTo>
                  <a:cubicBezTo>
                    <a:pt x="11363" y="96"/>
                    <a:pt x="10593" y="0"/>
                    <a:pt x="9833"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56" name="Google Shape;1836;p45"/>
          <p:cNvGrpSpPr/>
          <p:nvPr/>
        </p:nvGrpSpPr>
        <p:grpSpPr>
          <a:xfrm>
            <a:off x="3236883" y="3957518"/>
            <a:ext cx="749776" cy="717479"/>
            <a:chOff x="0" y="0"/>
            <a:chExt cx="749775" cy="717478"/>
          </a:xfrm>
        </p:grpSpPr>
        <p:sp>
          <p:nvSpPr>
            <p:cNvPr id="1951" name="Google Shape;1837;p45"/>
            <p:cNvSpPr/>
            <p:nvPr/>
          </p:nvSpPr>
          <p:spPr>
            <a:xfrm>
              <a:off x="0" y="35292"/>
              <a:ext cx="710700" cy="6821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52" name="Google Shape;1838;p45"/>
            <p:cNvSpPr/>
            <p:nvPr/>
          </p:nvSpPr>
          <p:spPr>
            <a:xfrm>
              <a:off x="39054" y="-1"/>
              <a:ext cx="710722" cy="68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53" name="Google Shape;1839;p45"/>
            <p:cNvSpPr/>
            <p:nvPr/>
          </p:nvSpPr>
          <p:spPr>
            <a:xfrm>
              <a:off x="96148" y="42815"/>
              <a:ext cx="595775" cy="595768"/>
            </a:xfrm>
            <a:custGeom>
              <a:avLst/>
              <a:gdLst/>
              <a:ahLst/>
              <a:cxnLst>
                <a:cxn ang="0">
                  <a:pos x="wd2" y="hd2"/>
                </a:cxn>
                <a:cxn ang="5400000">
                  <a:pos x="wd2" y="hd2"/>
                </a:cxn>
                <a:cxn ang="10800000">
                  <a:pos x="wd2" y="hd2"/>
                </a:cxn>
                <a:cxn ang="16200000">
                  <a:pos x="wd2" y="hd2"/>
                </a:cxn>
              </a:cxnLst>
              <a:rect l="0" t="0" r="r" b="b"/>
              <a:pathLst>
                <a:path w="21572" h="21600" fill="norm" stroke="1" extrusionOk="0">
                  <a:moveTo>
                    <a:pt x="10800" y="3105"/>
                  </a:moveTo>
                  <a:cubicBezTo>
                    <a:pt x="15016" y="3105"/>
                    <a:pt x="18444" y="6537"/>
                    <a:pt x="18444" y="10759"/>
                  </a:cubicBezTo>
                  <a:cubicBezTo>
                    <a:pt x="18444" y="15036"/>
                    <a:pt x="15016" y="18441"/>
                    <a:pt x="10800" y="18441"/>
                  </a:cubicBezTo>
                  <a:cubicBezTo>
                    <a:pt x="6584" y="18441"/>
                    <a:pt x="3128" y="14981"/>
                    <a:pt x="3128" y="10759"/>
                  </a:cubicBezTo>
                  <a:cubicBezTo>
                    <a:pt x="3128" y="6537"/>
                    <a:pt x="6584" y="3105"/>
                    <a:pt x="10800" y="3105"/>
                  </a:cubicBezTo>
                  <a:close/>
                  <a:moveTo>
                    <a:pt x="10800" y="0"/>
                  </a:moveTo>
                  <a:cubicBezTo>
                    <a:pt x="4843" y="0"/>
                    <a:pt x="0" y="4849"/>
                    <a:pt x="0" y="10814"/>
                  </a:cubicBezTo>
                  <a:cubicBezTo>
                    <a:pt x="0" y="16752"/>
                    <a:pt x="4843" y="21600"/>
                    <a:pt x="10800" y="21600"/>
                  </a:cubicBezTo>
                  <a:cubicBezTo>
                    <a:pt x="16730" y="21600"/>
                    <a:pt x="21572" y="16752"/>
                    <a:pt x="21572" y="10814"/>
                  </a:cubicBezTo>
                  <a:cubicBezTo>
                    <a:pt x="21600" y="4849"/>
                    <a:pt x="16785" y="0"/>
                    <a:pt x="10800"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54" name="Google Shape;1840;p45"/>
            <p:cNvSpPr/>
            <p:nvPr/>
          </p:nvSpPr>
          <p:spPr>
            <a:xfrm>
              <a:off x="298243" y="251667"/>
              <a:ext cx="392757" cy="387682"/>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20818" y="0"/>
                  </a:moveTo>
                  <a:cubicBezTo>
                    <a:pt x="21147" y="1005"/>
                    <a:pt x="21353" y="1968"/>
                    <a:pt x="21435" y="3014"/>
                  </a:cubicBezTo>
                  <a:lnTo>
                    <a:pt x="16786" y="4647"/>
                  </a:lnTo>
                  <a:lnTo>
                    <a:pt x="16786" y="4982"/>
                  </a:lnTo>
                  <a:cubicBezTo>
                    <a:pt x="16786" y="11469"/>
                    <a:pt x="11562" y="16744"/>
                    <a:pt x="5184" y="16744"/>
                  </a:cubicBezTo>
                  <a:cubicBezTo>
                    <a:pt x="3539" y="16744"/>
                    <a:pt x="2017" y="16367"/>
                    <a:pt x="576" y="15740"/>
                  </a:cubicBezTo>
                  <a:lnTo>
                    <a:pt x="0" y="20720"/>
                  </a:lnTo>
                  <a:cubicBezTo>
                    <a:pt x="1647" y="21306"/>
                    <a:pt x="3415" y="21600"/>
                    <a:pt x="5184" y="21600"/>
                  </a:cubicBezTo>
                  <a:cubicBezTo>
                    <a:pt x="14195" y="21600"/>
                    <a:pt x="21477" y="14190"/>
                    <a:pt x="21477" y="5023"/>
                  </a:cubicBezTo>
                  <a:cubicBezTo>
                    <a:pt x="21600" y="3224"/>
                    <a:pt x="21353" y="1550"/>
                    <a:pt x="20818"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55" name="Google Shape;1841;p45"/>
            <p:cNvSpPr/>
            <p:nvPr/>
          </p:nvSpPr>
          <p:spPr>
            <a:xfrm>
              <a:off x="219369" y="166036"/>
              <a:ext cx="349349" cy="3493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9" y="1068"/>
                  </a:moveTo>
                  <a:lnTo>
                    <a:pt x="10499" y="4133"/>
                  </a:lnTo>
                  <a:cubicBezTo>
                    <a:pt x="9708" y="4133"/>
                    <a:pt x="8872" y="4133"/>
                    <a:pt x="8176" y="4180"/>
                  </a:cubicBezTo>
                  <a:cubicBezTo>
                    <a:pt x="9057" y="2741"/>
                    <a:pt x="9987" y="1625"/>
                    <a:pt x="10499" y="1068"/>
                  </a:cubicBezTo>
                  <a:close/>
                  <a:moveTo>
                    <a:pt x="11149" y="881"/>
                  </a:moveTo>
                  <a:cubicBezTo>
                    <a:pt x="11659" y="1393"/>
                    <a:pt x="12774" y="2693"/>
                    <a:pt x="13750" y="4366"/>
                  </a:cubicBezTo>
                  <a:cubicBezTo>
                    <a:pt x="12820" y="4226"/>
                    <a:pt x="11984" y="4180"/>
                    <a:pt x="11149" y="4133"/>
                  </a:cubicBezTo>
                  <a:lnTo>
                    <a:pt x="11149" y="881"/>
                  </a:lnTo>
                  <a:close/>
                  <a:moveTo>
                    <a:pt x="9894" y="836"/>
                  </a:moveTo>
                  <a:cubicBezTo>
                    <a:pt x="9244" y="1579"/>
                    <a:pt x="8268" y="2741"/>
                    <a:pt x="7432" y="4226"/>
                  </a:cubicBezTo>
                  <a:cubicBezTo>
                    <a:pt x="6271" y="4366"/>
                    <a:pt x="5296" y="4552"/>
                    <a:pt x="4413" y="4692"/>
                  </a:cubicBezTo>
                  <a:cubicBezTo>
                    <a:pt x="5760" y="2832"/>
                    <a:pt x="7617" y="1440"/>
                    <a:pt x="9894" y="836"/>
                  </a:cubicBezTo>
                  <a:close/>
                  <a:moveTo>
                    <a:pt x="12030" y="881"/>
                  </a:moveTo>
                  <a:cubicBezTo>
                    <a:pt x="14400" y="1579"/>
                    <a:pt x="16397" y="3065"/>
                    <a:pt x="17698" y="5109"/>
                  </a:cubicBezTo>
                  <a:cubicBezTo>
                    <a:pt x="16537" y="4831"/>
                    <a:pt x="15515" y="4598"/>
                    <a:pt x="14540" y="4459"/>
                  </a:cubicBezTo>
                  <a:cubicBezTo>
                    <a:pt x="13657" y="2832"/>
                    <a:pt x="12681" y="1625"/>
                    <a:pt x="12030" y="881"/>
                  </a:cubicBezTo>
                  <a:close/>
                  <a:moveTo>
                    <a:pt x="7432" y="1161"/>
                  </a:moveTo>
                  <a:cubicBezTo>
                    <a:pt x="5806" y="2043"/>
                    <a:pt x="4459" y="3391"/>
                    <a:pt x="3484" y="4877"/>
                  </a:cubicBezTo>
                  <a:cubicBezTo>
                    <a:pt x="3019" y="5016"/>
                    <a:pt x="2601" y="5109"/>
                    <a:pt x="2184" y="5249"/>
                  </a:cubicBezTo>
                  <a:cubicBezTo>
                    <a:pt x="3484" y="3437"/>
                    <a:pt x="5296" y="1997"/>
                    <a:pt x="7432" y="1161"/>
                  </a:cubicBezTo>
                  <a:close/>
                  <a:moveTo>
                    <a:pt x="14771" y="1393"/>
                  </a:moveTo>
                  <a:cubicBezTo>
                    <a:pt x="16769" y="2275"/>
                    <a:pt x="18488" y="3715"/>
                    <a:pt x="19556" y="5573"/>
                  </a:cubicBezTo>
                  <a:cubicBezTo>
                    <a:pt x="19231" y="5481"/>
                    <a:pt x="18859" y="5388"/>
                    <a:pt x="18534" y="5295"/>
                  </a:cubicBezTo>
                  <a:cubicBezTo>
                    <a:pt x="17605" y="3715"/>
                    <a:pt x="16304" y="2369"/>
                    <a:pt x="14771" y="1393"/>
                  </a:cubicBezTo>
                  <a:close/>
                  <a:moveTo>
                    <a:pt x="3158" y="5714"/>
                  </a:moveTo>
                  <a:cubicBezTo>
                    <a:pt x="2323" y="7106"/>
                    <a:pt x="1904" y="8733"/>
                    <a:pt x="1858" y="10405"/>
                  </a:cubicBezTo>
                  <a:lnTo>
                    <a:pt x="650" y="10405"/>
                  </a:lnTo>
                  <a:cubicBezTo>
                    <a:pt x="696" y="8825"/>
                    <a:pt x="1114" y="7385"/>
                    <a:pt x="1812" y="6084"/>
                  </a:cubicBezTo>
                  <a:cubicBezTo>
                    <a:pt x="2136" y="5992"/>
                    <a:pt x="2601" y="5806"/>
                    <a:pt x="3158" y="5714"/>
                  </a:cubicBezTo>
                  <a:close/>
                  <a:moveTo>
                    <a:pt x="7154" y="4877"/>
                  </a:moveTo>
                  <a:cubicBezTo>
                    <a:pt x="6456" y="6410"/>
                    <a:pt x="5853" y="8174"/>
                    <a:pt x="5760" y="10173"/>
                  </a:cubicBezTo>
                  <a:lnTo>
                    <a:pt x="5760" y="10405"/>
                  </a:lnTo>
                  <a:lnTo>
                    <a:pt x="2508" y="10405"/>
                  </a:lnTo>
                  <a:cubicBezTo>
                    <a:pt x="2554" y="8593"/>
                    <a:pt x="3065" y="6921"/>
                    <a:pt x="3948" y="5388"/>
                  </a:cubicBezTo>
                  <a:cubicBezTo>
                    <a:pt x="4459" y="5295"/>
                    <a:pt x="5109" y="5155"/>
                    <a:pt x="5853" y="5063"/>
                  </a:cubicBezTo>
                  <a:cubicBezTo>
                    <a:pt x="6271" y="5016"/>
                    <a:pt x="6688" y="4923"/>
                    <a:pt x="7154" y="4877"/>
                  </a:cubicBezTo>
                  <a:close/>
                  <a:moveTo>
                    <a:pt x="10499" y="4692"/>
                  </a:moveTo>
                  <a:lnTo>
                    <a:pt x="10499" y="10405"/>
                  </a:lnTo>
                  <a:lnTo>
                    <a:pt x="6317" y="10405"/>
                  </a:lnTo>
                  <a:lnTo>
                    <a:pt x="6317" y="10219"/>
                  </a:lnTo>
                  <a:cubicBezTo>
                    <a:pt x="6456" y="8128"/>
                    <a:pt x="7106" y="6317"/>
                    <a:pt x="7850" y="4831"/>
                  </a:cubicBezTo>
                  <a:cubicBezTo>
                    <a:pt x="8639" y="4783"/>
                    <a:pt x="9568" y="4692"/>
                    <a:pt x="10499" y="4692"/>
                  </a:cubicBezTo>
                  <a:close/>
                  <a:moveTo>
                    <a:pt x="11149" y="4783"/>
                  </a:moveTo>
                  <a:cubicBezTo>
                    <a:pt x="12078" y="4831"/>
                    <a:pt x="13052" y="4877"/>
                    <a:pt x="14121" y="5016"/>
                  </a:cubicBezTo>
                  <a:cubicBezTo>
                    <a:pt x="14864" y="6456"/>
                    <a:pt x="15469" y="8268"/>
                    <a:pt x="15515" y="10219"/>
                  </a:cubicBezTo>
                  <a:lnTo>
                    <a:pt x="15515" y="10405"/>
                  </a:lnTo>
                  <a:lnTo>
                    <a:pt x="11149" y="10405"/>
                  </a:lnTo>
                  <a:lnTo>
                    <a:pt x="11149" y="4783"/>
                  </a:lnTo>
                  <a:close/>
                  <a:moveTo>
                    <a:pt x="14864" y="5109"/>
                  </a:moveTo>
                  <a:cubicBezTo>
                    <a:pt x="15932" y="5295"/>
                    <a:pt x="17002" y="5527"/>
                    <a:pt x="18162" y="5806"/>
                  </a:cubicBezTo>
                  <a:cubicBezTo>
                    <a:pt x="18859" y="7200"/>
                    <a:pt x="19277" y="8779"/>
                    <a:pt x="19416" y="10405"/>
                  </a:cubicBezTo>
                  <a:lnTo>
                    <a:pt x="16165" y="10405"/>
                  </a:lnTo>
                  <a:lnTo>
                    <a:pt x="16165" y="10173"/>
                  </a:lnTo>
                  <a:cubicBezTo>
                    <a:pt x="16026" y="8268"/>
                    <a:pt x="15560" y="6503"/>
                    <a:pt x="14864" y="5109"/>
                  </a:cubicBezTo>
                  <a:close/>
                  <a:moveTo>
                    <a:pt x="18953" y="5992"/>
                  </a:moveTo>
                  <a:cubicBezTo>
                    <a:pt x="19277" y="6084"/>
                    <a:pt x="19649" y="6223"/>
                    <a:pt x="19973" y="6271"/>
                  </a:cubicBezTo>
                  <a:cubicBezTo>
                    <a:pt x="20578" y="7478"/>
                    <a:pt x="20950" y="8872"/>
                    <a:pt x="21043" y="10358"/>
                  </a:cubicBezTo>
                  <a:lnTo>
                    <a:pt x="19973" y="10358"/>
                  </a:lnTo>
                  <a:lnTo>
                    <a:pt x="19973" y="10405"/>
                  </a:lnTo>
                  <a:cubicBezTo>
                    <a:pt x="19928" y="8825"/>
                    <a:pt x="19556" y="7339"/>
                    <a:pt x="18953" y="5992"/>
                  </a:cubicBezTo>
                  <a:close/>
                  <a:moveTo>
                    <a:pt x="1858" y="11056"/>
                  </a:moveTo>
                  <a:cubicBezTo>
                    <a:pt x="1904" y="12913"/>
                    <a:pt x="2369" y="14678"/>
                    <a:pt x="3252" y="16211"/>
                  </a:cubicBezTo>
                  <a:cubicBezTo>
                    <a:pt x="2834" y="16072"/>
                    <a:pt x="2462" y="15978"/>
                    <a:pt x="1997" y="15839"/>
                  </a:cubicBezTo>
                  <a:cubicBezTo>
                    <a:pt x="1161" y="14399"/>
                    <a:pt x="696" y="12774"/>
                    <a:pt x="650" y="11056"/>
                  </a:cubicBezTo>
                  <a:close/>
                  <a:moveTo>
                    <a:pt x="21043" y="11056"/>
                  </a:moveTo>
                  <a:cubicBezTo>
                    <a:pt x="20950" y="12913"/>
                    <a:pt x="20439" y="14632"/>
                    <a:pt x="19510" y="16165"/>
                  </a:cubicBezTo>
                  <a:cubicBezTo>
                    <a:pt x="19231" y="16258"/>
                    <a:pt x="18812" y="16397"/>
                    <a:pt x="18488" y="16489"/>
                  </a:cubicBezTo>
                  <a:cubicBezTo>
                    <a:pt x="19416" y="14864"/>
                    <a:pt x="19928" y="13007"/>
                    <a:pt x="19973" y="11056"/>
                  </a:cubicBezTo>
                  <a:close/>
                  <a:moveTo>
                    <a:pt x="5714" y="11056"/>
                  </a:moveTo>
                  <a:cubicBezTo>
                    <a:pt x="5760" y="13052"/>
                    <a:pt x="6271" y="15097"/>
                    <a:pt x="7339" y="17094"/>
                  </a:cubicBezTo>
                  <a:cubicBezTo>
                    <a:pt x="6271" y="16908"/>
                    <a:pt x="5155" y="16722"/>
                    <a:pt x="4087" y="16443"/>
                  </a:cubicBezTo>
                  <a:cubicBezTo>
                    <a:pt x="3065" y="14864"/>
                    <a:pt x="2508" y="13007"/>
                    <a:pt x="2462" y="11056"/>
                  </a:cubicBezTo>
                  <a:close/>
                  <a:moveTo>
                    <a:pt x="19416" y="10962"/>
                  </a:moveTo>
                  <a:cubicBezTo>
                    <a:pt x="19323" y="13052"/>
                    <a:pt x="18720" y="15049"/>
                    <a:pt x="17605" y="16629"/>
                  </a:cubicBezTo>
                  <a:cubicBezTo>
                    <a:pt x="17002" y="16769"/>
                    <a:pt x="16443" y="16954"/>
                    <a:pt x="15793" y="17000"/>
                  </a:cubicBezTo>
                  <a:lnTo>
                    <a:pt x="14400" y="17187"/>
                  </a:lnTo>
                  <a:cubicBezTo>
                    <a:pt x="15515" y="15143"/>
                    <a:pt x="16072" y="13052"/>
                    <a:pt x="16165" y="10962"/>
                  </a:cubicBezTo>
                  <a:close/>
                  <a:moveTo>
                    <a:pt x="10499" y="11101"/>
                  </a:moveTo>
                  <a:lnTo>
                    <a:pt x="10499" y="17372"/>
                  </a:lnTo>
                  <a:cubicBezTo>
                    <a:pt x="9755" y="17326"/>
                    <a:pt x="8965" y="17233"/>
                    <a:pt x="8082" y="17187"/>
                  </a:cubicBezTo>
                  <a:cubicBezTo>
                    <a:pt x="6967" y="15143"/>
                    <a:pt x="6410" y="13146"/>
                    <a:pt x="6317" y="11101"/>
                  </a:cubicBezTo>
                  <a:close/>
                  <a:moveTo>
                    <a:pt x="15515" y="11056"/>
                  </a:moveTo>
                  <a:cubicBezTo>
                    <a:pt x="15469" y="13146"/>
                    <a:pt x="14864" y="15236"/>
                    <a:pt x="13657" y="17326"/>
                  </a:cubicBezTo>
                  <a:cubicBezTo>
                    <a:pt x="12913" y="17372"/>
                    <a:pt x="12030" y="17372"/>
                    <a:pt x="11149" y="17372"/>
                  </a:cubicBezTo>
                  <a:lnTo>
                    <a:pt x="11149" y="11056"/>
                  </a:lnTo>
                  <a:close/>
                  <a:moveTo>
                    <a:pt x="18953" y="16908"/>
                  </a:moveTo>
                  <a:cubicBezTo>
                    <a:pt x="17883" y="18348"/>
                    <a:pt x="16443" y="19510"/>
                    <a:pt x="14771" y="20206"/>
                  </a:cubicBezTo>
                  <a:cubicBezTo>
                    <a:pt x="16026" y="19462"/>
                    <a:pt x="17141" y="18394"/>
                    <a:pt x="17931" y="17187"/>
                  </a:cubicBezTo>
                  <a:cubicBezTo>
                    <a:pt x="18302" y="17094"/>
                    <a:pt x="18627" y="17000"/>
                    <a:pt x="18953" y="16908"/>
                  </a:cubicBezTo>
                  <a:close/>
                  <a:moveTo>
                    <a:pt x="2462" y="16629"/>
                  </a:moveTo>
                  <a:lnTo>
                    <a:pt x="3669" y="16954"/>
                  </a:lnTo>
                  <a:cubicBezTo>
                    <a:pt x="4598" y="18394"/>
                    <a:pt x="5853" y="19556"/>
                    <a:pt x="7386" y="20439"/>
                  </a:cubicBezTo>
                  <a:cubicBezTo>
                    <a:pt x="5388" y="19695"/>
                    <a:pt x="3669" y="18348"/>
                    <a:pt x="2462" y="16629"/>
                  </a:cubicBezTo>
                  <a:close/>
                  <a:moveTo>
                    <a:pt x="8500" y="17790"/>
                  </a:moveTo>
                  <a:cubicBezTo>
                    <a:pt x="9198" y="17883"/>
                    <a:pt x="9894" y="17883"/>
                    <a:pt x="10499" y="17929"/>
                  </a:cubicBezTo>
                  <a:lnTo>
                    <a:pt x="10499" y="20485"/>
                  </a:lnTo>
                  <a:cubicBezTo>
                    <a:pt x="9708" y="19649"/>
                    <a:pt x="9057" y="18673"/>
                    <a:pt x="8500" y="17790"/>
                  </a:cubicBezTo>
                  <a:close/>
                  <a:moveTo>
                    <a:pt x="13285" y="17883"/>
                  </a:moveTo>
                  <a:cubicBezTo>
                    <a:pt x="12728" y="18812"/>
                    <a:pt x="11984" y="19741"/>
                    <a:pt x="11149" y="20671"/>
                  </a:cubicBezTo>
                  <a:lnTo>
                    <a:pt x="11149" y="17929"/>
                  </a:lnTo>
                  <a:lnTo>
                    <a:pt x="11567" y="17929"/>
                  </a:lnTo>
                  <a:cubicBezTo>
                    <a:pt x="12124" y="17929"/>
                    <a:pt x="12728" y="17929"/>
                    <a:pt x="13285" y="17883"/>
                  </a:cubicBezTo>
                  <a:close/>
                  <a:moveTo>
                    <a:pt x="17094" y="17372"/>
                  </a:moveTo>
                  <a:cubicBezTo>
                    <a:pt x="15747" y="18999"/>
                    <a:pt x="13981" y="20160"/>
                    <a:pt x="11891" y="20717"/>
                  </a:cubicBezTo>
                  <a:cubicBezTo>
                    <a:pt x="12728" y="19788"/>
                    <a:pt x="13424" y="18812"/>
                    <a:pt x="14075" y="17837"/>
                  </a:cubicBezTo>
                  <a:cubicBezTo>
                    <a:pt x="15143" y="17698"/>
                    <a:pt x="16211" y="17605"/>
                    <a:pt x="17094" y="17372"/>
                  </a:cubicBezTo>
                  <a:close/>
                  <a:moveTo>
                    <a:pt x="4598" y="17187"/>
                  </a:moveTo>
                  <a:cubicBezTo>
                    <a:pt x="5714" y="17420"/>
                    <a:pt x="6736" y="17605"/>
                    <a:pt x="7711" y="17698"/>
                  </a:cubicBezTo>
                  <a:cubicBezTo>
                    <a:pt x="8315" y="18766"/>
                    <a:pt x="9057" y="19788"/>
                    <a:pt x="9940" y="20810"/>
                  </a:cubicBezTo>
                  <a:cubicBezTo>
                    <a:pt x="7804" y="20206"/>
                    <a:pt x="5946" y="18859"/>
                    <a:pt x="4598" y="17187"/>
                  </a:cubicBezTo>
                  <a:close/>
                  <a:moveTo>
                    <a:pt x="10823" y="0"/>
                  </a:moveTo>
                  <a:cubicBezTo>
                    <a:pt x="4831" y="0"/>
                    <a:pt x="0" y="4831"/>
                    <a:pt x="0" y="10823"/>
                  </a:cubicBezTo>
                  <a:cubicBezTo>
                    <a:pt x="0" y="16769"/>
                    <a:pt x="4831" y="21600"/>
                    <a:pt x="10823" y="21600"/>
                  </a:cubicBezTo>
                  <a:lnTo>
                    <a:pt x="11056" y="21600"/>
                  </a:lnTo>
                  <a:cubicBezTo>
                    <a:pt x="16908" y="21507"/>
                    <a:pt x="21600" y="16676"/>
                    <a:pt x="21600" y="10823"/>
                  </a:cubicBezTo>
                  <a:cubicBezTo>
                    <a:pt x="21600" y="4923"/>
                    <a:pt x="16908" y="139"/>
                    <a:pt x="1105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60" name="Google Shape;1842;p45"/>
          <p:cNvGrpSpPr/>
          <p:nvPr/>
        </p:nvGrpSpPr>
        <p:grpSpPr>
          <a:xfrm>
            <a:off x="3246500" y="384975"/>
            <a:ext cx="730529" cy="554552"/>
            <a:chOff x="0" y="0"/>
            <a:chExt cx="730528" cy="554551"/>
          </a:xfrm>
        </p:grpSpPr>
        <p:sp>
          <p:nvSpPr>
            <p:cNvPr id="1957" name="Google Shape;1843;p45"/>
            <p:cNvSpPr/>
            <p:nvPr/>
          </p:nvSpPr>
          <p:spPr>
            <a:xfrm>
              <a:off x="-1" y="51700"/>
              <a:ext cx="675502" cy="502852"/>
            </a:xfrm>
            <a:custGeom>
              <a:avLst/>
              <a:gdLst/>
              <a:ahLst/>
              <a:cxnLst>
                <a:cxn ang="0">
                  <a:pos x="wd2" y="hd2"/>
                </a:cxn>
                <a:cxn ang="5400000">
                  <a:pos x="wd2" y="hd2"/>
                </a:cxn>
                <a:cxn ang="10800000">
                  <a:pos x="wd2" y="hd2"/>
                </a:cxn>
                <a:cxn ang="16200000">
                  <a:pos x="wd2" y="hd2"/>
                </a:cxn>
              </a:cxnLst>
              <a:rect l="0" t="0" r="r" b="b"/>
              <a:pathLst>
                <a:path w="21573" h="21600" fill="norm" stroke="1" extrusionOk="0">
                  <a:moveTo>
                    <a:pt x="3276" y="0"/>
                  </a:moveTo>
                  <a:cubicBezTo>
                    <a:pt x="1464" y="0"/>
                    <a:pt x="0" y="1971"/>
                    <a:pt x="0" y="4406"/>
                  </a:cubicBezTo>
                  <a:lnTo>
                    <a:pt x="0" y="17194"/>
                  </a:lnTo>
                  <a:cubicBezTo>
                    <a:pt x="0" y="19631"/>
                    <a:pt x="1464" y="21600"/>
                    <a:pt x="3276" y="21600"/>
                  </a:cubicBezTo>
                  <a:lnTo>
                    <a:pt x="18324" y="21600"/>
                  </a:lnTo>
                  <a:cubicBezTo>
                    <a:pt x="20135" y="21600"/>
                    <a:pt x="21600" y="19631"/>
                    <a:pt x="21573" y="17194"/>
                  </a:cubicBezTo>
                  <a:lnTo>
                    <a:pt x="21573" y="4406"/>
                  </a:lnTo>
                  <a:cubicBezTo>
                    <a:pt x="21573" y="1971"/>
                    <a:pt x="20109" y="0"/>
                    <a:pt x="1832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58" name="Google Shape;1844;p45"/>
            <p:cNvSpPr/>
            <p:nvPr/>
          </p:nvSpPr>
          <p:spPr>
            <a:xfrm>
              <a:off x="55025" y="0"/>
              <a:ext cx="675504" cy="5020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280" y="0"/>
                  </a:moveTo>
                  <a:cubicBezTo>
                    <a:pt x="1467" y="0"/>
                    <a:pt x="0" y="1973"/>
                    <a:pt x="0" y="4377"/>
                  </a:cubicBezTo>
                  <a:lnTo>
                    <a:pt x="0" y="17222"/>
                  </a:lnTo>
                  <a:cubicBezTo>
                    <a:pt x="0" y="19626"/>
                    <a:pt x="1467" y="21600"/>
                    <a:pt x="3280" y="21600"/>
                  </a:cubicBezTo>
                  <a:lnTo>
                    <a:pt x="18346" y="21600"/>
                  </a:lnTo>
                  <a:cubicBezTo>
                    <a:pt x="20133" y="21600"/>
                    <a:pt x="21600" y="19626"/>
                    <a:pt x="21600" y="17222"/>
                  </a:cubicBezTo>
                  <a:lnTo>
                    <a:pt x="21600" y="4377"/>
                  </a:lnTo>
                  <a:cubicBezTo>
                    <a:pt x="21600" y="1937"/>
                    <a:pt x="20133" y="0"/>
                    <a:pt x="1834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59" name="Google Shape;1845;p45"/>
            <p:cNvSpPr/>
            <p:nvPr/>
          </p:nvSpPr>
          <p:spPr>
            <a:xfrm>
              <a:off x="255175" y="97674"/>
              <a:ext cx="275615" cy="306178"/>
            </a:xfrm>
            <a:custGeom>
              <a:avLst/>
              <a:gdLst/>
              <a:ahLst/>
              <a:cxnLst>
                <a:cxn ang="0">
                  <a:pos x="wd2" y="hd2"/>
                </a:cxn>
                <a:cxn ang="5400000">
                  <a:pos x="wd2" y="hd2"/>
                </a:cxn>
                <a:cxn ang="10800000">
                  <a:pos x="wd2" y="hd2"/>
                </a:cxn>
                <a:cxn ang="16200000">
                  <a:pos x="wd2" y="hd2"/>
                </a:cxn>
              </a:cxnLst>
              <a:rect l="0" t="0" r="r" b="b"/>
              <a:pathLst>
                <a:path w="21120" h="21600" fill="norm" stroke="1" extrusionOk="0">
                  <a:moveTo>
                    <a:pt x="2966" y="0"/>
                  </a:moveTo>
                  <a:cubicBezTo>
                    <a:pt x="1416" y="0"/>
                    <a:pt x="0" y="1127"/>
                    <a:pt x="0" y="2698"/>
                  </a:cubicBezTo>
                  <a:lnTo>
                    <a:pt x="0" y="18877"/>
                  </a:lnTo>
                  <a:cubicBezTo>
                    <a:pt x="0" y="20443"/>
                    <a:pt x="1441" y="21600"/>
                    <a:pt x="2973" y="21600"/>
                  </a:cubicBezTo>
                  <a:cubicBezTo>
                    <a:pt x="3456" y="21600"/>
                    <a:pt x="3950" y="21485"/>
                    <a:pt x="4410" y="21231"/>
                  </a:cubicBezTo>
                  <a:lnTo>
                    <a:pt x="19682" y="13171"/>
                  </a:lnTo>
                  <a:cubicBezTo>
                    <a:pt x="21600" y="12053"/>
                    <a:pt x="21600" y="9464"/>
                    <a:pt x="19682" y="8464"/>
                  </a:cubicBezTo>
                  <a:lnTo>
                    <a:pt x="4410" y="346"/>
                  </a:lnTo>
                  <a:cubicBezTo>
                    <a:pt x="3941" y="109"/>
                    <a:pt x="3446" y="0"/>
                    <a:pt x="296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63" name="Google Shape;1846;p45"/>
          <p:cNvGrpSpPr/>
          <p:nvPr/>
        </p:nvGrpSpPr>
        <p:grpSpPr>
          <a:xfrm>
            <a:off x="574437" y="2593406"/>
            <a:ext cx="1635758" cy="1535479"/>
            <a:chOff x="0" y="0"/>
            <a:chExt cx="1635757" cy="1535477"/>
          </a:xfrm>
        </p:grpSpPr>
        <p:sp>
          <p:nvSpPr>
            <p:cNvPr id="1961" name="Google Shape;1847;p45"/>
            <p:cNvSpPr/>
            <p:nvPr/>
          </p:nvSpPr>
          <p:spPr>
            <a:xfrm>
              <a:off x="0" y="36580"/>
              <a:ext cx="1590047" cy="14988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62" name="Google Shape;1848;p45"/>
            <p:cNvSpPr/>
            <p:nvPr/>
          </p:nvSpPr>
          <p:spPr>
            <a:xfrm>
              <a:off x="45662" y="0"/>
              <a:ext cx="1590096" cy="1497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1975" name="Google Shape;1849;p45"/>
          <p:cNvGrpSpPr/>
          <p:nvPr/>
        </p:nvGrpSpPr>
        <p:grpSpPr>
          <a:xfrm>
            <a:off x="726769" y="2735116"/>
            <a:ext cx="1372023" cy="1288138"/>
            <a:chOff x="0" y="0"/>
            <a:chExt cx="1372022" cy="1288137"/>
          </a:xfrm>
        </p:grpSpPr>
        <p:sp>
          <p:nvSpPr>
            <p:cNvPr id="1964" name="Google Shape;1850;p45"/>
            <p:cNvSpPr/>
            <p:nvPr/>
          </p:nvSpPr>
          <p:spPr>
            <a:xfrm>
              <a:off x="0" y="454585"/>
              <a:ext cx="162508" cy="77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286" y="0"/>
                  </a:moveTo>
                  <a:cubicBezTo>
                    <a:pt x="2407" y="0"/>
                    <a:pt x="0" y="4707"/>
                    <a:pt x="0" y="11262"/>
                  </a:cubicBezTo>
                  <a:cubicBezTo>
                    <a:pt x="0" y="16893"/>
                    <a:pt x="2407" y="21600"/>
                    <a:pt x="5286" y="21600"/>
                  </a:cubicBezTo>
                  <a:lnTo>
                    <a:pt x="15842" y="21600"/>
                  </a:lnTo>
                  <a:cubicBezTo>
                    <a:pt x="19193" y="21600"/>
                    <a:pt x="21600" y="16893"/>
                    <a:pt x="21600" y="11262"/>
                  </a:cubicBezTo>
                  <a:cubicBezTo>
                    <a:pt x="21113" y="4707"/>
                    <a:pt x="18234" y="0"/>
                    <a:pt x="1584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65" name="Google Shape;1851;p45"/>
            <p:cNvSpPr/>
            <p:nvPr/>
          </p:nvSpPr>
          <p:spPr>
            <a:xfrm>
              <a:off x="10829" y="201478"/>
              <a:ext cx="137182" cy="128216"/>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6146" y="0"/>
                  </a:moveTo>
                  <a:cubicBezTo>
                    <a:pt x="4586" y="0"/>
                    <a:pt x="2974" y="577"/>
                    <a:pt x="1620" y="1714"/>
                  </a:cubicBezTo>
                  <a:cubicBezTo>
                    <a:pt x="-540" y="3988"/>
                    <a:pt x="-540" y="7958"/>
                    <a:pt x="1620" y="10809"/>
                  </a:cubicBezTo>
                  <a:lnTo>
                    <a:pt x="10260" y="19904"/>
                  </a:lnTo>
                  <a:cubicBezTo>
                    <a:pt x="11340" y="21041"/>
                    <a:pt x="12831" y="21600"/>
                    <a:pt x="14374" y="21600"/>
                  </a:cubicBezTo>
                  <a:cubicBezTo>
                    <a:pt x="15934" y="21600"/>
                    <a:pt x="17563" y="21041"/>
                    <a:pt x="18900" y="19904"/>
                  </a:cubicBezTo>
                  <a:cubicBezTo>
                    <a:pt x="21060" y="18189"/>
                    <a:pt x="21060" y="13642"/>
                    <a:pt x="18900" y="10809"/>
                  </a:cubicBezTo>
                  <a:lnTo>
                    <a:pt x="10260" y="1714"/>
                  </a:lnTo>
                  <a:cubicBezTo>
                    <a:pt x="9180" y="577"/>
                    <a:pt x="7706" y="0"/>
                    <a:pt x="614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66" name="Google Shape;1852;p45"/>
            <p:cNvSpPr/>
            <p:nvPr/>
          </p:nvSpPr>
          <p:spPr>
            <a:xfrm>
              <a:off x="10829" y="654564"/>
              <a:ext cx="137182" cy="130786"/>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14580" y="0"/>
                  </a:moveTo>
                  <a:cubicBezTo>
                    <a:pt x="13106" y="0"/>
                    <a:pt x="11614" y="690"/>
                    <a:pt x="10260" y="2087"/>
                  </a:cubicBezTo>
                  <a:lnTo>
                    <a:pt x="1620" y="11003"/>
                  </a:lnTo>
                  <a:cubicBezTo>
                    <a:pt x="-540" y="13232"/>
                    <a:pt x="-540" y="17142"/>
                    <a:pt x="1620" y="19919"/>
                  </a:cubicBezTo>
                  <a:cubicBezTo>
                    <a:pt x="2700" y="21034"/>
                    <a:pt x="4191" y="21600"/>
                    <a:pt x="5734" y="21600"/>
                  </a:cubicBezTo>
                  <a:cubicBezTo>
                    <a:pt x="7294" y="21600"/>
                    <a:pt x="8906" y="21034"/>
                    <a:pt x="10260" y="19919"/>
                  </a:cubicBezTo>
                  <a:lnTo>
                    <a:pt x="18900" y="11003"/>
                  </a:lnTo>
                  <a:cubicBezTo>
                    <a:pt x="21060" y="8774"/>
                    <a:pt x="21060" y="4865"/>
                    <a:pt x="18900" y="2087"/>
                  </a:cubicBezTo>
                  <a:cubicBezTo>
                    <a:pt x="17563" y="690"/>
                    <a:pt x="16071" y="0"/>
                    <a:pt x="1458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67" name="Google Shape;1853;p45"/>
            <p:cNvSpPr/>
            <p:nvPr/>
          </p:nvSpPr>
          <p:spPr>
            <a:xfrm>
              <a:off x="1209515" y="454585"/>
              <a:ext cx="162508" cy="77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286" y="0"/>
                  </a:moveTo>
                  <a:cubicBezTo>
                    <a:pt x="2407" y="0"/>
                    <a:pt x="0" y="4707"/>
                    <a:pt x="0" y="11262"/>
                  </a:cubicBezTo>
                  <a:cubicBezTo>
                    <a:pt x="0" y="16893"/>
                    <a:pt x="2407" y="21600"/>
                    <a:pt x="5286" y="21600"/>
                  </a:cubicBezTo>
                  <a:lnTo>
                    <a:pt x="16314" y="21600"/>
                  </a:lnTo>
                  <a:cubicBezTo>
                    <a:pt x="19193" y="21600"/>
                    <a:pt x="21600" y="16893"/>
                    <a:pt x="21600" y="11262"/>
                  </a:cubicBezTo>
                  <a:cubicBezTo>
                    <a:pt x="21600" y="4707"/>
                    <a:pt x="19193" y="0"/>
                    <a:pt x="1631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68" name="Google Shape;1854;p45"/>
            <p:cNvSpPr/>
            <p:nvPr/>
          </p:nvSpPr>
          <p:spPr>
            <a:xfrm>
              <a:off x="1220345" y="201478"/>
              <a:ext cx="137181" cy="130787"/>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14991" y="0"/>
                  </a:moveTo>
                  <a:cubicBezTo>
                    <a:pt x="13380" y="0"/>
                    <a:pt x="11614" y="566"/>
                    <a:pt x="10260" y="1681"/>
                  </a:cubicBezTo>
                  <a:lnTo>
                    <a:pt x="1620" y="10597"/>
                  </a:lnTo>
                  <a:cubicBezTo>
                    <a:pt x="-540" y="12826"/>
                    <a:pt x="-540" y="16717"/>
                    <a:pt x="1620" y="19513"/>
                  </a:cubicBezTo>
                  <a:cubicBezTo>
                    <a:pt x="2974" y="20910"/>
                    <a:pt x="4466" y="21600"/>
                    <a:pt x="5940" y="21600"/>
                  </a:cubicBezTo>
                  <a:cubicBezTo>
                    <a:pt x="7431" y="21600"/>
                    <a:pt x="8923" y="20910"/>
                    <a:pt x="10260" y="19513"/>
                  </a:cubicBezTo>
                  <a:lnTo>
                    <a:pt x="18900" y="10597"/>
                  </a:lnTo>
                  <a:cubicBezTo>
                    <a:pt x="21060" y="8368"/>
                    <a:pt x="21060" y="4458"/>
                    <a:pt x="18900" y="1681"/>
                  </a:cubicBezTo>
                  <a:cubicBezTo>
                    <a:pt x="18094" y="566"/>
                    <a:pt x="16620" y="0"/>
                    <a:pt x="1499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69" name="Google Shape;1855;p45"/>
            <p:cNvSpPr/>
            <p:nvPr/>
          </p:nvSpPr>
          <p:spPr>
            <a:xfrm>
              <a:off x="1220345" y="657028"/>
              <a:ext cx="137181" cy="128322"/>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6146" y="0"/>
                  </a:moveTo>
                  <a:cubicBezTo>
                    <a:pt x="4603" y="0"/>
                    <a:pt x="2974" y="577"/>
                    <a:pt x="1620" y="1713"/>
                  </a:cubicBezTo>
                  <a:cubicBezTo>
                    <a:pt x="-540" y="3985"/>
                    <a:pt x="-540" y="7951"/>
                    <a:pt x="1620" y="10800"/>
                  </a:cubicBezTo>
                  <a:lnTo>
                    <a:pt x="10260" y="19887"/>
                  </a:lnTo>
                  <a:cubicBezTo>
                    <a:pt x="11340" y="21023"/>
                    <a:pt x="12831" y="21600"/>
                    <a:pt x="14391" y="21600"/>
                  </a:cubicBezTo>
                  <a:cubicBezTo>
                    <a:pt x="15934" y="21600"/>
                    <a:pt x="17563" y="21023"/>
                    <a:pt x="18900" y="19887"/>
                  </a:cubicBezTo>
                  <a:cubicBezTo>
                    <a:pt x="21060" y="18192"/>
                    <a:pt x="21060" y="13649"/>
                    <a:pt x="18900" y="10800"/>
                  </a:cubicBezTo>
                  <a:lnTo>
                    <a:pt x="10260" y="1713"/>
                  </a:lnTo>
                  <a:cubicBezTo>
                    <a:pt x="9180" y="577"/>
                    <a:pt x="7706" y="0"/>
                    <a:pt x="614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70" name="Google Shape;1856;p45"/>
            <p:cNvSpPr/>
            <p:nvPr/>
          </p:nvSpPr>
          <p:spPr>
            <a:xfrm>
              <a:off x="200252" y="-1"/>
              <a:ext cx="965945" cy="903389"/>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10502" y="0"/>
                  </a:moveTo>
                  <a:cubicBezTo>
                    <a:pt x="9789" y="0"/>
                    <a:pt x="9068" y="72"/>
                    <a:pt x="8350" y="220"/>
                  </a:cubicBezTo>
                  <a:cubicBezTo>
                    <a:pt x="4395" y="1027"/>
                    <a:pt x="1150" y="4415"/>
                    <a:pt x="201" y="8449"/>
                  </a:cubicBezTo>
                  <a:cubicBezTo>
                    <a:pt x="-432" y="11919"/>
                    <a:pt x="439" y="15469"/>
                    <a:pt x="2735" y="17971"/>
                  </a:cubicBezTo>
                  <a:cubicBezTo>
                    <a:pt x="3604" y="18939"/>
                    <a:pt x="4159" y="20309"/>
                    <a:pt x="4395" y="21600"/>
                  </a:cubicBezTo>
                  <a:lnTo>
                    <a:pt x="7165" y="21600"/>
                  </a:lnTo>
                  <a:lnTo>
                    <a:pt x="7165" y="13533"/>
                  </a:lnTo>
                  <a:cubicBezTo>
                    <a:pt x="7165" y="13210"/>
                    <a:pt x="9774" y="8044"/>
                    <a:pt x="9932" y="7804"/>
                  </a:cubicBezTo>
                  <a:cubicBezTo>
                    <a:pt x="10090" y="7481"/>
                    <a:pt x="10409" y="7320"/>
                    <a:pt x="10726" y="7320"/>
                  </a:cubicBezTo>
                  <a:cubicBezTo>
                    <a:pt x="11042" y="7320"/>
                    <a:pt x="11359" y="7481"/>
                    <a:pt x="11517" y="7804"/>
                  </a:cubicBezTo>
                  <a:cubicBezTo>
                    <a:pt x="11753" y="8044"/>
                    <a:pt x="14284" y="13210"/>
                    <a:pt x="14284" y="13533"/>
                  </a:cubicBezTo>
                  <a:lnTo>
                    <a:pt x="14284" y="21600"/>
                  </a:lnTo>
                  <a:lnTo>
                    <a:pt x="17054" y="21600"/>
                  </a:lnTo>
                  <a:cubicBezTo>
                    <a:pt x="17290" y="20309"/>
                    <a:pt x="17846" y="18939"/>
                    <a:pt x="18717" y="17889"/>
                  </a:cubicBezTo>
                  <a:cubicBezTo>
                    <a:pt x="20299" y="16032"/>
                    <a:pt x="21168" y="13533"/>
                    <a:pt x="21168" y="10869"/>
                  </a:cubicBezTo>
                  <a:cubicBezTo>
                    <a:pt x="21168" y="7642"/>
                    <a:pt x="19824" y="4577"/>
                    <a:pt x="17213" y="2397"/>
                  </a:cubicBezTo>
                  <a:cubicBezTo>
                    <a:pt x="15314" y="837"/>
                    <a:pt x="12946" y="0"/>
                    <a:pt x="1050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71" name="Google Shape;1857;p45"/>
            <p:cNvSpPr/>
            <p:nvPr/>
          </p:nvSpPr>
          <p:spPr>
            <a:xfrm>
              <a:off x="602923" y="626715"/>
              <a:ext cx="162510" cy="280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cubicBezTo>
                    <a:pt x="18249" y="776"/>
                    <a:pt x="14410" y="1041"/>
                    <a:pt x="11044" y="1041"/>
                  </a:cubicBezTo>
                  <a:cubicBezTo>
                    <a:pt x="7205" y="1041"/>
                    <a:pt x="3839" y="776"/>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72" name="Google Shape;1858;p45"/>
            <p:cNvSpPr/>
            <p:nvPr/>
          </p:nvSpPr>
          <p:spPr>
            <a:xfrm>
              <a:off x="404432" y="984363"/>
              <a:ext cx="566827" cy="1485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5404"/>
                  </a:lnTo>
                  <a:cubicBezTo>
                    <a:pt x="0" y="14732"/>
                    <a:pt x="2061" y="21600"/>
                    <a:pt x="4677" y="21600"/>
                  </a:cubicBezTo>
                  <a:lnTo>
                    <a:pt x="16923" y="21600"/>
                  </a:lnTo>
                  <a:cubicBezTo>
                    <a:pt x="19534" y="21600"/>
                    <a:pt x="21600" y="14732"/>
                    <a:pt x="21600" y="5404"/>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73" name="Google Shape;1859;p45"/>
            <p:cNvSpPr/>
            <p:nvPr/>
          </p:nvSpPr>
          <p:spPr>
            <a:xfrm>
              <a:off x="617363" y="431020"/>
              <a:ext cx="133630" cy="134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96" y="0"/>
                  </a:moveTo>
                  <a:lnTo>
                    <a:pt x="0" y="19564"/>
                  </a:lnTo>
                  <a:cubicBezTo>
                    <a:pt x="3501" y="20927"/>
                    <a:pt x="7151" y="21600"/>
                    <a:pt x="10800" y="21600"/>
                  </a:cubicBezTo>
                  <a:cubicBezTo>
                    <a:pt x="14449" y="21600"/>
                    <a:pt x="18099" y="20927"/>
                    <a:pt x="21600" y="19564"/>
                  </a:cubicBezTo>
                  <a:lnTo>
                    <a:pt x="11096"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74" name="Google Shape;1860;p45"/>
            <p:cNvSpPr/>
            <p:nvPr/>
          </p:nvSpPr>
          <p:spPr>
            <a:xfrm>
              <a:off x="491071" y="1210478"/>
              <a:ext cx="389881" cy="77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97" y="12215"/>
                    <a:pt x="3397" y="21600"/>
                    <a:pt x="6197" y="21600"/>
                  </a:cubicBezTo>
                  <a:lnTo>
                    <a:pt x="15200" y="21600"/>
                  </a:lnTo>
                  <a:cubicBezTo>
                    <a:pt x="18203" y="21600"/>
                    <a:pt x="20603" y="12215"/>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7" name="Google Shape;1885;p47"/>
          <p:cNvSpPr txBox="1"/>
          <p:nvPr>
            <p:ph type="title"/>
          </p:nvPr>
        </p:nvSpPr>
        <p:spPr>
          <a:xfrm>
            <a:off x="564161" y="186940"/>
            <a:ext cx="3725525" cy="583577"/>
          </a:xfrm>
          <a:prstGeom prst="rect">
            <a:avLst/>
          </a:prstGeom>
        </p:spPr>
        <p:txBody>
          <a:bodyPr/>
          <a:lstStyle>
            <a:lvl1pPr algn="l" defTabSz="557783">
              <a:defRPr sz="2400"/>
            </a:lvl1pPr>
          </a:lstStyle>
          <a:p>
            <a:pPr/>
            <a:r>
              <a:t>                 Our purpose </a:t>
            </a:r>
          </a:p>
        </p:txBody>
      </p:sp>
      <p:grpSp>
        <p:nvGrpSpPr>
          <p:cNvPr id="1981" name="Google Shape;1887;p47"/>
          <p:cNvGrpSpPr/>
          <p:nvPr/>
        </p:nvGrpSpPr>
        <p:grpSpPr>
          <a:xfrm>
            <a:off x="6382058" y="1875152"/>
            <a:ext cx="1560515" cy="1620882"/>
            <a:chOff x="0" y="0"/>
            <a:chExt cx="1560514" cy="1620881"/>
          </a:xfrm>
        </p:grpSpPr>
        <p:sp>
          <p:nvSpPr>
            <p:cNvPr id="1978" name="Google Shape;1888;p47"/>
            <p:cNvSpPr/>
            <p:nvPr/>
          </p:nvSpPr>
          <p:spPr>
            <a:xfrm>
              <a:off x="613563" y="0"/>
              <a:ext cx="946952" cy="982670"/>
            </a:xfrm>
            <a:custGeom>
              <a:avLst/>
              <a:gdLst/>
              <a:ahLst/>
              <a:cxnLst>
                <a:cxn ang="0">
                  <a:pos x="wd2" y="hd2"/>
                </a:cxn>
                <a:cxn ang="5400000">
                  <a:pos x="wd2" y="hd2"/>
                </a:cxn>
                <a:cxn ang="10800000">
                  <a:pos x="wd2" y="hd2"/>
                </a:cxn>
                <a:cxn ang="16200000">
                  <a:pos x="wd2" y="hd2"/>
                </a:cxn>
              </a:cxnLst>
              <a:rect l="0" t="0" r="r" b="b"/>
              <a:pathLst>
                <a:path w="21178" h="21600" fill="norm" stroke="1" extrusionOk="0">
                  <a:moveTo>
                    <a:pt x="16591" y="0"/>
                  </a:moveTo>
                  <a:cubicBezTo>
                    <a:pt x="16319" y="0"/>
                    <a:pt x="16040" y="104"/>
                    <a:pt x="15806" y="342"/>
                  </a:cubicBezTo>
                  <a:lnTo>
                    <a:pt x="11291" y="4928"/>
                  </a:lnTo>
                  <a:cubicBezTo>
                    <a:pt x="11117" y="5191"/>
                    <a:pt x="10943" y="5368"/>
                    <a:pt x="10943" y="5634"/>
                  </a:cubicBezTo>
                  <a:lnTo>
                    <a:pt x="10422" y="9252"/>
                  </a:lnTo>
                  <a:lnTo>
                    <a:pt x="4777" y="14983"/>
                  </a:lnTo>
                  <a:cubicBezTo>
                    <a:pt x="4342" y="14807"/>
                    <a:pt x="3821" y="14631"/>
                    <a:pt x="3388" y="14631"/>
                  </a:cubicBezTo>
                  <a:cubicBezTo>
                    <a:pt x="1477" y="14631"/>
                    <a:pt x="0" y="16221"/>
                    <a:pt x="0" y="18161"/>
                  </a:cubicBezTo>
                  <a:cubicBezTo>
                    <a:pt x="0" y="20189"/>
                    <a:pt x="1477" y="21600"/>
                    <a:pt x="3388" y="21600"/>
                  </a:cubicBezTo>
                  <a:cubicBezTo>
                    <a:pt x="5210" y="21600"/>
                    <a:pt x="6773" y="20102"/>
                    <a:pt x="6773" y="18161"/>
                  </a:cubicBezTo>
                  <a:cubicBezTo>
                    <a:pt x="6773" y="17632"/>
                    <a:pt x="6599" y="17190"/>
                    <a:pt x="6425" y="16750"/>
                  </a:cubicBezTo>
                  <a:lnTo>
                    <a:pt x="12071" y="11016"/>
                  </a:lnTo>
                  <a:lnTo>
                    <a:pt x="15632" y="10486"/>
                  </a:lnTo>
                  <a:cubicBezTo>
                    <a:pt x="15806" y="10486"/>
                    <a:pt x="16065" y="10397"/>
                    <a:pt x="16327" y="10134"/>
                  </a:cubicBezTo>
                  <a:lnTo>
                    <a:pt x="20842" y="5544"/>
                  </a:lnTo>
                  <a:cubicBezTo>
                    <a:pt x="21600" y="4777"/>
                    <a:pt x="20972" y="3511"/>
                    <a:pt x="19985" y="3511"/>
                  </a:cubicBezTo>
                  <a:cubicBezTo>
                    <a:pt x="19954" y="3511"/>
                    <a:pt x="19921" y="3514"/>
                    <a:pt x="19888" y="3517"/>
                  </a:cubicBezTo>
                  <a:lnTo>
                    <a:pt x="17369" y="3870"/>
                  </a:lnTo>
                  <a:lnTo>
                    <a:pt x="17716" y="1310"/>
                  </a:lnTo>
                  <a:cubicBezTo>
                    <a:pt x="17837" y="568"/>
                    <a:pt x="17234" y="0"/>
                    <a:pt x="16591"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79" name="Google Shape;1889;p47"/>
            <p:cNvSpPr/>
            <p:nvPr/>
          </p:nvSpPr>
          <p:spPr>
            <a:xfrm>
              <a:off x="299016" y="356685"/>
              <a:ext cx="920349" cy="9471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55" y="0"/>
                  </a:moveTo>
                  <a:cubicBezTo>
                    <a:pt x="4831" y="0"/>
                    <a:pt x="0" y="4849"/>
                    <a:pt x="0" y="10892"/>
                  </a:cubicBezTo>
                  <a:cubicBezTo>
                    <a:pt x="0" y="16838"/>
                    <a:pt x="4738" y="21600"/>
                    <a:pt x="10755" y="21600"/>
                  </a:cubicBezTo>
                  <a:cubicBezTo>
                    <a:pt x="16677" y="21600"/>
                    <a:pt x="21600" y="16838"/>
                    <a:pt x="21600" y="10892"/>
                  </a:cubicBezTo>
                  <a:cubicBezTo>
                    <a:pt x="21600" y="9151"/>
                    <a:pt x="21236" y="7687"/>
                    <a:pt x="20596" y="6223"/>
                  </a:cubicBezTo>
                  <a:lnTo>
                    <a:pt x="16859" y="9976"/>
                  </a:lnTo>
                  <a:cubicBezTo>
                    <a:pt x="16859" y="10159"/>
                    <a:pt x="16951" y="10525"/>
                    <a:pt x="16951" y="10799"/>
                  </a:cubicBezTo>
                  <a:cubicBezTo>
                    <a:pt x="16951" y="14093"/>
                    <a:pt x="14218" y="16838"/>
                    <a:pt x="10937" y="16838"/>
                  </a:cubicBezTo>
                  <a:cubicBezTo>
                    <a:pt x="7564" y="16838"/>
                    <a:pt x="4831" y="14093"/>
                    <a:pt x="4831" y="10799"/>
                  </a:cubicBezTo>
                  <a:cubicBezTo>
                    <a:pt x="5013" y="7411"/>
                    <a:pt x="7564" y="4666"/>
                    <a:pt x="10937" y="4666"/>
                  </a:cubicBezTo>
                  <a:cubicBezTo>
                    <a:pt x="11209" y="4666"/>
                    <a:pt x="11484" y="4666"/>
                    <a:pt x="11666" y="4849"/>
                  </a:cubicBezTo>
                  <a:lnTo>
                    <a:pt x="15493" y="1005"/>
                  </a:lnTo>
                  <a:cubicBezTo>
                    <a:pt x="14125" y="366"/>
                    <a:pt x="12485" y="0"/>
                    <a:pt x="10755"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80" name="Google Shape;1890;p47"/>
            <p:cNvSpPr/>
            <p:nvPr/>
          </p:nvSpPr>
          <p:spPr>
            <a:xfrm>
              <a:off x="-1" y="35541"/>
              <a:ext cx="1533913" cy="1585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2" y="0"/>
                  </a:moveTo>
                  <a:cubicBezTo>
                    <a:pt x="4813" y="0"/>
                    <a:pt x="0" y="4867"/>
                    <a:pt x="0" y="10827"/>
                  </a:cubicBezTo>
                  <a:cubicBezTo>
                    <a:pt x="0" y="16733"/>
                    <a:pt x="4867" y="21600"/>
                    <a:pt x="10827" y="21600"/>
                  </a:cubicBezTo>
                  <a:cubicBezTo>
                    <a:pt x="16787" y="21600"/>
                    <a:pt x="21600" y="16733"/>
                    <a:pt x="21600" y="10827"/>
                  </a:cubicBezTo>
                  <a:cubicBezTo>
                    <a:pt x="21600" y="9242"/>
                    <a:pt x="21272" y="7656"/>
                    <a:pt x="20616" y="6234"/>
                  </a:cubicBezTo>
                  <a:lnTo>
                    <a:pt x="20069" y="6781"/>
                  </a:lnTo>
                  <a:cubicBezTo>
                    <a:pt x="19686" y="7109"/>
                    <a:pt x="19302" y="7328"/>
                    <a:pt x="18811" y="7382"/>
                  </a:cubicBezTo>
                  <a:lnTo>
                    <a:pt x="18045" y="7547"/>
                  </a:lnTo>
                  <a:cubicBezTo>
                    <a:pt x="18537" y="8531"/>
                    <a:pt x="18755" y="9624"/>
                    <a:pt x="18755" y="10827"/>
                  </a:cubicBezTo>
                  <a:cubicBezTo>
                    <a:pt x="18755" y="15202"/>
                    <a:pt x="15202" y="18646"/>
                    <a:pt x="10882" y="18646"/>
                  </a:cubicBezTo>
                  <a:cubicBezTo>
                    <a:pt x="6562" y="18646"/>
                    <a:pt x="3008" y="15093"/>
                    <a:pt x="3008" y="10827"/>
                  </a:cubicBezTo>
                  <a:cubicBezTo>
                    <a:pt x="3008" y="6453"/>
                    <a:pt x="6562" y="2899"/>
                    <a:pt x="10882" y="2899"/>
                  </a:cubicBezTo>
                  <a:cubicBezTo>
                    <a:pt x="12030" y="2899"/>
                    <a:pt x="13123" y="3117"/>
                    <a:pt x="14163" y="3555"/>
                  </a:cubicBezTo>
                  <a:lnTo>
                    <a:pt x="14326" y="2789"/>
                  </a:lnTo>
                  <a:cubicBezTo>
                    <a:pt x="14381" y="2352"/>
                    <a:pt x="14600" y="1914"/>
                    <a:pt x="14928" y="1586"/>
                  </a:cubicBezTo>
                  <a:lnTo>
                    <a:pt x="15475" y="1040"/>
                  </a:lnTo>
                  <a:cubicBezTo>
                    <a:pt x="14053" y="328"/>
                    <a:pt x="12523" y="0"/>
                    <a:pt x="10882"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1982" name="Google Shape;1891;p47"/>
          <p:cNvSpPr txBox="1"/>
          <p:nvPr/>
        </p:nvSpPr>
        <p:spPr>
          <a:xfrm>
            <a:off x="1173075" y="1838986"/>
            <a:ext cx="3950400" cy="225167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lvl1pPr>
              <a:defRPr sz="1500">
                <a:solidFill>
                  <a:srgbClr val="FFFFFF"/>
                </a:solidFill>
                <a:latin typeface="Archivo Light"/>
                <a:ea typeface="Archivo Light"/>
                <a:cs typeface="Archivo Light"/>
                <a:sym typeface="Archivo Light"/>
              </a:defRPr>
            </a:lvl1pPr>
          </a:lstStyle>
          <a:p>
            <a:pPr/>
            <a:r>
              <a:t>We are willing to serve our idea in front of you, while making your teaching life more easy and tension less and all on your fingertips. We are trying to provide a platform for all your attendance related problem and to try reducing all the complexity a teacher have to go through all his/her teaching life.</a:t>
            </a:r>
          </a:p>
        </p:txBody>
      </p:sp>
      <p:sp>
        <p:nvSpPr>
          <p:cNvPr id="1983" name="Google Shape;1966;p52"/>
          <p:cNvSpPr/>
          <p:nvPr/>
        </p:nvSpPr>
        <p:spPr>
          <a:xfrm>
            <a:off x="5248850" y="1282500"/>
            <a:ext cx="2783402" cy="2578500"/>
          </a:xfrm>
          <a:prstGeom prst="roundRect">
            <a:avLst>
              <a:gd name="adj" fmla="val 8047"/>
            </a:avLst>
          </a:prstGeom>
          <a:solidFill>
            <a:srgbClr val="3333B8"/>
          </a:solidFill>
          <a:ln w="12700">
            <a:miter lim="400000"/>
          </a:ln>
          <a:effectLst>
            <a:outerShdw sx="100000" sy="100000" kx="0" ky="0" algn="b" rotWithShape="0" blurRad="0" dist="161925" dir="7860000">
              <a:schemeClr val="accent5"/>
            </a:outerShdw>
          </a:effectLst>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pic>
        <p:nvPicPr>
          <p:cNvPr id="1984" name="Google Shape;1967;p52" descr="Google Shape;1967;p52"/>
          <p:cNvPicPr>
            <a:picLocks noChangeAspect="1"/>
          </p:cNvPicPr>
          <p:nvPr/>
        </p:nvPicPr>
        <p:blipFill>
          <a:blip r:embed="rId2">
            <a:extLst/>
          </a:blip>
          <a:srcRect l="8848" t="1950" r="30712" b="4"/>
          <a:stretch>
            <a:fillRect/>
          </a:stretch>
        </p:blipFill>
        <p:spPr>
          <a:xfrm flipH="1">
            <a:off x="5255216" y="1282499"/>
            <a:ext cx="2770585" cy="25280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7" y="0"/>
                </a:moveTo>
                <a:cubicBezTo>
                  <a:pt x="710" y="0"/>
                  <a:pt x="0" y="779"/>
                  <a:pt x="0" y="1740"/>
                </a:cubicBezTo>
                <a:lnTo>
                  <a:pt x="0" y="20291"/>
                </a:lnTo>
                <a:cubicBezTo>
                  <a:pt x="0" y="20816"/>
                  <a:pt x="215" y="21281"/>
                  <a:pt x="551" y="21600"/>
                </a:cubicBezTo>
                <a:lnTo>
                  <a:pt x="21046" y="21600"/>
                </a:lnTo>
                <a:cubicBezTo>
                  <a:pt x="21382" y="21281"/>
                  <a:pt x="21600" y="20816"/>
                  <a:pt x="21600" y="20291"/>
                </a:cubicBezTo>
                <a:lnTo>
                  <a:pt x="21600" y="1740"/>
                </a:lnTo>
                <a:cubicBezTo>
                  <a:pt x="21600" y="779"/>
                  <a:pt x="20890" y="0"/>
                  <a:pt x="20013" y="0"/>
                </a:cubicBezTo>
                <a:lnTo>
                  <a:pt x="1587" y="0"/>
                </a:lnTo>
                <a:close/>
              </a:path>
            </a:pathLst>
          </a:custGeom>
          <a:ln w="12700">
            <a:miter lim="400000"/>
          </a:ln>
        </p:spPr>
      </p:pic>
      <p:sp>
        <p:nvSpPr>
          <p:cNvPr id="1985" name="Google Shape;1970;p52"/>
          <p:cNvSpPr/>
          <p:nvPr/>
        </p:nvSpPr>
        <p:spPr>
          <a:xfrm>
            <a:off x="6107393" y="2044599"/>
            <a:ext cx="462361"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1990" name="Google Shape;1971;p52"/>
          <p:cNvGrpSpPr/>
          <p:nvPr/>
        </p:nvGrpSpPr>
        <p:grpSpPr>
          <a:xfrm>
            <a:off x="5459112" y="1399762"/>
            <a:ext cx="609542" cy="583576"/>
            <a:chOff x="0" y="0"/>
            <a:chExt cx="609541" cy="583575"/>
          </a:xfrm>
        </p:grpSpPr>
        <p:sp>
          <p:nvSpPr>
            <p:cNvPr id="1986" name="Google Shape;1972;p52"/>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87" name="Google Shape;1973;p52"/>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88" name="Google Shape;1974;p52"/>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1989" name="Google Shape;1975;p52"/>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15" name="Google Shape;1896;p48"/>
          <p:cNvGrpSpPr/>
          <p:nvPr/>
        </p:nvGrpSpPr>
        <p:grpSpPr>
          <a:xfrm>
            <a:off x="4561778" y="106279"/>
            <a:ext cx="4353325" cy="5007852"/>
            <a:chOff x="0" y="0"/>
            <a:chExt cx="4353323" cy="5007851"/>
          </a:xfrm>
        </p:grpSpPr>
        <p:grpSp>
          <p:nvGrpSpPr>
            <p:cNvPr id="1998" name="Google Shape;1897;p48"/>
            <p:cNvGrpSpPr/>
            <p:nvPr/>
          </p:nvGrpSpPr>
          <p:grpSpPr>
            <a:xfrm>
              <a:off x="288629" y="128316"/>
              <a:ext cx="4031368" cy="4879535"/>
              <a:chOff x="-1" y="-1"/>
              <a:chExt cx="4031366" cy="4879533"/>
            </a:xfrm>
          </p:grpSpPr>
          <p:sp>
            <p:nvSpPr>
              <p:cNvPr id="1992" name="Shape"/>
              <p:cNvSpPr/>
              <p:nvPr/>
            </p:nvSpPr>
            <p:spPr>
              <a:xfrm>
                <a:off x="-2" y="4535472"/>
                <a:ext cx="344047" cy="3440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70"/>
                    </a:moveTo>
                    <a:lnTo>
                      <a:pt x="16755" y="10070"/>
                    </a:lnTo>
                    <a:lnTo>
                      <a:pt x="16755" y="0"/>
                    </a:lnTo>
                    <a:lnTo>
                      <a:pt x="0" y="0"/>
                    </a:lnTo>
                    <a:lnTo>
                      <a:pt x="0" y="16836"/>
                    </a:lnTo>
                    <a:lnTo>
                      <a:pt x="10070" y="16836"/>
                    </a:lnTo>
                    <a:lnTo>
                      <a:pt x="10070" y="21600"/>
                    </a:lnTo>
                    <a:lnTo>
                      <a:pt x="21600" y="21600"/>
                    </a:lnTo>
                    <a:lnTo>
                      <a:pt x="21600" y="1007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1993" name="Square"/>
              <p:cNvSpPr/>
              <p:nvPr/>
            </p:nvSpPr>
            <p:spPr>
              <a:xfrm>
                <a:off x="507763" y="4405231"/>
                <a:ext cx="146889" cy="146903"/>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1994" name="Square"/>
              <p:cNvSpPr/>
              <p:nvPr/>
            </p:nvSpPr>
            <p:spPr>
              <a:xfrm>
                <a:off x="3307162" y="-2"/>
                <a:ext cx="71801" cy="71801"/>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1995" name="Shape"/>
              <p:cNvSpPr/>
              <p:nvPr/>
            </p:nvSpPr>
            <p:spPr>
              <a:xfrm>
                <a:off x="3358879" y="205775"/>
                <a:ext cx="292792" cy="2889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1996" name="Square"/>
              <p:cNvSpPr/>
              <p:nvPr/>
            </p:nvSpPr>
            <p:spPr>
              <a:xfrm>
                <a:off x="3685173" y="118685"/>
                <a:ext cx="138758" cy="13875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1997" name="Shape"/>
              <p:cNvSpPr/>
              <p:nvPr/>
            </p:nvSpPr>
            <p:spPr>
              <a:xfrm>
                <a:off x="3558617" y="4231484"/>
                <a:ext cx="472749" cy="3473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2461" y="0"/>
                    </a:lnTo>
                    <a:lnTo>
                      <a:pt x="12461" y="9578"/>
                    </a:lnTo>
                    <a:lnTo>
                      <a:pt x="7565" y="9578"/>
                    </a:lnTo>
                    <a:lnTo>
                      <a:pt x="7565" y="3509"/>
                    </a:lnTo>
                    <a:lnTo>
                      <a:pt x="0" y="3509"/>
                    </a:lnTo>
                    <a:lnTo>
                      <a:pt x="0" y="13745"/>
                    </a:lnTo>
                    <a:lnTo>
                      <a:pt x="4680" y="13745"/>
                    </a:lnTo>
                    <a:lnTo>
                      <a:pt x="4680" y="21600"/>
                    </a:lnTo>
                    <a:lnTo>
                      <a:pt x="13467" y="21600"/>
                    </a:lnTo>
                    <a:lnTo>
                      <a:pt x="13467" y="12434"/>
                    </a:lnTo>
                    <a:lnTo>
                      <a:pt x="21600" y="12434"/>
                    </a:lnTo>
                    <a:lnTo>
                      <a:pt x="21600" y="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pic>
          <p:nvPicPr>
            <p:cNvPr id="1999" name="Google Shape;1898;p48" descr="Google Shape;1898;p48"/>
            <p:cNvPicPr>
              <a:picLocks noChangeAspect="1"/>
            </p:cNvPicPr>
            <p:nvPr/>
          </p:nvPicPr>
          <p:blipFill>
            <a:blip r:embed="rId2">
              <a:extLst/>
            </a:blip>
            <a:stretch>
              <a:fillRect/>
            </a:stretch>
          </p:blipFill>
          <p:spPr>
            <a:xfrm>
              <a:off x="298877" y="74474"/>
              <a:ext cx="71620" cy="71620"/>
            </a:xfrm>
            <a:prstGeom prst="rect">
              <a:avLst/>
            </a:prstGeom>
            <a:ln w="12700" cap="flat">
              <a:noFill/>
              <a:miter lim="400000"/>
            </a:ln>
            <a:effectLst/>
          </p:spPr>
        </p:pic>
        <p:pic>
          <p:nvPicPr>
            <p:cNvPr id="2000" name="Google Shape;1899;p48" descr="Google Shape;1899;p48"/>
            <p:cNvPicPr>
              <a:picLocks noChangeAspect="1"/>
            </p:cNvPicPr>
            <p:nvPr/>
          </p:nvPicPr>
          <p:blipFill>
            <a:blip r:embed="rId3">
              <a:extLst/>
            </a:blip>
            <a:stretch>
              <a:fillRect/>
            </a:stretch>
          </p:blipFill>
          <p:spPr>
            <a:xfrm>
              <a:off x="283983" y="251120"/>
              <a:ext cx="87822" cy="88795"/>
            </a:xfrm>
            <a:prstGeom prst="rect">
              <a:avLst/>
            </a:prstGeom>
            <a:ln w="12700" cap="flat">
              <a:noFill/>
              <a:miter lim="400000"/>
            </a:ln>
            <a:effectLst/>
          </p:spPr>
        </p:pic>
        <p:pic>
          <p:nvPicPr>
            <p:cNvPr id="2001" name="Google Shape;1900;p48" descr="Google Shape;1900;p48"/>
            <p:cNvPicPr>
              <a:picLocks noChangeAspect="1"/>
            </p:cNvPicPr>
            <p:nvPr/>
          </p:nvPicPr>
          <p:blipFill>
            <a:blip r:embed="rId4">
              <a:extLst/>
            </a:blip>
            <a:stretch>
              <a:fillRect/>
            </a:stretch>
          </p:blipFill>
          <p:spPr>
            <a:xfrm>
              <a:off x="448206" y="65886"/>
              <a:ext cx="88795" cy="88795"/>
            </a:xfrm>
            <a:prstGeom prst="rect">
              <a:avLst/>
            </a:prstGeom>
            <a:ln w="12700" cap="flat">
              <a:noFill/>
              <a:miter lim="400000"/>
            </a:ln>
            <a:effectLst/>
          </p:spPr>
        </p:pic>
        <p:sp>
          <p:nvSpPr>
            <p:cNvPr id="2002" name="Google Shape;1901;p48"/>
            <p:cNvSpPr/>
            <p:nvPr/>
          </p:nvSpPr>
          <p:spPr>
            <a:xfrm>
              <a:off x="0" y="-1"/>
              <a:ext cx="221518" cy="2215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241"/>
                  </a:moveTo>
                  <a:lnTo>
                    <a:pt x="21229" y="9961"/>
                  </a:lnTo>
                  <a:lnTo>
                    <a:pt x="11639" y="9961"/>
                  </a:lnTo>
                  <a:lnTo>
                    <a:pt x="11639" y="371"/>
                  </a:lnTo>
                  <a:lnTo>
                    <a:pt x="11360" y="0"/>
                  </a:lnTo>
                  <a:lnTo>
                    <a:pt x="10427" y="0"/>
                  </a:lnTo>
                  <a:lnTo>
                    <a:pt x="10056" y="371"/>
                  </a:lnTo>
                  <a:lnTo>
                    <a:pt x="10056" y="9961"/>
                  </a:lnTo>
                  <a:lnTo>
                    <a:pt x="373" y="9961"/>
                  </a:lnTo>
                  <a:lnTo>
                    <a:pt x="0" y="10335"/>
                  </a:lnTo>
                  <a:lnTo>
                    <a:pt x="0" y="11265"/>
                  </a:lnTo>
                  <a:lnTo>
                    <a:pt x="373" y="11544"/>
                  </a:lnTo>
                  <a:lnTo>
                    <a:pt x="10056" y="11544"/>
                  </a:lnTo>
                  <a:lnTo>
                    <a:pt x="10056" y="21225"/>
                  </a:lnTo>
                  <a:lnTo>
                    <a:pt x="10427" y="21600"/>
                  </a:lnTo>
                  <a:lnTo>
                    <a:pt x="11173" y="21600"/>
                  </a:lnTo>
                  <a:lnTo>
                    <a:pt x="11547" y="21225"/>
                  </a:lnTo>
                  <a:lnTo>
                    <a:pt x="11639" y="20762"/>
                  </a:lnTo>
                  <a:lnTo>
                    <a:pt x="11639" y="11544"/>
                  </a:lnTo>
                  <a:lnTo>
                    <a:pt x="21229" y="11544"/>
                  </a:lnTo>
                  <a:lnTo>
                    <a:pt x="21600" y="11265"/>
                  </a:lnTo>
                  <a:lnTo>
                    <a:pt x="21600" y="10241"/>
                  </a:lnTo>
                  <a:close/>
                </a:path>
              </a:pathLst>
            </a:custGeom>
            <a:solidFill>
              <a:srgbClr val="B6F1FC"/>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pic>
          <p:nvPicPr>
            <p:cNvPr id="2003" name="Google Shape;1902;p48" descr="Google Shape;1902;p48"/>
            <p:cNvPicPr>
              <a:picLocks noChangeAspect="1"/>
            </p:cNvPicPr>
            <p:nvPr/>
          </p:nvPicPr>
          <p:blipFill>
            <a:blip r:embed="rId5">
              <a:extLst/>
            </a:blip>
            <a:stretch>
              <a:fillRect/>
            </a:stretch>
          </p:blipFill>
          <p:spPr>
            <a:xfrm>
              <a:off x="4259112" y="1382102"/>
              <a:ext cx="94212" cy="95010"/>
            </a:xfrm>
            <a:prstGeom prst="rect">
              <a:avLst/>
            </a:prstGeom>
            <a:ln w="12700" cap="flat">
              <a:noFill/>
              <a:miter lim="400000"/>
            </a:ln>
            <a:effectLst/>
          </p:spPr>
        </p:pic>
        <p:pic>
          <p:nvPicPr>
            <p:cNvPr id="2004" name="Google Shape;1903;p48" descr="Google Shape;1903;p48"/>
            <p:cNvPicPr>
              <a:picLocks noChangeAspect="1"/>
            </p:cNvPicPr>
            <p:nvPr/>
          </p:nvPicPr>
          <p:blipFill>
            <a:blip r:embed="rId5">
              <a:extLst/>
            </a:blip>
            <a:stretch>
              <a:fillRect/>
            </a:stretch>
          </p:blipFill>
          <p:spPr>
            <a:xfrm>
              <a:off x="4259112" y="1571321"/>
              <a:ext cx="94212" cy="95010"/>
            </a:xfrm>
            <a:prstGeom prst="rect">
              <a:avLst/>
            </a:prstGeom>
            <a:ln w="12700" cap="flat">
              <a:noFill/>
              <a:miter lim="400000"/>
            </a:ln>
            <a:effectLst/>
          </p:spPr>
        </p:pic>
        <p:pic>
          <p:nvPicPr>
            <p:cNvPr id="2005" name="Google Shape;1904;p48" descr="Google Shape;1904;p48"/>
            <p:cNvPicPr>
              <a:picLocks noChangeAspect="1"/>
            </p:cNvPicPr>
            <p:nvPr/>
          </p:nvPicPr>
          <p:blipFill>
            <a:blip r:embed="rId6">
              <a:extLst/>
            </a:blip>
            <a:stretch>
              <a:fillRect/>
            </a:stretch>
          </p:blipFill>
          <p:spPr>
            <a:xfrm>
              <a:off x="4259112" y="1760540"/>
              <a:ext cx="94212" cy="95009"/>
            </a:xfrm>
            <a:prstGeom prst="rect">
              <a:avLst/>
            </a:prstGeom>
            <a:ln w="12700" cap="flat">
              <a:noFill/>
              <a:miter lim="400000"/>
            </a:ln>
            <a:effectLst/>
          </p:spPr>
        </p:pic>
        <p:pic>
          <p:nvPicPr>
            <p:cNvPr id="2006" name="Google Shape;1905;p48" descr="Google Shape;1905;p48"/>
            <p:cNvPicPr>
              <a:picLocks noChangeAspect="1"/>
            </p:cNvPicPr>
            <p:nvPr/>
          </p:nvPicPr>
          <p:blipFill>
            <a:blip r:embed="rId7">
              <a:extLst/>
            </a:blip>
            <a:stretch>
              <a:fillRect/>
            </a:stretch>
          </p:blipFill>
          <p:spPr>
            <a:xfrm>
              <a:off x="4112568" y="1382102"/>
              <a:ext cx="95034" cy="95010"/>
            </a:xfrm>
            <a:prstGeom prst="rect">
              <a:avLst/>
            </a:prstGeom>
            <a:ln w="12700" cap="flat">
              <a:noFill/>
              <a:miter lim="400000"/>
            </a:ln>
            <a:effectLst/>
          </p:spPr>
        </p:pic>
        <p:pic>
          <p:nvPicPr>
            <p:cNvPr id="2007" name="Google Shape;1906;p48" descr="Google Shape;1906;p48"/>
            <p:cNvPicPr>
              <a:picLocks noChangeAspect="1"/>
            </p:cNvPicPr>
            <p:nvPr/>
          </p:nvPicPr>
          <p:blipFill>
            <a:blip r:embed="rId8">
              <a:extLst/>
            </a:blip>
            <a:stretch>
              <a:fillRect/>
            </a:stretch>
          </p:blipFill>
          <p:spPr>
            <a:xfrm>
              <a:off x="4112568" y="1571321"/>
              <a:ext cx="95034" cy="95010"/>
            </a:xfrm>
            <a:prstGeom prst="rect">
              <a:avLst/>
            </a:prstGeom>
            <a:ln w="12700" cap="flat">
              <a:noFill/>
              <a:miter lim="400000"/>
            </a:ln>
            <a:effectLst/>
          </p:spPr>
        </p:pic>
        <p:pic>
          <p:nvPicPr>
            <p:cNvPr id="2008" name="Google Shape;1907;p48" descr="Google Shape;1907;p48"/>
            <p:cNvPicPr>
              <a:picLocks noChangeAspect="1"/>
            </p:cNvPicPr>
            <p:nvPr/>
          </p:nvPicPr>
          <p:blipFill>
            <a:blip r:embed="rId9">
              <a:extLst/>
            </a:blip>
            <a:stretch>
              <a:fillRect/>
            </a:stretch>
          </p:blipFill>
          <p:spPr>
            <a:xfrm>
              <a:off x="4112568" y="1759743"/>
              <a:ext cx="95034" cy="95010"/>
            </a:xfrm>
            <a:prstGeom prst="rect">
              <a:avLst/>
            </a:prstGeom>
            <a:ln w="12700" cap="flat">
              <a:noFill/>
              <a:miter lim="400000"/>
            </a:ln>
            <a:effectLst/>
          </p:spPr>
        </p:pic>
        <p:pic>
          <p:nvPicPr>
            <p:cNvPr id="2009" name="Google Shape;1908;p48" descr="Google Shape;1908;p48"/>
            <p:cNvPicPr>
              <a:picLocks noChangeAspect="1"/>
            </p:cNvPicPr>
            <p:nvPr/>
          </p:nvPicPr>
          <p:blipFill>
            <a:blip r:embed="rId10">
              <a:extLst/>
            </a:blip>
            <a:stretch>
              <a:fillRect/>
            </a:stretch>
          </p:blipFill>
          <p:spPr>
            <a:xfrm>
              <a:off x="4259112" y="1919152"/>
              <a:ext cx="94212" cy="94212"/>
            </a:xfrm>
            <a:prstGeom prst="rect">
              <a:avLst/>
            </a:prstGeom>
            <a:ln w="12700" cap="flat">
              <a:noFill/>
              <a:miter lim="400000"/>
            </a:ln>
            <a:effectLst/>
          </p:spPr>
        </p:pic>
        <p:pic>
          <p:nvPicPr>
            <p:cNvPr id="2010" name="Google Shape;1909;p48" descr="Google Shape;1909;p48"/>
            <p:cNvPicPr>
              <a:picLocks noChangeAspect="1"/>
            </p:cNvPicPr>
            <p:nvPr/>
          </p:nvPicPr>
          <p:blipFill>
            <a:blip r:embed="rId11">
              <a:extLst/>
            </a:blip>
            <a:stretch>
              <a:fillRect/>
            </a:stretch>
          </p:blipFill>
          <p:spPr>
            <a:xfrm>
              <a:off x="4259112" y="2107574"/>
              <a:ext cx="94212" cy="95008"/>
            </a:xfrm>
            <a:prstGeom prst="rect">
              <a:avLst/>
            </a:prstGeom>
            <a:ln w="12700" cap="flat">
              <a:noFill/>
              <a:miter lim="400000"/>
            </a:ln>
            <a:effectLst/>
          </p:spPr>
        </p:pic>
        <p:pic>
          <p:nvPicPr>
            <p:cNvPr id="2011" name="Google Shape;1910;p48" descr="Google Shape;1910;p48"/>
            <p:cNvPicPr>
              <a:picLocks noChangeAspect="1"/>
            </p:cNvPicPr>
            <p:nvPr/>
          </p:nvPicPr>
          <p:blipFill>
            <a:blip r:embed="rId11">
              <a:extLst/>
            </a:blip>
            <a:stretch>
              <a:fillRect/>
            </a:stretch>
          </p:blipFill>
          <p:spPr>
            <a:xfrm>
              <a:off x="4259112" y="2296792"/>
              <a:ext cx="94212" cy="95009"/>
            </a:xfrm>
            <a:prstGeom prst="rect">
              <a:avLst/>
            </a:prstGeom>
            <a:ln w="12700" cap="flat">
              <a:noFill/>
              <a:miter lim="400000"/>
            </a:ln>
            <a:effectLst/>
          </p:spPr>
        </p:pic>
        <p:pic>
          <p:nvPicPr>
            <p:cNvPr id="2012" name="Google Shape;1911;p48" descr="Google Shape;1911;p48"/>
            <p:cNvPicPr>
              <a:picLocks noChangeAspect="1"/>
            </p:cNvPicPr>
            <p:nvPr/>
          </p:nvPicPr>
          <p:blipFill>
            <a:blip r:embed="rId12">
              <a:extLst/>
            </a:blip>
            <a:stretch>
              <a:fillRect/>
            </a:stretch>
          </p:blipFill>
          <p:spPr>
            <a:xfrm>
              <a:off x="4112568" y="2106777"/>
              <a:ext cx="95034" cy="95008"/>
            </a:xfrm>
            <a:prstGeom prst="rect">
              <a:avLst/>
            </a:prstGeom>
            <a:ln w="12700" cap="flat">
              <a:noFill/>
              <a:miter lim="400000"/>
            </a:ln>
            <a:effectLst/>
          </p:spPr>
        </p:pic>
        <p:pic>
          <p:nvPicPr>
            <p:cNvPr id="2013" name="Google Shape;1912;p48" descr="Google Shape;1912;p48"/>
            <p:cNvPicPr>
              <a:picLocks noChangeAspect="1"/>
            </p:cNvPicPr>
            <p:nvPr/>
          </p:nvPicPr>
          <p:blipFill>
            <a:blip r:embed="rId13">
              <a:extLst/>
            </a:blip>
            <a:stretch>
              <a:fillRect/>
            </a:stretch>
          </p:blipFill>
          <p:spPr>
            <a:xfrm>
              <a:off x="4112568" y="1919152"/>
              <a:ext cx="95034" cy="94212"/>
            </a:xfrm>
            <a:prstGeom prst="rect">
              <a:avLst/>
            </a:prstGeom>
            <a:ln w="12700" cap="flat">
              <a:noFill/>
              <a:miter lim="400000"/>
            </a:ln>
            <a:effectLst/>
          </p:spPr>
        </p:pic>
        <p:pic>
          <p:nvPicPr>
            <p:cNvPr id="2014" name="Google Shape;1913;p48" descr="Google Shape;1913;p48"/>
            <p:cNvPicPr>
              <a:picLocks noChangeAspect="1"/>
            </p:cNvPicPr>
            <p:nvPr/>
          </p:nvPicPr>
          <p:blipFill>
            <a:blip r:embed="rId14">
              <a:extLst/>
            </a:blip>
            <a:stretch>
              <a:fillRect/>
            </a:stretch>
          </p:blipFill>
          <p:spPr>
            <a:xfrm>
              <a:off x="4112568" y="2295995"/>
              <a:ext cx="95034" cy="95010"/>
            </a:xfrm>
            <a:prstGeom prst="rect">
              <a:avLst/>
            </a:prstGeom>
            <a:ln w="12700" cap="flat">
              <a:noFill/>
              <a:miter lim="400000"/>
            </a:ln>
            <a:effectLst/>
          </p:spPr>
        </p:pic>
      </p:grpSp>
      <p:sp>
        <p:nvSpPr>
          <p:cNvPr id="2016" name="Google Shape;1914;p48"/>
          <p:cNvSpPr txBox="1"/>
          <p:nvPr>
            <p:ph type="title"/>
          </p:nvPr>
        </p:nvSpPr>
        <p:spPr>
          <a:xfrm>
            <a:off x="783840" y="788363"/>
            <a:ext cx="7576202" cy="1774502"/>
          </a:xfrm>
          <a:prstGeom prst="rect">
            <a:avLst/>
          </a:prstGeom>
        </p:spPr>
        <p:txBody>
          <a:bodyPr/>
          <a:lstStyle/>
          <a:p>
            <a:pPr/>
            <a:r>
              <a:t>What we are</a:t>
            </a:r>
          </a:p>
        </p:txBody>
      </p:sp>
      <p:sp>
        <p:nvSpPr>
          <p:cNvPr id="2017" name="Google Shape;1915;p48"/>
          <p:cNvSpPr txBox="1"/>
          <p:nvPr/>
        </p:nvSpPr>
        <p:spPr>
          <a:xfrm>
            <a:off x="5254490" y="1450863"/>
            <a:ext cx="2967902" cy="27822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R="5080" indent="12700">
              <a:lnSpc>
                <a:spcPct val="101600"/>
              </a:lnSpc>
              <a:defRPr>
                <a:solidFill>
                  <a:schemeClr val="accent5"/>
                </a:solidFill>
              </a:defRPr>
            </a:lvl1pPr>
          </a:lstStyle>
          <a:p>
            <a:pPr/>
            <a:r>
              <a:t>We are trying to serve a best and easy way of accessing all your management system you need for managing the whole class and even whole college and school with your fingertip.</a:t>
            </a:r>
          </a:p>
        </p:txBody>
      </p:sp>
      <p:grpSp>
        <p:nvGrpSpPr>
          <p:cNvPr id="2024" name="Google Shape;1916;p48"/>
          <p:cNvGrpSpPr/>
          <p:nvPr/>
        </p:nvGrpSpPr>
        <p:grpSpPr>
          <a:xfrm>
            <a:off x="614963" y="654261"/>
            <a:ext cx="4109435" cy="3830811"/>
            <a:chOff x="-1" y="-1"/>
            <a:chExt cx="4109434" cy="3830810"/>
          </a:xfrm>
        </p:grpSpPr>
        <p:pic>
          <p:nvPicPr>
            <p:cNvPr id="2018" name="Google Shape;1917;p48" descr="Google Shape;1917;p48"/>
            <p:cNvPicPr>
              <a:picLocks noChangeAspect="1"/>
            </p:cNvPicPr>
            <p:nvPr/>
          </p:nvPicPr>
          <p:blipFill>
            <a:blip r:embed="rId15">
              <a:extLst/>
            </a:blip>
            <a:stretch>
              <a:fillRect/>
            </a:stretch>
          </p:blipFill>
          <p:spPr>
            <a:xfrm>
              <a:off x="-2" y="122206"/>
              <a:ext cx="4003204" cy="3708604"/>
            </a:xfrm>
            <a:prstGeom prst="rect">
              <a:avLst/>
            </a:prstGeom>
            <a:ln w="12700" cap="flat">
              <a:noFill/>
              <a:miter lim="400000"/>
            </a:ln>
            <a:effectLst/>
          </p:spPr>
        </p:pic>
        <p:pic>
          <p:nvPicPr>
            <p:cNvPr id="2019" name="Google Shape;1918;p48" descr="Google Shape;1918;p48"/>
            <p:cNvPicPr>
              <a:picLocks noChangeAspect="1"/>
            </p:cNvPicPr>
            <p:nvPr/>
          </p:nvPicPr>
          <p:blipFill>
            <a:blip r:embed="rId16">
              <a:extLst/>
            </a:blip>
            <a:stretch>
              <a:fillRect/>
            </a:stretch>
          </p:blipFill>
          <p:spPr>
            <a:xfrm>
              <a:off x="106230" y="-2"/>
              <a:ext cx="4003204" cy="3708606"/>
            </a:xfrm>
            <a:prstGeom prst="rect">
              <a:avLst/>
            </a:prstGeom>
            <a:ln w="12700" cap="flat">
              <a:noFill/>
              <a:miter lim="400000"/>
            </a:ln>
            <a:effectLst/>
          </p:spPr>
        </p:pic>
        <p:grpSp>
          <p:nvGrpSpPr>
            <p:cNvPr id="2023" name="Google Shape;1920;p48"/>
            <p:cNvGrpSpPr/>
            <p:nvPr/>
          </p:nvGrpSpPr>
          <p:grpSpPr>
            <a:xfrm>
              <a:off x="250541" y="337378"/>
              <a:ext cx="609538" cy="583580"/>
              <a:chOff x="0" y="0"/>
              <a:chExt cx="609537" cy="583579"/>
            </a:xfrm>
          </p:grpSpPr>
          <p:sp>
            <p:nvSpPr>
              <p:cNvPr id="2020" name="Square"/>
              <p:cNvSpPr/>
              <p:nvPr/>
            </p:nvSpPr>
            <p:spPr>
              <a:xfrm>
                <a:off x="-1" y="-1"/>
                <a:ext cx="84685" cy="84685"/>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21" name="Shape"/>
              <p:cNvSpPr/>
              <p:nvPr/>
            </p:nvSpPr>
            <p:spPr>
              <a:xfrm>
                <a:off x="60998" y="242709"/>
                <a:ext cx="345365" cy="3408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22" name="Square"/>
              <p:cNvSpPr/>
              <p:nvPr/>
            </p:nvSpPr>
            <p:spPr>
              <a:xfrm>
                <a:off x="445884" y="139992"/>
                <a:ext cx="163654" cy="16366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grpSp>
      <p:sp>
        <p:nvSpPr>
          <p:cNvPr id="2025" name="Google Shape;1970;p52"/>
          <p:cNvSpPr/>
          <p:nvPr/>
        </p:nvSpPr>
        <p:spPr>
          <a:xfrm rot="10800000">
            <a:off x="3645888" y="1444446"/>
            <a:ext cx="462361"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50" name="Google Shape;1896;p48"/>
          <p:cNvGrpSpPr/>
          <p:nvPr/>
        </p:nvGrpSpPr>
        <p:grpSpPr>
          <a:xfrm rot="10800000">
            <a:off x="198606" y="67824"/>
            <a:ext cx="4353325" cy="5007852"/>
            <a:chOff x="0" y="0"/>
            <a:chExt cx="4353323" cy="5007851"/>
          </a:xfrm>
        </p:grpSpPr>
        <p:grpSp>
          <p:nvGrpSpPr>
            <p:cNvPr id="2033" name="Google Shape;1897;p48"/>
            <p:cNvGrpSpPr/>
            <p:nvPr/>
          </p:nvGrpSpPr>
          <p:grpSpPr>
            <a:xfrm>
              <a:off x="288629" y="128316"/>
              <a:ext cx="4031368" cy="4879535"/>
              <a:chOff x="-1" y="-1"/>
              <a:chExt cx="4031366" cy="4879533"/>
            </a:xfrm>
          </p:grpSpPr>
          <p:sp>
            <p:nvSpPr>
              <p:cNvPr id="2027" name="Shape"/>
              <p:cNvSpPr/>
              <p:nvPr/>
            </p:nvSpPr>
            <p:spPr>
              <a:xfrm>
                <a:off x="-2" y="4535472"/>
                <a:ext cx="344047" cy="3440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70"/>
                    </a:moveTo>
                    <a:lnTo>
                      <a:pt x="16755" y="10070"/>
                    </a:lnTo>
                    <a:lnTo>
                      <a:pt x="16755" y="0"/>
                    </a:lnTo>
                    <a:lnTo>
                      <a:pt x="0" y="0"/>
                    </a:lnTo>
                    <a:lnTo>
                      <a:pt x="0" y="16836"/>
                    </a:lnTo>
                    <a:lnTo>
                      <a:pt x="10070" y="16836"/>
                    </a:lnTo>
                    <a:lnTo>
                      <a:pt x="10070" y="21600"/>
                    </a:lnTo>
                    <a:lnTo>
                      <a:pt x="21600" y="21600"/>
                    </a:lnTo>
                    <a:lnTo>
                      <a:pt x="21600" y="1007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28" name="Square"/>
              <p:cNvSpPr/>
              <p:nvPr/>
            </p:nvSpPr>
            <p:spPr>
              <a:xfrm>
                <a:off x="507763" y="4405231"/>
                <a:ext cx="146889" cy="146903"/>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29" name="Square"/>
              <p:cNvSpPr/>
              <p:nvPr/>
            </p:nvSpPr>
            <p:spPr>
              <a:xfrm>
                <a:off x="3307162" y="-2"/>
                <a:ext cx="71801" cy="71801"/>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30" name="Shape"/>
              <p:cNvSpPr/>
              <p:nvPr/>
            </p:nvSpPr>
            <p:spPr>
              <a:xfrm>
                <a:off x="3358879" y="205775"/>
                <a:ext cx="292792" cy="2889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31" name="Square"/>
              <p:cNvSpPr/>
              <p:nvPr/>
            </p:nvSpPr>
            <p:spPr>
              <a:xfrm>
                <a:off x="3685173" y="118685"/>
                <a:ext cx="138758" cy="13875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32" name="Shape"/>
              <p:cNvSpPr/>
              <p:nvPr/>
            </p:nvSpPr>
            <p:spPr>
              <a:xfrm>
                <a:off x="3558617" y="4231484"/>
                <a:ext cx="472749" cy="3473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2461" y="0"/>
                    </a:lnTo>
                    <a:lnTo>
                      <a:pt x="12461" y="9578"/>
                    </a:lnTo>
                    <a:lnTo>
                      <a:pt x="7565" y="9578"/>
                    </a:lnTo>
                    <a:lnTo>
                      <a:pt x="7565" y="3509"/>
                    </a:lnTo>
                    <a:lnTo>
                      <a:pt x="0" y="3509"/>
                    </a:lnTo>
                    <a:lnTo>
                      <a:pt x="0" y="13745"/>
                    </a:lnTo>
                    <a:lnTo>
                      <a:pt x="4680" y="13745"/>
                    </a:lnTo>
                    <a:lnTo>
                      <a:pt x="4680" y="21600"/>
                    </a:lnTo>
                    <a:lnTo>
                      <a:pt x="13467" y="21600"/>
                    </a:lnTo>
                    <a:lnTo>
                      <a:pt x="13467" y="12434"/>
                    </a:lnTo>
                    <a:lnTo>
                      <a:pt x="21600" y="12434"/>
                    </a:lnTo>
                    <a:lnTo>
                      <a:pt x="21600" y="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pic>
          <p:nvPicPr>
            <p:cNvPr id="2034" name="Google Shape;1898;p48" descr="Google Shape;1898;p48"/>
            <p:cNvPicPr>
              <a:picLocks noChangeAspect="1"/>
            </p:cNvPicPr>
            <p:nvPr/>
          </p:nvPicPr>
          <p:blipFill>
            <a:blip r:embed="rId2">
              <a:extLst/>
            </a:blip>
            <a:stretch>
              <a:fillRect/>
            </a:stretch>
          </p:blipFill>
          <p:spPr>
            <a:xfrm>
              <a:off x="298877" y="74474"/>
              <a:ext cx="71620" cy="71620"/>
            </a:xfrm>
            <a:prstGeom prst="rect">
              <a:avLst/>
            </a:prstGeom>
            <a:ln w="12700" cap="flat">
              <a:noFill/>
              <a:miter lim="400000"/>
            </a:ln>
            <a:effectLst/>
          </p:spPr>
        </p:pic>
        <p:pic>
          <p:nvPicPr>
            <p:cNvPr id="2035" name="Google Shape;1899;p48" descr="Google Shape;1899;p48"/>
            <p:cNvPicPr>
              <a:picLocks noChangeAspect="1"/>
            </p:cNvPicPr>
            <p:nvPr/>
          </p:nvPicPr>
          <p:blipFill>
            <a:blip r:embed="rId3">
              <a:extLst/>
            </a:blip>
            <a:stretch>
              <a:fillRect/>
            </a:stretch>
          </p:blipFill>
          <p:spPr>
            <a:xfrm>
              <a:off x="283983" y="251120"/>
              <a:ext cx="87822" cy="88795"/>
            </a:xfrm>
            <a:prstGeom prst="rect">
              <a:avLst/>
            </a:prstGeom>
            <a:ln w="12700" cap="flat">
              <a:noFill/>
              <a:miter lim="400000"/>
            </a:ln>
            <a:effectLst/>
          </p:spPr>
        </p:pic>
        <p:pic>
          <p:nvPicPr>
            <p:cNvPr id="2036" name="Google Shape;1900;p48" descr="Google Shape;1900;p48"/>
            <p:cNvPicPr>
              <a:picLocks noChangeAspect="1"/>
            </p:cNvPicPr>
            <p:nvPr/>
          </p:nvPicPr>
          <p:blipFill>
            <a:blip r:embed="rId4">
              <a:extLst/>
            </a:blip>
            <a:stretch>
              <a:fillRect/>
            </a:stretch>
          </p:blipFill>
          <p:spPr>
            <a:xfrm>
              <a:off x="448206" y="65886"/>
              <a:ext cx="88795" cy="88795"/>
            </a:xfrm>
            <a:prstGeom prst="rect">
              <a:avLst/>
            </a:prstGeom>
            <a:ln w="12700" cap="flat">
              <a:noFill/>
              <a:miter lim="400000"/>
            </a:ln>
            <a:effectLst/>
          </p:spPr>
        </p:pic>
        <p:sp>
          <p:nvSpPr>
            <p:cNvPr id="2037" name="Google Shape;1901;p48"/>
            <p:cNvSpPr/>
            <p:nvPr/>
          </p:nvSpPr>
          <p:spPr>
            <a:xfrm>
              <a:off x="0" y="-1"/>
              <a:ext cx="221518" cy="2215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241"/>
                  </a:moveTo>
                  <a:lnTo>
                    <a:pt x="21229" y="9961"/>
                  </a:lnTo>
                  <a:lnTo>
                    <a:pt x="11639" y="9961"/>
                  </a:lnTo>
                  <a:lnTo>
                    <a:pt x="11639" y="371"/>
                  </a:lnTo>
                  <a:lnTo>
                    <a:pt x="11360" y="0"/>
                  </a:lnTo>
                  <a:lnTo>
                    <a:pt x="10427" y="0"/>
                  </a:lnTo>
                  <a:lnTo>
                    <a:pt x="10056" y="371"/>
                  </a:lnTo>
                  <a:lnTo>
                    <a:pt x="10056" y="9961"/>
                  </a:lnTo>
                  <a:lnTo>
                    <a:pt x="373" y="9961"/>
                  </a:lnTo>
                  <a:lnTo>
                    <a:pt x="0" y="10335"/>
                  </a:lnTo>
                  <a:lnTo>
                    <a:pt x="0" y="11265"/>
                  </a:lnTo>
                  <a:lnTo>
                    <a:pt x="373" y="11544"/>
                  </a:lnTo>
                  <a:lnTo>
                    <a:pt x="10056" y="11544"/>
                  </a:lnTo>
                  <a:lnTo>
                    <a:pt x="10056" y="21225"/>
                  </a:lnTo>
                  <a:lnTo>
                    <a:pt x="10427" y="21600"/>
                  </a:lnTo>
                  <a:lnTo>
                    <a:pt x="11173" y="21600"/>
                  </a:lnTo>
                  <a:lnTo>
                    <a:pt x="11547" y="21225"/>
                  </a:lnTo>
                  <a:lnTo>
                    <a:pt x="11639" y="20762"/>
                  </a:lnTo>
                  <a:lnTo>
                    <a:pt x="11639" y="11544"/>
                  </a:lnTo>
                  <a:lnTo>
                    <a:pt x="21229" y="11544"/>
                  </a:lnTo>
                  <a:lnTo>
                    <a:pt x="21600" y="11265"/>
                  </a:lnTo>
                  <a:lnTo>
                    <a:pt x="21600" y="10241"/>
                  </a:lnTo>
                  <a:close/>
                </a:path>
              </a:pathLst>
            </a:custGeom>
            <a:solidFill>
              <a:srgbClr val="B6F1FC"/>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pic>
          <p:nvPicPr>
            <p:cNvPr id="2038" name="Google Shape;1902;p48" descr="Google Shape;1902;p48"/>
            <p:cNvPicPr>
              <a:picLocks noChangeAspect="1"/>
            </p:cNvPicPr>
            <p:nvPr/>
          </p:nvPicPr>
          <p:blipFill>
            <a:blip r:embed="rId5">
              <a:extLst/>
            </a:blip>
            <a:stretch>
              <a:fillRect/>
            </a:stretch>
          </p:blipFill>
          <p:spPr>
            <a:xfrm>
              <a:off x="4259112" y="1382102"/>
              <a:ext cx="94212" cy="95010"/>
            </a:xfrm>
            <a:prstGeom prst="rect">
              <a:avLst/>
            </a:prstGeom>
            <a:ln w="12700" cap="flat">
              <a:noFill/>
              <a:miter lim="400000"/>
            </a:ln>
            <a:effectLst/>
          </p:spPr>
        </p:pic>
        <p:pic>
          <p:nvPicPr>
            <p:cNvPr id="2039" name="Google Shape;1903;p48" descr="Google Shape;1903;p48"/>
            <p:cNvPicPr>
              <a:picLocks noChangeAspect="1"/>
            </p:cNvPicPr>
            <p:nvPr/>
          </p:nvPicPr>
          <p:blipFill>
            <a:blip r:embed="rId5">
              <a:extLst/>
            </a:blip>
            <a:stretch>
              <a:fillRect/>
            </a:stretch>
          </p:blipFill>
          <p:spPr>
            <a:xfrm>
              <a:off x="4259112" y="1571321"/>
              <a:ext cx="94212" cy="95010"/>
            </a:xfrm>
            <a:prstGeom prst="rect">
              <a:avLst/>
            </a:prstGeom>
            <a:ln w="12700" cap="flat">
              <a:noFill/>
              <a:miter lim="400000"/>
            </a:ln>
            <a:effectLst/>
          </p:spPr>
        </p:pic>
        <p:pic>
          <p:nvPicPr>
            <p:cNvPr id="2040" name="Google Shape;1904;p48" descr="Google Shape;1904;p48"/>
            <p:cNvPicPr>
              <a:picLocks noChangeAspect="1"/>
            </p:cNvPicPr>
            <p:nvPr/>
          </p:nvPicPr>
          <p:blipFill>
            <a:blip r:embed="rId6">
              <a:extLst/>
            </a:blip>
            <a:stretch>
              <a:fillRect/>
            </a:stretch>
          </p:blipFill>
          <p:spPr>
            <a:xfrm>
              <a:off x="4259112" y="1760540"/>
              <a:ext cx="94212" cy="95009"/>
            </a:xfrm>
            <a:prstGeom prst="rect">
              <a:avLst/>
            </a:prstGeom>
            <a:ln w="12700" cap="flat">
              <a:noFill/>
              <a:miter lim="400000"/>
            </a:ln>
            <a:effectLst/>
          </p:spPr>
        </p:pic>
        <p:pic>
          <p:nvPicPr>
            <p:cNvPr id="2041" name="Google Shape;1905;p48" descr="Google Shape;1905;p48"/>
            <p:cNvPicPr>
              <a:picLocks noChangeAspect="1"/>
            </p:cNvPicPr>
            <p:nvPr/>
          </p:nvPicPr>
          <p:blipFill>
            <a:blip r:embed="rId7">
              <a:extLst/>
            </a:blip>
            <a:stretch>
              <a:fillRect/>
            </a:stretch>
          </p:blipFill>
          <p:spPr>
            <a:xfrm>
              <a:off x="4112568" y="1382102"/>
              <a:ext cx="95034" cy="95010"/>
            </a:xfrm>
            <a:prstGeom prst="rect">
              <a:avLst/>
            </a:prstGeom>
            <a:ln w="12700" cap="flat">
              <a:noFill/>
              <a:miter lim="400000"/>
            </a:ln>
            <a:effectLst/>
          </p:spPr>
        </p:pic>
        <p:pic>
          <p:nvPicPr>
            <p:cNvPr id="2042" name="Google Shape;1906;p48" descr="Google Shape;1906;p48"/>
            <p:cNvPicPr>
              <a:picLocks noChangeAspect="1"/>
            </p:cNvPicPr>
            <p:nvPr/>
          </p:nvPicPr>
          <p:blipFill>
            <a:blip r:embed="rId8">
              <a:extLst/>
            </a:blip>
            <a:stretch>
              <a:fillRect/>
            </a:stretch>
          </p:blipFill>
          <p:spPr>
            <a:xfrm>
              <a:off x="4112568" y="1571321"/>
              <a:ext cx="95034" cy="95010"/>
            </a:xfrm>
            <a:prstGeom prst="rect">
              <a:avLst/>
            </a:prstGeom>
            <a:ln w="12700" cap="flat">
              <a:noFill/>
              <a:miter lim="400000"/>
            </a:ln>
            <a:effectLst/>
          </p:spPr>
        </p:pic>
        <p:pic>
          <p:nvPicPr>
            <p:cNvPr id="2043" name="Google Shape;1907;p48" descr="Google Shape;1907;p48"/>
            <p:cNvPicPr>
              <a:picLocks noChangeAspect="1"/>
            </p:cNvPicPr>
            <p:nvPr/>
          </p:nvPicPr>
          <p:blipFill>
            <a:blip r:embed="rId9">
              <a:extLst/>
            </a:blip>
            <a:stretch>
              <a:fillRect/>
            </a:stretch>
          </p:blipFill>
          <p:spPr>
            <a:xfrm>
              <a:off x="4112568" y="1759743"/>
              <a:ext cx="95034" cy="95010"/>
            </a:xfrm>
            <a:prstGeom prst="rect">
              <a:avLst/>
            </a:prstGeom>
            <a:ln w="12700" cap="flat">
              <a:noFill/>
              <a:miter lim="400000"/>
            </a:ln>
            <a:effectLst/>
          </p:spPr>
        </p:pic>
        <p:pic>
          <p:nvPicPr>
            <p:cNvPr id="2044" name="Google Shape;1908;p48" descr="Google Shape;1908;p48"/>
            <p:cNvPicPr>
              <a:picLocks noChangeAspect="1"/>
            </p:cNvPicPr>
            <p:nvPr/>
          </p:nvPicPr>
          <p:blipFill>
            <a:blip r:embed="rId10">
              <a:extLst/>
            </a:blip>
            <a:stretch>
              <a:fillRect/>
            </a:stretch>
          </p:blipFill>
          <p:spPr>
            <a:xfrm>
              <a:off x="4259112" y="1919152"/>
              <a:ext cx="94212" cy="94212"/>
            </a:xfrm>
            <a:prstGeom prst="rect">
              <a:avLst/>
            </a:prstGeom>
            <a:ln w="12700" cap="flat">
              <a:noFill/>
              <a:miter lim="400000"/>
            </a:ln>
            <a:effectLst/>
          </p:spPr>
        </p:pic>
        <p:pic>
          <p:nvPicPr>
            <p:cNvPr id="2045" name="Google Shape;1909;p48" descr="Google Shape;1909;p48"/>
            <p:cNvPicPr>
              <a:picLocks noChangeAspect="1"/>
            </p:cNvPicPr>
            <p:nvPr/>
          </p:nvPicPr>
          <p:blipFill>
            <a:blip r:embed="rId11">
              <a:extLst/>
            </a:blip>
            <a:stretch>
              <a:fillRect/>
            </a:stretch>
          </p:blipFill>
          <p:spPr>
            <a:xfrm>
              <a:off x="4259112" y="2107574"/>
              <a:ext cx="94212" cy="95008"/>
            </a:xfrm>
            <a:prstGeom prst="rect">
              <a:avLst/>
            </a:prstGeom>
            <a:ln w="12700" cap="flat">
              <a:noFill/>
              <a:miter lim="400000"/>
            </a:ln>
            <a:effectLst/>
          </p:spPr>
        </p:pic>
        <p:pic>
          <p:nvPicPr>
            <p:cNvPr id="2046" name="Google Shape;1910;p48" descr="Google Shape;1910;p48"/>
            <p:cNvPicPr>
              <a:picLocks noChangeAspect="1"/>
            </p:cNvPicPr>
            <p:nvPr/>
          </p:nvPicPr>
          <p:blipFill>
            <a:blip r:embed="rId11">
              <a:extLst/>
            </a:blip>
            <a:stretch>
              <a:fillRect/>
            </a:stretch>
          </p:blipFill>
          <p:spPr>
            <a:xfrm>
              <a:off x="4259112" y="2296792"/>
              <a:ext cx="94212" cy="95009"/>
            </a:xfrm>
            <a:prstGeom prst="rect">
              <a:avLst/>
            </a:prstGeom>
            <a:ln w="12700" cap="flat">
              <a:noFill/>
              <a:miter lim="400000"/>
            </a:ln>
            <a:effectLst/>
          </p:spPr>
        </p:pic>
        <p:pic>
          <p:nvPicPr>
            <p:cNvPr id="2047" name="Google Shape;1911;p48" descr="Google Shape;1911;p48"/>
            <p:cNvPicPr>
              <a:picLocks noChangeAspect="1"/>
            </p:cNvPicPr>
            <p:nvPr/>
          </p:nvPicPr>
          <p:blipFill>
            <a:blip r:embed="rId12">
              <a:extLst/>
            </a:blip>
            <a:stretch>
              <a:fillRect/>
            </a:stretch>
          </p:blipFill>
          <p:spPr>
            <a:xfrm>
              <a:off x="4112568" y="2106777"/>
              <a:ext cx="95034" cy="95008"/>
            </a:xfrm>
            <a:prstGeom prst="rect">
              <a:avLst/>
            </a:prstGeom>
            <a:ln w="12700" cap="flat">
              <a:noFill/>
              <a:miter lim="400000"/>
            </a:ln>
            <a:effectLst/>
          </p:spPr>
        </p:pic>
        <p:pic>
          <p:nvPicPr>
            <p:cNvPr id="2048" name="Google Shape;1912;p48" descr="Google Shape;1912;p48"/>
            <p:cNvPicPr>
              <a:picLocks noChangeAspect="1"/>
            </p:cNvPicPr>
            <p:nvPr/>
          </p:nvPicPr>
          <p:blipFill>
            <a:blip r:embed="rId13">
              <a:extLst/>
            </a:blip>
            <a:stretch>
              <a:fillRect/>
            </a:stretch>
          </p:blipFill>
          <p:spPr>
            <a:xfrm>
              <a:off x="4112568" y="1919152"/>
              <a:ext cx="95034" cy="94212"/>
            </a:xfrm>
            <a:prstGeom prst="rect">
              <a:avLst/>
            </a:prstGeom>
            <a:ln w="12700" cap="flat">
              <a:noFill/>
              <a:miter lim="400000"/>
            </a:ln>
            <a:effectLst/>
          </p:spPr>
        </p:pic>
        <p:pic>
          <p:nvPicPr>
            <p:cNvPr id="2049" name="Google Shape;1913;p48" descr="Google Shape;1913;p48"/>
            <p:cNvPicPr>
              <a:picLocks noChangeAspect="1"/>
            </p:cNvPicPr>
            <p:nvPr/>
          </p:nvPicPr>
          <p:blipFill>
            <a:blip r:embed="rId14">
              <a:extLst/>
            </a:blip>
            <a:stretch>
              <a:fillRect/>
            </a:stretch>
          </p:blipFill>
          <p:spPr>
            <a:xfrm>
              <a:off x="4112568" y="2295995"/>
              <a:ext cx="95034" cy="95010"/>
            </a:xfrm>
            <a:prstGeom prst="rect">
              <a:avLst/>
            </a:prstGeom>
            <a:ln w="12700" cap="flat">
              <a:noFill/>
              <a:miter lim="400000"/>
            </a:ln>
            <a:effectLst/>
          </p:spPr>
        </p:pic>
      </p:grpSp>
      <p:pic>
        <p:nvPicPr>
          <p:cNvPr id="2051" name="Screenshot 2023-03-22 at 8.09.42 PM.png" descr="Screenshot 2023-03-22 at 8.09.42 PM.png"/>
          <p:cNvPicPr>
            <a:picLocks noChangeAspect="1"/>
          </p:cNvPicPr>
          <p:nvPr/>
        </p:nvPicPr>
        <p:blipFill>
          <a:blip r:embed="rId15">
            <a:extLst/>
          </a:blip>
          <a:srcRect l="8767" t="9138" r="8767" b="9138"/>
          <a:stretch>
            <a:fillRect/>
          </a:stretch>
        </p:blipFill>
        <p:spPr>
          <a:xfrm>
            <a:off x="696817" y="1585317"/>
            <a:ext cx="3185390" cy="1972946"/>
          </a:xfrm>
          <a:prstGeom prst="rect">
            <a:avLst/>
          </a:prstGeom>
          <a:ln w="12700">
            <a:miter lim="400000"/>
          </a:ln>
        </p:spPr>
      </p:pic>
      <p:pic>
        <p:nvPicPr>
          <p:cNvPr id="2052" name="Screenshot 2023-03-21 at 1.52.05 PM.png" descr="Screenshot 2023-03-21 at 1.52.05 PM.png"/>
          <p:cNvPicPr>
            <a:picLocks noChangeAspect="1"/>
          </p:cNvPicPr>
          <p:nvPr/>
        </p:nvPicPr>
        <p:blipFill>
          <a:blip r:embed="rId16">
            <a:extLst/>
          </a:blip>
          <a:srcRect l="0" t="4515" r="0" b="0"/>
          <a:stretch>
            <a:fillRect/>
          </a:stretch>
        </p:blipFill>
        <p:spPr>
          <a:xfrm>
            <a:off x="5931651" y="33793"/>
            <a:ext cx="2681910" cy="1600505"/>
          </a:xfrm>
          <a:prstGeom prst="rect">
            <a:avLst/>
          </a:prstGeom>
          <a:ln w="12700">
            <a:miter lim="400000"/>
          </a:ln>
        </p:spPr>
      </p:pic>
      <p:sp>
        <p:nvSpPr>
          <p:cNvPr id="2064" name="Connection Line"/>
          <p:cNvSpPr/>
          <p:nvPr/>
        </p:nvSpPr>
        <p:spPr>
          <a:xfrm>
            <a:off x="3882136" y="1207328"/>
            <a:ext cx="2049583" cy="749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8796" y="12466"/>
                  <a:pt x="15996" y="5266"/>
                  <a:pt x="21600" y="0"/>
                </a:cubicBezTo>
              </a:path>
            </a:pathLst>
          </a:custGeom>
          <a:ln w="25400">
            <a:solidFill>
              <a:schemeClr val="accent1"/>
            </a:solidFill>
          </a:ln>
          <a:effectLst>
            <a:outerShdw sx="100000" sy="100000" kx="0" ky="0" algn="b" rotWithShape="0" blurRad="38100" dist="23000" dir="5400000">
              <a:srgbClr val="000000">
                <a:alpha val="35000"/>
              </a:srgbClr>
            </a:outerShdw>
          </a:effectLst>
        </p:spPr>
        <p:txBody>
          <a:bodyPr/>
          <a:lstStyle/>
          <a:p>
            <a:pPr/>
          </a:p>
        </p:txBody>
      </p:sp>
      <p:pic>
        <p:nvPicPr>
          <p:cNvPr id="2054" name="Screenshot 2023-03-21 at 1.53.14 PM.png" descr="Screenshot 2023-03-21 at 1.53.14 PM.png"/>
          <p:cNvPicPr>
            <a:picLocks noChangeAspect="1"/>
          </p:cNvPicPr>
          <p:nvPr/>
        </p:nvPicPr>
        <p:blipFill>
          <a:blip r:embed="rId17">
            <a:extLst/>
          </a:blip>
          <a:srcRect l="0" t="4394" r="0" b="0"/>
          <a:stretch>
            <a:fillRect/>
          </a:stretch>
        </p:blipFill>
        <p:spPr>
          <a:xfrm>
            <a:off x="5933238" y="1705293"/>
            <a:ext cx="2681983" cy="1602584"/>
          </a:xfrm>
          <a:prstGeom prst="rect">
            <a:avLst/>
          </a:prstGeom>
          <a:ln w="12700">
            <a:miter lim="400000"/>
          </a:ln>
        </p:spPr>
      </p:pic>
      <p:pic>
        <p:nvPicPr>
          <p:cNvPr id="2055" name="Screenshot 2023-03-21 at 1.56.00 PM.png" descr="Screenshot 2023-03-21 at 1.56.00 PM.png"/>
          <p:cNvPicPr>
            <a:picLocks noChangeAspect="1"/>
          </p:cNvPicPr>
          <p:nvPr/>
        </p:nvPicPr>
        <p:blipFill>
          <a:blip r:embed="rId18">
            <a:extLst/>
          </a:blip>
          <a:stretch>
            <a:fillRect/>
          </a:stretch>
        </p:blipFill>
        <p:spPr>
          <a:xfrm>
            <a:off x="5934429" y="3376793"/>
            <a:ext cx="2676526" cy="1672829"/>
          </a:xfrm>
          <a:prstGeom prst="rect">
            <a:avLst/>
          </a:prstGeom>
          <a:ln w="12700">
            <a:miter lim="400000"/>
          </a:ln>
        </p:spPr>
      </p:pic>
      <p:sp>
        <p:nvSpPr>
          <p:cNvPr id="2065" name="Connection Line"/>
          <p:cNvSpPr/>
          <p:nvPr/>
        </p:nvSpPr>
        <p:spPr>
          <a:xfrm>
            <a:off x="3882136" y="2434890"/>
            <a:ext cx="2051103" cy="606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8807" y="8976"/>
                  <a:pt x="16007" y="1776"/>
                  <a:pt x="21600" y="0"/>
                </a:cubicBezTo>
              </a:path>
            </a:pathLst>
          </a:custGeom>
          <a:ln w="25400">
            <a:solidFill>
              <a:schemeClr val="accent1"/>
            </a:solidFill>
          </a:ln>
          <a:effectLst>
            <a:outerShdw sx="100000" sy="100000" kx="0" ky="0" algn="b" rotWithShape="0" blurRad="38100" dist="23000" dir="5400000">
              <a:srgbClr val="000000">
                <a:alpha val="35000"/>
              </a:srgbClr>
            </a:outerShdw>
          </a:effectLst>
        </p:spPr>
        <p:txBody>
          <a:bodyPr/>
          <a:lstStyle/>
          <a:p>
            <a:pPr/>
          </a:p>
        </p:txBody>
      </p:sp>
      <p:sp>
        <p:nvSpPr>
          <p:cNvPr id="2066" name="Connection Line"/>
          <p:cNvSpPr/>
          <p:nvPr/>
        </p:nvSpPr>
        <p:spPr>
          <a:xfrm>
            <a:off x="3882136" y="3038897"/>
            <a:ext cx="2052294" cy="6400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8818" y="8449"/>
                  <a:pt x="16018" y="15649"/>
                  <a:pt x="21600" y="21600"/>
                </a:cubicBezTo>
              </a:path>
            </a:pathLst>
          </a:custGeom>
          <a:ln w="25400">
            <a:solidFill>
              <a:schemeClr val="accent1"/>
            </a:solidFill>
          </a:ln>
          <a:effectLst>
            <a:outerShdw sx="100000" sy="100000" kx="0" ky="0" algn="b" rotWithShape="0" blurRad="38100" dist="23000" dir="5400000">
              <a:srgbClr val="000000">
                <a:alpha val="35000"/>
              </a:srgbClr>
            </a:outerShdw>
          </a:effectLst>
        </p:spPr>
        <p:txBody>
          <a:bodyPr/>
          <a:lstStyle/>
          <a:p>
            <a:pPr/>
          </a:p>
        </p:txBody>
      </p:sp>
      <p:sp>
        <p:nvSpPr>
          <p:cNvPr id="2058" name="UI of our website"/>
          <p:cNvSpPr txBox="1"/>
          <p:nvPr/>
        </p:nvSpPr>
        <p:spPr>
          <a:xfrm>
            <a:off x="1104641" y="178715"/>
            <a:ext cx="3822152" cy="561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100"/>
            </a:lvl1pPr>
          </a:lstStyle>
          <a:p>
            <a:pPr/>
            <a:r>
              <a:t>UI of our website</a:t>
            </a:r>
          </a:p>
        </p:txBody>
      </p:sp>
      <p:sp>
        <p:nvSpPr>
          <p:cNvPr id="2059" name="Google Shape;1970;p52"/>
          <p:cNvSpPr/>
          <p:nvPr/>
        </p:nvSpPr>
        <p:spPr>
          <a:xfrm>
            <a:off x="4703358" y="4101448"/>
            <a:ext cx="462361"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sp>
        <p:nvSpPr>
          <p:cNvPr id="2060" name="HOD home page"/>
          <p:cNvSpPr txBox="1"/>
          <p:nvPr/>
        </p:nvSpPr>
        <p:spPr>
          <a:xfrm rot="20400000">
            <a:off x="4362743" y="1342820"/>
            <a:ext cx="1088301" cy="2311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FFFFFF"/>
                </a:solidFill>
              </a:defRPr>
            </a:lvl1pPr>
          </a:lstStyle>
          <a:p>
            <a:pPr/>
            <a:r>
              <a:t>HOD home page</a:t>
            </a:r>
          </a:p>
        </p:txBody>
      </p:sp>
      <p:sp>
        <p:nvSpPr>
          <p:cNvPr id="2061" name="Staff home page"/>
          <p:cNvSpPr txBox="1"/>
          <p:nvPr/>
        </p:nvSpPr>
        <p:spPr>
          <a:xfrm rot="21480000">
            <a:off x="4390388" y="2176725"/>
            <a:ext cx="1088301" cy="2311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FFFFFF"/>
                </a:solidFill>
              </a:defRPr>
            </a:lvl1pPr>
          </a:lstStyle>
          <a:p>
            <a:pPr/>
            <a:r>
              <a:t>Staff home page</a:t>
            </a:r>
          </a:p>
        </p:txBody>
      </p:sp>
      <p:sp>
        <p:nvSpPr>
          <p:cNvPr id="2062" name="Student home page"/>
          <p:cNvSpPr txBox="1"/>
          <p:nvPr/>
        </p:nvSpPr>
        <p:spPr>
          <a:xfrm rot="1080000">
            <a:off x="4362445" y="3077370"/>
            <a:ext cx="1197316" cy="2311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FFFFFF"/>
                </a:solidFill>
              </a:defRPr>
            </a:lvl1pPr>
          </a:lstStyle>
          <a:p>
            <a:pPr/>
            <a:r>
              <a:t>Student home page</a:t>
            </a:r>
          </a:p>
        </p:txBody>
      </p:sp>
      <p:sp>
        <p:nvSpPr>
          <p:cNvPr id="2063" name="Log-in page"/>
          <p:cNvSpPr txBox="1"/>
          <p:nvPr/>
        </p:nvSpPr>
        <p:spPr>
          <a:xfrm>
            <a:off x="1745326" y="1185459"/>
            <a:ext cx="1088302" cy="294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300">
                <a:solidFill>
                  <a:srgbClr val="FFFFFF"/>
                </a:solidFill>
              </a:defRPr>
            </a:lvl1pPr>
          </a:lstStyle>
          <a:p>
            <a:pPr/>
            <a:r>
              <a:t>Log-in page</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2051"/>
                                        </p:tgtEl>
                                        <p:attrNameLst>
                                          <p:attrName>style.visibility</p:attrName>
                                        </p:attrNameLst>
                                      </p:cBhvr>
                                      <p:to>
                                        <p:strVal val="visible"/>
                                      </p:to>
                                    </p:set>
                                    <p:animEffect filter="dissolve" transition="in">
                                      <p:cBhvr>
                                        <p:cTn id="7" dur="700"/>
                                        <p:tgtEl>
                                          <p:spTgt spid="2051"/>
                                        </p:tgtEl>
                                      </p:cBhvr>
                                    </p:animEffect>
                                  </p:childTnLst>
                                </p:cTn>
                              </p:par>
                            </p:childTnLst>
                          </p:cTn>
                        </p:par>
                        <p:par>
                          <p:cTn id="8" fill="hold">
                            <p:stCondLst>
                              <p:cond delay="700"/>
                            </p:stCondLst>
                            <p:childTnLst>
                              <p:par>
                                <p:cTn id="9" presetClass="entr" nodeType="afterEffect" presetID="9" grpId="2" fill="hold">
                                  <p:stCondLst>
                                    <p:cond delay="0"/>
                                  </p:stCondLst>
                                  <p:iterate type="el" backwards="0">
                                    <p:tmAbs val="0"/>
                                  </p:iterate>
                                  <p:childTnLst>
                                    <p:set>
                                      <p:cBhvr>
                                        <p:cTn id="10" fill="hold"/>
                                        <p:tgtEl>
                                          <p:spTgt spid="2063"/>
                                        </p:tgtEl>
                                        <p:attrNameLst>
                                          <p:attrName>style.visibility</p:attrName>
                                        </p:attrNameLst>
                                      </p:cBhvr>
                                      <p:to>
                                        <p:strVal val="visible"/>
                                      </p:to>
                                    </p:set>
                                    <p:animEffect filter="dissolve" transition="in">
                                      <p:cBhvr>
                                        <p:cTn id="11" dur="700"/>
                                        <p:tgtEl>
                                          <p:spTgt spid="206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9" grpId="3" fill="hold">
                                  <p:stCondLst>
                                    <p:cond delay="0"/>
                                  </p:stCondLst>
                                  <p:iterate type="el" backwards="0">
                                    <p:tmAbs val="0"/>
                                  </p:iterate>
                                  <p:childTnLst>
                                    <p:set>
                                      <p:cBhvr>
                                        <p:cTn id="15" fill="hold"/>
                                        <p:tgtEl>
                                          <p:spTgt spid="2052"/>
                                        </p:tgtEl>
                                        <p:attrNameLst>
                                          <p:attrName>style.visibility</p:attrName>
                                        </p:attrNameLst>
                                      </p:cBhvr>
                                      <p:to>
                                        <p:strVal val="visible"/>
                                      </p:to>
                                    </p:set>
                                    <p:animEffect filter="dissolve" transition="in">
                                      <p:cBhvr>
                                        <p:cTn id="16" dur="700"/>
                                        <p:tgtEl>
                                          <p:spTgt spid="2052"/>
                                        </p:tgtEl>
                                      </p:cBhvr>
                                    </p:animEffect>
                                  </p:childTnLst>
                                </p:cTn>
                              </p:par>
                            </p:childTnLst>
                          </p:cTn>
                        </p:par>
                        <p:par>
                          <p:cTn id="17" fill="hold">
                            <p:stCondLst>
                              <p:cond delay="700"/>
                            </p:stCondLst>
                            <p:childTnLst>
                              <p:par>
                                <p:cTn id="18" presetClass="entr" nodeType="afterEffect" presetID="9" grpId="4" fill="hold">
                                  <p:stCondLst>
                                    <p:cond delay="0"/>
                                  </p:stCondLst>
                                  <p:iterate type="el" backwards="0">
                                    <p:tmAbs val="0"/>
                                  </p:iterate>
                                  <p:childTnLst>
                                    <p:set>
                                      <p:cBhvr>
                                        <p:cTn id="19" fill="hold"/>
                                        <p:tgtEl>
                                          <p:spTgt spid="2064"/>
                                        </p:tgtEl>
                                        <p:attrNameLst>
                                          <p:attrName>style.visibility</p:attrName>
                                        </p:attrNameLst>
                                      </p:cBhvr>
                                      <p:to>
                                        <p:strVal val="visible"/>
                                      </p:to>
                                    </p:set>
                                    <p:animEffect filter="dissolve" transition="in">
                                      <p:cBhvr>
                                        <p:cTn id="20" dur="700"/>
                                        <p:tgtEl>
                                          <p:spTgt spid="2064"/>
                                        </p:tgtEl>
                                      </p:cBhvr>
                                    </p:animEffect>
                                  </p:childTnLst>
                                </p:cTn>
                              </p:par>
                            </p:childTnLst>
                          </p:cTn>
                        </p:par>
                        <p:par>
                          <p:cTn id="21" fill="hold">
                            <p:stCondLst>
                              <p:cond delay="1400"/>
                            </p:stCondLst>
                            <p:childTnLst>
                              <p:par>
                                <p:cTn id="22" presetClass="entr" nodeType="afterEffect" presetID="9" grpId="5" fill="hold">
                                  <p:stCondLst>
                                    <p:cond delay="0"/>
                                  </p:stCondLst>
                                  <p:iterate type="el" backwards="0">
                                    <p:tmAbs val="0"/>
                                  </p:iterate>
                                  <p:childTnLst>
                                    <p:set>
                                      <p:cBhvr>
                                        <p:cTn id="23" fill="hold"/>
                                        <p:tgtEl>
                                          <p:spTgt spid="2060"/>
                                        </p:tgtEl>
                                        <p:attrNameLst>
                                          <p:attrName>style.visibility</p:attrName>
                                        </p:attrNameLst>
                                      </p:cBhvr>
                                      <p:to>
                                        <p:strVal val="visible"/>
                                      </p:to>
                                    </p:set>
                                    <p:animEffect filter="dissolve" transition="in">
                                      <p:cBhvr>
                                        <p:cTn id="24" dur="700"/>
                                        <p:tgtEl>
                                          <p:spTgt spid="2060"/>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9" grpId="6" fill="hold">
                                  <p:stCondLst>
                                    <p:cond delay="0"/>
                                  </p:stCondLst>
                                  <p:iterate type="el" backwards="0">
                                    <p:tmAbs val="0"/>
                                  </p:iterate>
                                  <p:childTnLst>
                                    <p:set>
                                      <p:cBhvr>
                                        <p:cTn id="28" fill="hold"/>
                                        <p:tgtEl>
                                          <p:spTgt spid="2054"/>
                                        </p:tgtEl>
                                        <p:attrNameLst>
                                          <p:attrName>style.visibility</p:attrName>
                                        </p:attrNameLst>
                                      </p:cBhvr>
                                      <p:to>
                                        <p:strVal val="visible"/>
                                      </p:to>
                                    </p:set>
                                    <p:animEffect filter="dissolve" transition="in">
                                      <p:cBhvr>
                                        <p:cTn id="29" dur="700"/>
                                        <p:tgtEl>
                                          <p:spTgt spid="2054"/>
                                        </p:tgtEl>
                                      </p:cBhvr>
                                    </p:animEffect>
                                  </p:childTnLst>
                                </p:cTn>
                              </p:par>
                            </p:childTnLst>
                          </p:cTn>
                        </p:par>
                        <p:par>
                          <p:cTn id="30" fill="hold">
                            <p:stCondLst>
                              <p:cond delay="700"/>
                            </p:stCondLst>
                            <p:childTnLst>
                              <p:par>
                                <p:cTn id="31" presetClass="entr" nodeType="afterEffect" presetID="9" grpId="7" fill="hold">
                                  <p:stCondLst>
                                    <p:cond delay="0"/>
                                  </p:stCondLst>
                                  <p:iterate type="el" backwards="0">
                                    <p:tmAbs val="0"/>
                                  </p:iterate>
                                  <p:childTnLst>
                                    <p:set>
                                      <p:cBhvr>
                                        <p:cTn id="32" fill="hold"/>
                                        <p:tgtEl>
                                          <p:spTgt spid="2061"/>
                                        </p:tgtEl>
                                        <p:attrNameLst>
                                          <p:attrName>style.visibility</p:attrName>
                                        </p:attrNameLst>
                                      </p:cBhvr>
                                      <p:to>
                                        <p:strVal val="visible"/>
                                      </p:to>
                                    </p:set>
                                    <p:animEffect filter="dissolve" transition="in">
                                      <p:cBhvr>
                                        <p:cTn id="33" dur="700"/>
                                        <p:tgtEl>
                                          <p:spTgt spid="2061"/>
                                        </p:tgtEl>
                                      </p:cBhvr>
                                    </p:animEffect>
                                  </p:childTnLst>
                                </p:cTn>
                              </p:par>
                            </p:childTnLst>
                          </p:cTn>
                        </p:par>
                        <p:par>
                          <p:cTn id="34" fill="hold">
                            <p:stCondLst>
                              <p:cond delay="1400"/>
                            </p:stCondLst>
                            <p:childTnLst>
                              <p:par>
                                <p:cTn id="35" presetClass="entr" nodeType="afterEffect" presetID="9" grpId="8" fill="hold">
                                  <p:stCondLst>
                                    <p:cond delay="0"/>
                                  </p:stCondLst>
                                  <p:iterate type="el" backwards="0">
                                    <p:tmAbs val="0"/>
                                  </p:iterate>
                                  <p:childTnLst>
                                    <p:set>
                                      <p:cBhvr>
                                        <p:cTn id="36" fill="hold"/>
                                        <p:tgtEl>
                                          <p:spTgt spid="2065"/>
                                        </p:tgtEl>
                                        <p:attrNameLst>
                                          <p:attrName>style.visibility</p:attrName>
                                        </p:attrNameLst>
                                      </p:cBhvr>
                                      <p:to>
                                        <p:strVal val="visible"/>
                                      </p:to>
                                    </p:set>
                                    <p:animEffect filter="dissolve" transition="in">
                                      <p:cBhvr>
                                        <p:cTn id="37" dur="700"/>
                                        <p:tgtEl>
                                          <p:spTgt spid="2065"/>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ID="9" grpId="9" fill="hold">
                                  <p:stCondLst>
                                    <p:cond delay="0"/>
                                  </p:stCondLst>
                                  <p:iterate type="el" backwards="0">
                                    <p:tmAbs val="0"/>
                                  </p:iterate>
                                  <p:childTnLst>
                                    <p:set>
                                      <p:cBhvr>
                                        <p:cTn id="41" fill="hold"/>
                                        <p:tgtEl>
                                          <p:spTgt spid="2055"/>
                                        </p:tgtEl>
                                        <p:attrNameLst>
                                          <p:attrName>style.visibility</p:attrName>
                                        </p:attrNameLst>
                                      </p:cBhvr>
                                      <p:to>
                                        <p:strVal val="visible"/>
                                      </p:to>
                                    </p:set>
                                    <p:animEffect filter="dissolve" transition="in">
                                      <p:cBhvr>
                                        <p:cTn id="42" dur="700"/>
                                        <p:tgtEl>
                                          <p:spTgt spid="2055"/>
                                        </p:tgtEl>
                                      </p:cBhvr>
                                    </p:animEffect>
                                  </p:childTnLst>
                                </p:cTn>
                              </p:par>
                            </p:childTnLst>
                          </p:cTn>
                        </p:par>
                        <p:par>
                          <p:cTn id="43" fill="hold">
                            <p:stCondLst>
                              <p:cond delay="700"/>
                            </p:stCondLst>
                            <p:childTnLst>
                              <p:par>
                                <p:cTn id="44" presetClass="entr" nodeType="afterEffect" presetID="9" grpId="10" fill="hold">
                                  <p:stCondLst>
                                    <p:cond delay="0"/>
                                  </p:stCondLst>
                                  <p:iterate type="el" backwards="0">
                                    <p:tmAbs val="0"/>
                                  </p:iterate>
                                  <p:childTnLst>
                                    <p:set>
                                      <p:cBhvr>
                                        <p:cTn id="45" fill="hold"/>
                                        <p:tgtEl>
                                          <p:spTgt spid="2066"/>
                                        </p:tgtEl>
                                        <p:attrNameLst>
                                          <p:attrName>style.visibility</p:attrName>
                                        </p:attrNameLst>
                                      </p:cBhvr>
                                      <p:to>
                                        <p:strVal val="visible"/>
                                      </p:to>
                                    </p:set>
                                    <p:animEffect filter="dissolve" transition="in">
                                      <p:cBhvr>
                                        <p:cTn id="46" dur="700"/>
                                        <p:tgtEl>
                                          <p:spTgt spid="2066"/>
                                        </p:tgtEl>
                                      </p:cBhvr>
                                    </p:animEffect>
                                  </p:childTnLst>
                                </p:cTn>
                              </p:par>
                            </p:childTnLst>
                          </p:cTn>
                        </p:par>
                        <p:par>
                          <p:cTn id="47" fill="hold">
                            <p:stCondLst>
                              <p:cond delay="1400"/>
                            </p:stCondLst>
                            <p:childTnLst>
                              <p:par>
                                <p:cTn id="48" presetClass="entr" nodeType="afterEffect" presetID="9" grpId="11" fill="hold">
                                  <p:stCondLst>
                                    <p:cond delay="0"/>
                                  </p:stCondLst>
                                  <p:iterate type="el" backwards="0">
                                    <p:tmAbs val="0"/>
                                  </p:iterate>
                                  <p:childTnLst>
                                    <p:set>
                                      <p:cBhvr>
                                        <p:cTn id="49" fill="hold"/>
                                        <p:tgtEl>
                                          <p:spTgt spid="2062"/>
                                        </p:tgtEl>
                                        <p:attrNameLst>
                                          <p:attrName>style.visibility</p:attrName>
                                        </p:attrNameLst>
                                      </p:cBhvr>
                                      <p:to>
                                        <p:strVal val="visible"/>
                                      </p:to>
                                    </p:set>
                                    <p:animEffect filter="dissolve" transition="in">
                                      <p:cBhvr>
                                        <p:cTn id="50" dur="700"/>
                                        <p:tgtEl>
                                          <p:spTgt spid="20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60" grpId="5"/>
      <p:bldP build="whole" bldLvl="1" animBg="1" rev="0" advAuto="0" spid="2066" grpId="10"/>
      <p:bldP build="whole" bldLvl="1" animBg="1" rev="0" advAuto="0" spid="2064" grpId="4"/>
      <p:bldP build="whole" bldLvl="1" animBg="1" rev="0" advAuto="0" spid="2055" grpId="9"/>
      <p:bldP build="whole" bldLvl="1" animBg="1" rev="0" advAuto="0" spid="2061" grpId="7"/>
      <p:bldP build="whole" bldLvl="1" animBg="1" rev="0" advAuto="0" spid="2062" grpId="11"/>
      <p:bldP build="whole" bldLvl="1" animBg="1" rev="0" advAuto="0" spid="2051" grpId="1"/>
      <p:bldP build="whole" bldLvl="1" animBg="1" rev="0" advAuto="0" spid="2065" grpId="8"/>
      <p:bldP build="whole" bldLvl="1" animBg="1" rev="0" advAuto="0" spid="2054" grpId="6"/>
      <p:bldP build="whole" bldLvl="1" animBg="1" rev="0" advAuto="0" spid="2063" grpId="2"/>
      <p:bldP build="whole" bldLvl="1" animBg="1" rev="0" advAuto="0" spid="2052"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74" name="Google Shape;1925;p49"/>
          <p:cNvGrpSpPr/>
          <p:nvPr/>
        </p:nvGrpSpPr>
        <p:grpSpPr>
          <a:xfrm>
            <a:off x="0" y="0"/>
            <a:ext cx="9144002" cy="5143500"/>
            <a:chOff x="0" y="0"/>
            <a:chExt cx="9144001" cy="5143500"/>
          </a:xfrm>
        </p:grpSpPr>
        <p:pic>
          <p:nvPicPr>
            <p:cNvPr id="2068" name="Google Shape;1926;p49" descr="Google Shape;1926;p49"/>
            <p:cNvPicPr>
              <a:picLocks noChangeAspect="1"/>
            </p:cNvPicPr>
            <p:nvPr/>
          </p:nvPicPr>
          <p:blipFill>
            <a:blip r:embed="rId2">
              <a:extLst/>
            </a:blip>
            <a:srcRect l="0" t="0" r="0" b="0"/>
            <a:stretch>
              <a:fillRect/>
            </a:stretch>
          </p:blipFill>
          <p:spPr>
            <a:xfrm>
              <a:off x="0" y="0"/>
              <a:ext cx="9144001" cy="5143500"/>
            </a:xfrm>
            <a:prstGeom prst="rect">
              <a:avLst/>
            </a:prstGeom>
            <a:ln w="12700" cap="flat">
              <a:noFill/>
              <a:miter lim="400000"/>
            </a:ln>
            <a:effectLst/>
          </p:spPr>
        </p:pic>
        <p:sp>
          <p:nvSpPr>
            <p:cNvPr id="2069" name="Google Shape;1927;p49"/>
            <p:cNvSpPr/>
            <p:nvPr/>
          </p:nvSpPr>
          <p:spPr>
            <a:xfrm>
              <a:off x="612176" y="436420"/>
              <a:ext cx="345366" cy="3408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pic>
          <p:nvPicPr>
            <p:cNvPr id="2070" name="Google Shape;1928;p49" descr="Google Shape;1928;p49"/>
            <p:cNvPicPr>
              <a:picLocks noChangeAspect="1"/>
            </p:cNvPicPr>
            <p:nvPr/>
          </p:nvPicPr>
          <p:blipFill>
            <a:blip r:embed="rId3">
              <a:extLst/>
            </a:blip>
            <a:stretch>
              <a:fillRect/>
            </a:stretch>
          </p:blipFill>
          <p:spPr>
            <a:xfrm>
              <a:off x="3963661" y="0"/>
              <a:ext cx="5180341" cy="5143500"/>
            </a:xfrm>
            <a:prstGeom prst="rect">
              <a:avLst/>
            </a:prstGeom>
            <a:ln w="12700" cap="flat">
              <a:noFill/>
              <a:miter lim="400000"/>
            </a:ln>
            <a:effectLst/>
          </p:spPr>
        </p:pic>
        <p:grpSp>
          <p:nvGrpSpPr>
            <p:cNvPr id="2073" name="Google Shape;1929;p49"/>
            <p:cNvGrpSpPr/>
            <p:nvPr/>
          </p:nvGrpSpPr>
          <p:grpSpPr>
            <a:xfrm>
              <a:off x="551178" y="193698"/>
              <a:ext cx="609539" cy="303660"/>
              <a:chOff x="0" y="0"/>
              <a:chExt cx="609537" cy="303658"/>
            </a:xfrm>
          </p:grpSpPr>
          <p:sp>
            <p:nvSpPr>
              <p:cNvPr id="2071" name="Square"/>
              <p:cNvSpPr/>
              <p:nvPr/>
            </p:nvSpPr>
            <p:spPr>
              <a:xfrm>
                <a:off x="-1" y="0"/>
                <a:ext cx="84685" cy="84685"/>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72" name="Square"/>
              <p:cNvSpPr/>
              <p:nvPr/>
            </p:nvSpPr>
            <p:spPr>
              <a:xfrm>
                <a:off x="445884" y="139992"/>
                <a:ext cx="163654" cy="16366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grpSp>
      <p:sp>
        <p:nvSpPr>
          <p:cNvPr id="2075" name="Google Shape;1930;p49"/>
          <p:cNvSpPr txBox="1"/>
          <p:nvPr>
            <p:ph type="title"/>
          </p:nvPr>
        </p:nvSpPr>
        <p:spPr>
          <a:xfrm>
            <a:off x="-845673" y="1026223"/>
            <a:ext cx="9144001" cy="2054702"/>
          </a:xfrm>
          <a:prstGeom prst="rect">
            <a:avLst/>
          </a:prstGeom>
        </p:spPr>
        <p:txBody>
          <a:bodyPr/>
          <a:lstStyle/>
          <a:p>
            <a:pPr marR="6350" indent="2399663" algn="r">
              <a:lnSpc>
                <a:spcPct val="113972"/>
              </a:lnSpc>
              <a:defRPr sz="6200"/>
            </a:pPr>
            <a:r>
              <a:t>Resources   </a:t>
            </a:r>
          </a:p>
          <a:p>
            <a:pPr marR="6350" indent="2399663" algn="r">
              <a:lnSpc>
                <a:spcPct val="113972"/>
              </a:lnSpc>
              <a:defRPr sz="6200">
                <a:solidFill>
                  <a:srgbClr val="FFFFFF"/>
                </a:solidFill>
              </a:defRPr>
            </a:pPr>
            <a:r>
              <a:t>Used</a:t>
            </a:r>
          </a:p>
        </p:txBody>
      </p:sp>
      <p:pic>
        <p:nvPicPr>
          <p:cNvPr id="2076" name="Google Shape;1932;p49" descr="Google Shape;1932;p49"/>
          <p:cNvPicPr>
            <a:picLocks noChangeAspect="1"/>
          </p:cNvPicPr>
          <p:nvPr/>
        </p:nvPicPr>
        <p:blipFill>
          <a:blip r:embed="rId4">
            <a:extLst/>
          </a:blip>
          <a:stretch>
            <a:fillRect/>
          </a:stretch>
        </p:blipFill>
        <p:spPr>
          <a:xfrm>
            <a:off x="713121" y="1916213"/>
            <a:ext cx="2993534" cy="2983279"/>
          </a:xfrm>
          <a:prstGeom prst="rect">
            <a:avLst/>
          </a:prstGeom>
          <a:ln w="12700">
            <a:miter lim="400000"/>
          </a:ln>
        </p:spPr>
      </p:pic>
      <p:pic>
        <p:nvPicPr>
          <p:cNvPr id="2077" name="Google Shape;1933;p49" descr="Google Shape;1933;p49"/>
          <p:cNvPicPr>
            <a:picLocks noChangeAspect="1"/>
          </p:cNvPicPr>
          <p:nvPr/>
        </p:nvPicPr>
        <p:blipFill>
          <a:blip r:embed="rId5">
            <a:extLst/>
          </a:blip>
          <a:stretch>
            <a:fillRect/>
          </a:stretch>
        </p:blipFill>
        <p:spPr>
          <a:xfrm>
            <a:off x="956029" y="1758841"/>
            <a:ext cx="176532" cy="175855"/>
          </a:xfrm>
          <a:prstGeom prst="rect">
            <a:avLst/>
          </a:prstGeom>
          <a:ln w="12700">
            <a:miter lim="400000"/>
          </a:ln>
        </p:spPr>
      </p:pic>
      <p:sp>
        <p:nvSpPr>
          <p:cNvPr id="2078" name="Google Shape;1934;p49"/>
          <p:cNvSpPr/>
          <p:nvPr/>
        </p:nvSpPr>
        <p:spPr>
          <a:xfrm>
            <a:off x="1220148" y="1198829"/>
            <a:ext cx="354252" cy="3960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25" y="21600"/>
                </a:moveTo>
                <a:lnTo>
                  <a:pt x="2595" y="21600"/>
                </a:lnTo>
                <a:lnTo>
                  <a:pt x="1621" y="21427"/>
                </a:lnTo>
                <a:lnTo>
                  <a:pt x="792" y="20944"/>
                </a:lnTo>
                <a:lnTo>
                  <a:pt x="216" y="20207"/>
                </a:lnTo>
                <a:lnTo>
                  <a:pt x="0" y="19270"/>
                </a:lnTo>
                <a:lnTo>
                  <a:pt x="0" y="2330"/>
                </a:lnTo>
                <a:lnTo>
                  <a:pt x="216" y="1393"/>
                </a:lnTo>
                <a:lnTo>
                  <a:pt x="792" y="656"/>
                </a:lnTo>
                <a:lnTo>
                  <a:pt x="1621" y="173"/>
                </a:lnTo>
                <a:lnTo>
                  <a:pt x="2595" y="0"/>
                </a:lnTo>
                <a:lnTo>
                  <a:pt x="3025" y="0"/>
                </a:lnTo>
                <a:lnTo>
                  <a:pt x="3466" y="98"/>
                </a:lnTo>
                <a:lnTo>
                  <a:pt x="3880" y="314"/>
                </a:lnTo>
                <a:lnTo>
                  <a:pt x="20317" y="8784"/>
                </a:lnTo>
                <a:lnTo>
                  <a:pt x="21279" y="9661"/>
                </a:lnTo>
                <a:lnTo>
                  <a:pt x="21600" y="10786"/>
                </a:lnTo>
                <a:lnTo>
                  <a:pt x="21279" y="11917"/>
                </a:lnTo>
                <a:lnTo>
                  <a:pt x="20317" y="12815"/>
                </a:lnTo>
                <a:lnTo>
                  <a:pt x="3880" y="21285"/>
                </a:lnTo>
                <a:lnTo>
                  <a:pt x="3466" y="21502"/>
                </a:lnTo>
                <a:lnTo>
                  <a:pt x="3025" y="21600"/>
                </a:lnTo>
                <a:close/>
              </a:path>
            </a:pathLst>
          </a:custGeom>
          <a:solidFill>
            <a:srgbClr val="FFFFFF"/>
          </a:solidFill>
          <a:ln w="12700">
            <a:miter lim="400000"/>
          </a:ln>
        </p:spPr>
        <p:txBody>
          <a:bodyPr lIns="45718" tIns="45718" rIns="45718" bIns="45718"/>
          <a:lstStyle/>
          <a:p>
            <a:pPr>
              <a:lnSpc>
                <a:spcPct val="100000"/>
              </a:lnSpc>
              <a:defRPr b="0" sz="1800">
                <a:solidFill>
                  <a:srgbClr val="000000"/>
                </a:solidFill>
                <a:latin typeface="+mn-lt"/>
                <a:ea typeface="+mn-ea"/>
                <a:cs typeface="+mn-cs"/>
                <a:sym typeface="Arial"/>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85" name="Group"/>
          <p:cNvGrpSpPr/>
          <p:nvPr/>
        </p:nvGrpSpPr>
        <p:grpSpPr>
          <a:xfrm>
            <a:off x="0" y="0"/>
            <a:ext cx="9144001" cy="5143500"/>
            <a:chOff x="0" y="0"/>
            <a:chExt cx="9144000" cy="5143500"/>
          </a:xfrm>
        </p:grpSpPr>
        <p:pic>
          <p:nvPicPr>
            <p:cNvPr id="2080" name="Google Shape;1926;p49" descr="Google Shape;1926;p49"/>
            <p:cNvPicPr>
              <a:picLocks noChangeAspect="0"/>
            </p:cNvPicPr>
            <p:nvPr/>
          </p:nvPicPr>
          <p:blipFill>
            <a:blip r:embed="rId2">
              <a:extLst/>
            </a:blip>
            <a:srcRect l="0" t="0" r="0" b="0"/>
            <a:stretch>
              <a:fillRect/>
            </a:stretch>
          </p:blipFill>
          <p:spPr>
            <a:xfrm>
              <a:off x="0" y="0"/>
              <a:ext cx="9144001" cy="5143500"/>
            </a:xfrm>
            <a:prstGeom prst="rect">
              <a:avLst/>
            </a:prstGeom>
            <a:ln w="12700" cap="flat">
              <a:noFill/>
              <a:miter lim="400000"/>
            </a:ln>
            <a:effectLst/>
          </p:spPr>
        </p:pic>
        <p:sp>
          <p:nvSpPr>
            <p:cNvPr id="2081" name="Google Shape;1927;p49"/>
            <p:cNvSpPr/>
            <p:nvPr/>
          </p:nvSpPr>
          <p:spPr>
            <a:xfrm>
              <a:off x="612176" y="436420"/>
              <a:ext cx="345366" cy="3408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nvGrpSpPr>
            <p:cNvPr id="2084" name="Google Shape;1929;p49"/>
            <p:cNvGrpSpPr/>
            <p:nvPr/>
          </p:nvGrpSpPr>
          <p:grpSpPr>
            <a:xfrm>
              <a:off x="551178" y="193698"/>
              <a:ext cx="609539" cy="303660"/>
              <a:chOff x="0" y="0"/>
              <a:chExt cx="609537" cy="303658"/>
            </a:xfrm>
          </p:grpSpPr>
          <p:sp>
            <p:nvSpPr>
              <p:cNvPr id="2082" name="Square"/>
              <p:cNvSpPr/>
              <p:nvPr/>
            </p:nvSpPr>
            <p:spPr>
              <a:xfrm>
                <a:off x="-1" y="0"/>
                <a:ext cx="84685" cy="84685"/>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83" name="Square"/>
              <p:cNvSpPr/>
              <p:nvPr/>
            </p:nvSpPr>
            <p:spPr>
              <a:xfrm>
                <a:off x="445884" y="139992"/>
                <a:ext cx="163654" cy="16366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grpSp>
      <p:pic>
        <p:nvPicPr>
          <p:cNvPr id="2086" name="Google Shape;1928;p49" descr="Google Shape;1928;p49"/>
          <p:cNvPicPr>
            <a:picLocks noChangeAspect="0"/>
          </p:cNvPicPr>
          <p:nvPr/>
        </p:nvPicPr>
        <p:blipFill>
          <a:blip r:embed="rId3">
            <a:extLst/>
          </a:blip>
          <a:stretch>
            <a:fillRect/>
          </a:stretch>
        </p:blipFill>
        <p:spPr>
          <a:xfrm>
            <a:off x="3079866" y="-677497"/>
            <a:ext cx="6466120" cy="6284278"/>
          </a:xfrm>
          <a:prstGeom prst="rect">
            <a:avLst/>
          </a:prstGeom>
          <a:ln w="12700">
            <a:miter lim="400000"/>
          </a:ln>
        </p:spPr>
      </p:pic>
      <p:pic>
        <p:nvPicPr>
          <p:cNvPr id="2087" name="Google Shape;1926;p49" descr="Google Shape;1926;p49"/>
          <p:cNvPicPr>
            <a:picLocks noChangeAspect="0"/>
          </p:cNvPicPr>
          <p:nvPr/>
        </p:nvPicPr>
        <p:blipFill>
          <a:blip r:embed="rId2">
            <a:extLst/>
          </a:blip>
          <a:stretch>
            <a:fillRect/>
          </a:stretch>
        </p:blipFill>
        <p:spPr>
          <a:xfrm>
            <a:off x="-1044233" y="-1646256"/>
            <a:ext cx="11232467" cy="1646256"/>
          </a:xfrm>
          <a:prstGeom prst="rect">
            <a:avLst/>
          </a:prstGeom>
          <a:ln w="12700">
            <a:miter lim="400000"/>
          </a:ln>
        </p:spPr>
      </p:pic>
      <p:sp>
        <p:nvSpPr>
          <p:cNvPr id="2088" name="Google Shape;1939;p50"/>
          <p:cNvSpPr txBox="1"/>
          <p:nvPr>
            <p:ph type="title"/>
          </p:nvPr>
        </p:nvSpPr>
        <p:spPr>
          <a:xfrm>
            <a:off x="1633509" y="529234"/>
            <a:ext cx="5734802" cy="505501"/>
          </a:xfrm>
          <a:prstGeom prst="rect">
            <a:avLst/>
          </a:prstGeom>
        </p:spPr>
        <p:txBody>
          <a:bodyPr/>
          <a:lstStyle>
            <a:lvl1pPr indent="12700"/>
          </a:lstStyle>
          <a:p>
            <a:pPr/>
            <a:r>
              <a:t>LINKS AND ARTICLES</a:t>
            </a:r>
          </a:p>
        </p:txBody>
      </p:sp>
      <p:sp>
        <p:nvSpPr>
          <p:cNvPr id="2089" name="Google Shape;1943;p50"/>
          <p:cNvSpPr txBox="1"/>
          <p:nvPr/>
        </p:nvSpPr>
        <p:spPr>
          <a:xfrm>
            <a:off x="2102890" y="1563987"/>
            <a:ext cx="4796040" cy="1801310"/>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p>
            <a:pPr marL="160421" indent="-160421">
              <a:buSzPct val="60000"/>
              <a:buBlip>
                <a:blip r:embed="rId4"/>
              </a:buBlip>
              <a:defRPr sz="1600" u="sng">
                <a:solidFill>
                  <a:srgbClr val="FFFFFF"/>
                </a:solidFill>
                <a:latin typeface="Helvetica Neue"/>
                <a:ea typeface="Helvetica Neue"/>
                <a:cs typeface="Helvetica Neue"/>
                <a:sym typeface="Helvetica Neue"/>
              </a:defRPr>
            </a:pPr>
            <a:r>
              <a:t>Language - Python, Html, Css. </a:t>
            </a:r>
          </a:p>
          <a:p>
            <a:pPr marL="160421" indent="-160421">
              <a:buSzPct val="60000"/>
              <a:buBlip>
                <a:blip r:embed="rId4"/>
              </a:buBlip>
              <a:defRPr sz="1600" u="sng">
                <a:solidFill>
                  <a:srgbClr val="FFFFFF"/>
                </a:solidFill>
                <a:latin typeface="Helvetica Neue"/>
                <a:ea typeface="Helvetica Neue"/>
                <a:cs typeface="Helvetica Neue"/>
                <a:sym typeface="Helvetica Neue"/>
              </a:defRPr>
            </a:pPr>
            <a:r>
              <a:t>Framework - Django.</a:t>
            </a:r>
          </a:p>
          <a:p>
            <a:pPr marL="160421" indent="-160421">
              <a:buSzPct val="60000"/>
              <a:buBlip>
                <a:blip r:embed="rId4"/>
              </a:buBlip>
              <a:defRPr sz="1600" u="sng">
                <a:solidFill>
                  <a:srgbClr val="FFFFFF"/>
                </a:solidFill>
                <a:latin typeface="Helvetica Neue"/>
                <a:ea typeface="Helvetica Neue"/>
                <a:cs typeface="Helvetica Neue"/>
                <a:sym typeface="Helvetica Neue"/>
              </a:defRPr>
            </a:pPr>
            <a:r>
              <a:t>Template - AdminLTE 3 with bootstrap </a:t>
            </a:r>
          </a:p>
          <a:p>
            <a:pPr marL="160421" indent="-160421">
              <a:buSzPct val="60000"/>
              <a:buBlip>
                <a:blip r:embed="rId4"/>
              </a:buBlip>
              <a:defRPr sz="1600" u="sng">
                <a:solidFill>
                  <a:srgbClr val="FFFFFF"/>
                </a:solidFill>
                <a:latin typeface="Helvetica Neue"/>
                <a:ea typeface="Helvetica Neue"/>
                <a:cs typeface="Helvetica Neue"/>
                <a:sym typeface="Helvetica Neue"/>
              </a:defRPr>
            </a:pPr>
            <a:r>
              <a:t>Database - SQLite3</a:t>
            </a:r>
          </a:p>
          <a:p>
            <a:pPr marL="160421" indent="-160421">
              <a:buSzPct val="60000"/>
              <a:buBlip>
                <a:blip r:embed="rId4"/>
              </a:buBlip>
              <a:defRPr sz="1600" u="sng">
                <a:solidFill>
                  <a:srgbClr val="FFFFFF"/>
                </a:solidFill>
                <a:latin typeface="Helvetica Neue"/>
                <a:ea typeface="Helvetica Neue"/>
                <a:cs typeface="Helvetica Neue"/>
                <a:sym typeface="Helvetica Neue"/>
              </a:defRPr>
            </a:pPr>
            <a:r>
              <a:t>Additional technology- Sass Css.</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1" name="Google Shape;1948;p51"/>
          <p:cNvSpPr txBox="1"/>
          <p:nvPr>
            <p:ph type="title"/>
          </p:nvPr>
        </p:nvSpPr>
        <p:spPr>
          <a:xfrm>
            <a:off x="2468098" y="377824"/>
            <a:ext cx="4207802" cy="505503"/>
          </a:xfrm>
          <a:prstGeom prst="rect">
            <a:avLst/>
          </a:prstGeom>
        </p:spPr>
        <p:txBody>
          <a:bodyPr/>
          <a:lstStyle>
            <a:lvl1pPr indent="12700"/>
          </a:lstStyle>
          <a:p>
            <a:pPr/>
            <a:r>
              <a:t>Software utilised</a:t>
            </a:r>
          </a:p>
        </p:txBody>
      </p:sp>
      <p:grpSp>
        <p:nvGrpSpPr>
          <p:cNvPr id="2102" name="Google Shape;1949;p51"/>
          <p:cNvGrpSpPr/>
          <p:nvPr/>
        </p:nvGrpSpPr>
        <p:grpSpPr>
          <a:xfrm flipH="1">
            <a:off x="19237" y="3367"/>
            <a:ext cx="9121781" cy="5146619"/>
            <a:chOff x="0" y="0"/>
            <a:chExt cx="9121780" cy="5146618"/>
          </a:xfrm>
        </p:grpSpPr>
        <p:pic>
          <p:nvPicPr>
            <p:cNvPr id="2092" name="Google Shape;1950;p51" descr="Google Shape;1950;p51"/>
            <p:cNvPicPr>
              <a:picLocks noChangeAspect="1"/>
            </p:cNvPicPr>
            <p:nvPr/>
          </p:nvPicPr>
          <p:blipFill>
            <a:blip r:embed="rId2">
              <a:extLst/>
            </a:blip>
            <a:stretch>
              <a:fillRect/>
            </a:stretch>
          </p:blipFill>
          <p:spPr>
            <a:xfrm flipH="1">
              <a:off x="0" y="0"/>
              <a:ext cx="4711091" cy="4899136"/>
            </a:xfrm>
            <a:prstGeom prst="rect">
              <a:avLst/>
            </a:prstGeom>
            <a:ln w="12700" cap="flat">
              <a:noFill/>
              <a:miter lim="400000"/>
            </a:ln>
            <a:effectLst/>
          </p:spPr>
        </p:pic>
        <p:pic>
          <p:nvPicPr>
            <p:cNvPr id="2093" name="Google Shape;1951;p51" descr="Google Shape;1951;p51"/>
            <p:cNvPicPr>
              <a:picLocks noChangeAspect="1"/>
            </p:cNvPicPr>
            <p:nvPr/>
          </p:nvPicPr>
          <p:blipFill>
            <a:blip r:embed="rId3">
              <a:extLst/>
            </a:blip>
            <a:stretch>
              <a:fillRect/>
            </a:stretch>
          </p:blipFill>
          <p:spPr>
            <a:xfrm flipH="1">
              <a:off x="308383" y="5058317"/>
              <a:ext cx="87363" cy="88302"/>
            </a:xfrm>
            <a:prstGeom prst="rect">
              <a:avLst/>
            </a:prstGeom>
            <a:ln w="12700" cap="flat">
              <a:noFill/>
              <a:miter lim="400000"/>
            </a:ln>
            <a:effectLst/>
          </p:spPr>
        </p:pic>
        <p:sp>
          <p:nvSpPr>
            <p:cNvPr id="2094" name="Google Shape;1952;p51"/>
            <p:cNvSpPr/>
            <p:nvPr/>
          </p:nvSpPr>
          <p:spPr>
            <a:xfrm flipH="1">
              <a:off x="8902451" y="414078"/>
              <a:ext cx="219330" cy="219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193"/>
                  </a:moveTo>
                  <a:lnTo>
                    <a:pt x="21319" y="9913"/>
                  </a:lnTo>
                  <a:lnTo>
                    <a:pt x="11688" y="9913"/>
                  </a:lnTo>
                  <a:lnTo>
                    <a:pt x="11688" y="281"/>
                  </a:lnTo>
                  <a:lnTo>
                    <a:pt x="11314" y="0"/>
                  </a:lnTo>
                  <a:lnTo>
                    <a:pt x="10379" y="0"/>
                  </a:lnTo>
                  <a:lnTo>
                    <a:pt x="10098" y="281"/>
                  </a:lnTo>
                  <a:lnTo>
                    <a:pt x="10098" y="9913"/>
                  </a:lnTo>
                  <a:lnTo>
                    <a:pt x="372" y="9913"/>
                  </a:lnTo>
                  <a:lnTo>
                    <a:pt x="0" y="10286"/>
                  </a:lnTo>
                  <a:lnTo>
                    <a:pt x="0" y="11223"/>
                  </a:lnTo>
                  <a:lnTo>
                    <a:pt x="372" y="11502"/>
                  </a:lnTo>
                  <a:lnTo>
                    <a:pt x="10098" y="11502"/>
                  </a:lnTo>
                  <a:lnTo>
                    <a:pt x="10098" y="21227"/>
                  </a:lnTo>
                  <a:lnTo>
                    <a:pt x="10379" y="21600"/>
                  </a:lnTo>
                  <a:lnTo>
                    <a:pt x="11219" y="21600"/>
                  </a:lnTo>
                  <a:lnTo>
                    <a:pt x="11595" y="21227"/>
                  </a:lnTo>
                  <a:lnTo>
                    <a:pt x="11688" y="20760"/>
                  </a:lnTo>
                  <a:lnTo>
                    <a:pt x="11688" y="11502"/>
                  </a:lnTo>
                  <a:lnTo>
                    <a:pt x="21319" y="11502"/>
                  </a:lnTo>
                  <a:lnTo>
                    <a:pt x="21600" y="11223"/>
                  </a:lnTo>
                  <a:lnTo>
                    <a:pt x="21600" y="10193"/>
                  </a:lnTo>
                  <a:close/>
                </a:path>
              </a:pathLst>
            </a:custGeom>
            <a:solidFill>
              <a:srgbClr val="FFFFFF"/>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pic>
          <p:nvPicPr>
            <p:cNvPr id="2095" name="Google Shape;1953;p51" descr="Google Shape;1953;p51"/>
            <p:cNvPicPr>
              <a:picLocks noChangeAspect="1"/>
            </p:cNvPicPr>
            <p:nvPr/>
          </p:nvPicPr>
          <p:blipFill>
            <a:blip r:embed="rId4">
              <a:extLst/>
            </a:blip>
            <a:stretch>
              <a:fillRect/>
            </a:stretch>
          </p:blipFill>
          <p:spPr>
            <a:xfrm flipH="1">
              <a:off x="8760367" y="663238"/>
              <a:ext cx="154431" cy="165812"/>
            </a:xfrm>
            <a:prstGeom prst="rect">
              <a:avLst/>
            </a:prstGeom>
            <a:ln w="12700" cap="flat">
              <a:noFill/>
              <a:miter lim="400000"/>
            </a:ln>
            <a:effectLst/>
          </p:spPr>
        </p:pic>
        <p:pic>
          <p:nvPicPr>
            <p:cNvPr id="2096" name="Google Shape;1954;p51" descr="Google Shape;1954;p51"/>
            <p:cNvPicPr>
              <a:picLocks noChangeAspect="1"/>
            </p:cNvPicPr>
            <p:nvPr/>
          </p:nvPicPr>
          <p:blipFill>
            <a:blip r:embed="rId5">
              <a:extLst/>
            </a:blip>
            <a:stretch>
              <a:fillRect/>
            </a:stretch>
          </p:blipFill>
          <p:spPr>
            <a:xfrm flipH="1">
              <a:off x="8972508" y="4525444"/>
              <a:ext cx="71194" cy="71221"/>
            </a:xfrm>
            <a:prstGeom prst="rect">
              <a:avLst/>
            </a:prstGeom>
            <a:ln w="12700" cap="flat">
              <a:noFill/>
              <a:miter lim="400000"/>
            </a:ln>
            <a:effectLst/>
          </p:spPr>
        </p:pic>
        <p:pic>
          <p:nvPicPr>
            <p:cNvPr id="2097" name="Google Shape;1955;p51" descr="Google Shape;1955;p51"/>
            <p:cNvPicPr>
              <a:picLocks noChangeAspect="1"/>
            </p:cNvPicPr>
            <p:nvPr/>
          </p:nvPicPr>
          <p:blipFill>
            <a:blip r:embed="rId6">
              <a:extLst/>
            </a:blip>
            <a:stretch>
              <a:fillRect/>
            </a:stretch>
          </p:blipFill>
          <p:spPr>
            <a:xfrm flipH="1">
              <a:off x="8807294" y="4664072"/>
              <a:ext cx="88301" cy="88301"/>
            </a:xfrm>
            <a:prstGeom prst="rect">
              <a:avLst/>
            </a:prstGeom>
            <a:ln w="12700" cap="flat">
              <a:noFill/>
              <a:miter lim="400000"/>
            </a:ln>
            <a:effectLst/>
          </p:spPr>
        </p:pic>
        <p:grpSp>
          <p:nvGrpSpPr>
            <p:cNvPr id="2101" name="Google Shape;1956;p51"/>
            <p:cNvGrpSpPr/>
            <p:nvPr/>
          </p:nvGrpSpPr>
          <p:grpSpPr>
            <a:xfrm>
              <a:off x="5056785" y="4456983"/>
              <a:ext cx="628082" cy="601335"/>
              <a:chOff x="0" y="0"/>
              <a:chExt cx="628081" cy="601333"/>
            </a:xfrm>
          </p:grpSpPr>
          <p:sp>
            <p:nvSpPr>
              <p:cNvPr id="2098" name="Square"/>
              <p:cNvSpPr/>
              <p:nvPr/>
            </p:nvSpPr>
            <p:spPr>
              <a:xfrm flipH="1">
                <a:off x="540762" y="0"/>
                <a:ext cx="87320" cy="87320"/>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099" name="Shape"/>
              <p:cNvSpPr/>
              <p:nvPr/>
            </p:nvSpPr>
            <p:spPr>
              <a:xfrm flipH="1">
                <a:off x="209356" y="250092"/>
                <a:ext cx="355873" cy="351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100" name="Square"/>
              <p:cNvSpPr/>
              <p:nvPr/>
            </p:nvSpPr>
            <p:spPr>
              <a:xfrm flipH="1">
                <a:off x="0" y="144250"/>
                <a:ext cx="168631" cy="16864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grpSp>
      <p:sp>
        <p:nvSpPr>
          <p:cNvPr id="2103" name="Google Shape;1957;p51"/>
          <p:cNvSpPr txBox="1"/>
          <p:nvPr/>
        </p:nvSpPr>
        <p:spPr>
          <a:xfrm>
            <a:off x="545098" y="1357699"/>
            <a:ext cx="2883904" cy="4876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lvl1pPr indent="457200">
              <a:defRPr>
                <a:solidFill>
                  <a:srgbClr val="92F6FF"/>
                </a:solidFill>
              </a:defRPr>
            </a:lvl1pPr>
          </a:lstStyle>
          <a:p>
            <a:pPr/>
            <a:r>
              <a:t>  </a:t>
            </a:r>
          </a:p>
        </p:txBody>
      </p:sp>
      <p:sp>
        <p:nvSpPr>
          <p:cNvPr id="2104" name="Google Shape;1958;p51"/>
          <p:cNvSpPr txBox="1"/>
          <p:nvPr/>
        </p:nvSpPr>
        <p:spPr>
          <a:xfrm>
            <a:off x="142575" y="1639726"/>
            <a:ext cx="4833165" cy="2240249"/>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p>
            <a:pPr>
              <a:defRPr>
                <a:solidFill>
                  <a:srgbClr val="FFFFFF"/>
                </a:solidFill>
              </a:defRPr>
            </a:pPr>
            <a:r>
              <a:t>We have used Python3.11.2 with its amazing framework called “Django”.</a:t>
            </a:r>
          </a:p>
          <a:p>
            <a:pPr>
              <a:defRPr>
                <a:solidFill>
                  <a:srgbClr val="FFFFFF"/>
                </a:solidFill>
              </a:defRPr>
            </a:pPr>
            <a:r>
              <a:t>It provides all the functionality which helps the developer to create amazing websites.</a:t>
            </a:r>
          </a:p>
        </p:txBody>
      </p:sp>
      <p:pic>
        <p:nvPicPr>
          <p:cNvPr id="2105" name="Google Shape;1959;p51" descr="Google Shape;1959;p51"/>
          <p:cNvPicPr>
            <a:picLocks noChangeAspect="1"/>
          </p:cNvPicPr>
          <p:nvPr/>
        </p:nvPicPr>
        <p:blipFill>
          <a:blip r:embed="rId7">
            <a:extLst/>
          </a:blip>
          <a:stretch>
            <a:fillRect/>
          </a:stretch>
        </p:blipFill>
        <p:spPr>
          <a:xfrm>
            <a:off x="5003472" y="1191747"/>
            <a:ext cx="3527664" cy="3267976"/>
          </a:xfrm>
          <a:prstGeom prst="rect">
            <a:avLst/>
          </a:prstGeom>
          <a:ln w="12700">
            <a:miter lim="400000"/>
          </a:ln>
        </p:spPr>
      </p:pic>
      <p:sp>
        <p:nvSpPr>
          <p:cNvPr id="2106" name="Google Shape;1960;p51"/>
          <p:cNvSpPr/>
          <p:nvPr/>
        </p:nvSpPr>
        <p:spPr>
          <a:xfrm>
            <a:off x="5139690" y="1133849"/>
            <a:ext cx="3606801" cy="31998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18" y="21600"/>
                </a:moveTo>
                <a:lnTo>
                  <a:pt x="1282" y="21600"/>
                </a:lnTo>
                <a:lnTo>
                  <a:pt x="1024" y="21565"/>
                </a:lnTo>
                <a:lnTo>
                  <a:pt x="783" y="21463"/>
                </a:lnTo>
                <a:lnTo>
                  <a:pt x="565" y="21303"/>
                </a:lnTo>
                <a:lnTo>
                  <a:pt x="376" y="21091"/>
                </a:lnTo>
                <a:lnTo>
                  <a:pt x="219" y="20834"/>
                </a:lnTo>
                <a:lnTo>
                  <a:pt x="101" y="20538"/>
                </a:lnTo>
                <a:lnTo>
                  <a:pt x="26" y="20212"/>
                </a:lnTo>
                <a:lnTo>
                  <a:pt x="0" y="19862"/>
                </a:lnTo>
                <a:lnTo>
                  <a:pt x="0" y="1738"/>
                </a:lnTo>
                <a:lnTo>
                  <a:pt x="26" y="1388"/>
                </a:lnTo>
                <a:lnTo>
                  <a:pt x="101" y="1062"/>
                </a:lnTo>
                <a:lnTo>
                  <a:pt x="219" y="766"/>
                </a:lnTo>
                <a:lnTo>
                  <a:pt x="376" y="509"/>
                </a:lnTo>
                <a:lnTo>
                  <a:pt x="565" y="297"/>
                </a:lnTo>
                <a:lnTo>
                  <a:pt x="783" y="137"/>
                </a:lnTo>
                <a:lnTo>
                  <a:pt x="1024" y="35"/>
                </a:lnTo>
                <a:lnTo>
                  <a:pt x="1282" y="0"/>
                </a:lnTo>
                <a:lnTo>
                  <a:pt x="20318" y="0"/>
                </a:lnTo>
                <a:lnTo>
                  <a:pt x="20569" y="34"/>
                </a:lnTo>
                <a:lnTo>
                  <a:pt x="20808" y="132"/>
                </a:lnTo>
                <a:lnTo>
                  <a:pt x="21029" y="292"/>
                </a:lnTo>
                <a:lnTo>
                  <a:pt x="21224" y="509"/>
                </a:lnTo>
                <a:lnTo>
                  <a:pt x="21385" y="774"/>
                </a:lnTo>
                <a:lnTo>
                  <a:pt x="21502" y="1073"/>
                </a:lnTo>
                <a:lnTo>
                  <a:pt x="21575" y="1397"/>
                </a:lnTo>
                <a:lnTo>
                  <a:pt x="21600" y="1738"/>
                </a:lnTo>
                <a:lnTo>
                  <a:pt x="21600" y="19862"/>
                </a:lnTo>
                <a:lnTo>
                  <a:pt x="21574" y="20212"/>
                </a:lnTo>
                <a:lnTo>
                  <a:pt x="21499" y="20538"/>
                </a:lnTo>
                <a:lnTo>
                  <a:pt x="21381" y="20834"/>
                </a:lnTo>
                <a:lnTo>
                  <a:pt x="21224" y="21091"/>
                </a:lnTo>
                <a:lnTo>
                  <a:pt x="21035" y="21303"/>
                </a:lnTo>
                <a:lnTo>
                  <a:pt x="20817" y="21463"/>
                </a:lnTo>
                <a:lnTo>
                  <a:pt x="20576" y="21565"/>
                </a:lnTo>
                <a:lnTo>
                  <a:pt x="20318" y="21600"/>
                </a:lnTo>
                <a:close/>
              </a:path>
            </a:pathLst>
          </a:custGeom>
          <a:solidFill>
            <a:srgbClr val="3E3ED8"/>
          </a:solidFill>
          <a:ln w="12700">
            <a:miter lim="400000"/>
          </a:ln>
        </p:spPr>
        <p:txBody>
          <a:bodyPr lIns="45718" tIns="45718" rIns="45718" bIns="45718"/>
          <a:lstStyle/>
          <a:p>
            <a:pPr>
              <a:lnSpc>
                <a:spcPct val="100000"/>
              </a:lnSpc>
              <a:defRPr b="0" sz="1800">
                <a:solidFill>
                  <a:srgbClr val="000000"/>
                </a:solidFill>
                <a:latin typeface="+mn-lt"/>
                <a:ea typeface="+mn-ea"/>
                <a:cs typeface="+mn-cs"/>
                <a:sym typeface="Arial"/>
              </a:defRPr>
            </a:pPr>
          </a:p>
        </p:txBody>
      </p:sp>
      <p:sp>
        <p:nvSpPr>
          <p:cNvPr id="2107" name="Google Shape;1961;p51"/>
          <p:cNvSpPr txBox="1"/>
          <p:nvPr/>
        </p:nvSpPr>
        <p:spPr>
          <a:xfrm>
            <a:off x="5004523" y="1119834"/>
            <a:ext cx="3826335" cy="3054954"/>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spAutoFit/>
          </a:bodyPr>
          <a:lstStyle/>
          <a:p>
            <a:pPr>
              <a:defRPr sz="1600"/>
            </a:pPr>
            <a:r>
              <a:t>     About Django framework</a:t>
            </a:r>
          </a:p>
          <a:p>
            <a:pPr marL="593271" indent="-453571">
              <a:buClr>
                <a:srgbClr val="FFFFFF"/>
              </a:buClr>
              <a:buSzPts val="1500"/>
              <a:buFont typeface="Helvetica Neue"/>
              <a:buChar char="❖"/>
              <a:defRPr sz="1500">
                <a:solidFill>
                  <a:srgbClr val="FFFFFF"/>
                </a:solidFill>
              </a:defRPr>
            </a:pPr>
            <a:r>
              <a:t>Django is a high-level Python web framework that enables rapid development of secure and maintainable websites. Built by experienced developers, Django takes care of much of the hassle of web development, so you can focus on writing your app without needing to reinvent the wheel</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9" name="Slide Number"/>
          <p:cNvSpPr txBox="1"/>
          <p:nvPr>
            <p:ph type="sldNum" sz="quarter" idx="4294967295"/>
          </p:nvPr>
        </p:nvSpPr>
        <p:spPr>
          <a:xfrm>
            <a:off x="8419706" y="4783454"/>
            <a:ext cx="266974" cy="259222"/>
          </a:xfrm>
          <a:prstGeom prst="rect">
            <a:avLst/>
          </a:prstGeom>
          <a:extLst>
            <a:ext uri="{C572A759-6A51-4108-AA02-DFA0A04FC94B}">
              <ma14:wrappingTextBoxFlag xmlns:ma14="http://schemas.microsoft.com/office/mac/drawingml/2011/main" val="1"/>
            </a:ext>
          </a:extLst>
        </p:spPr>
        <p:txBody>
          <a:bodyPr lIns="0" tIns="0" rIns="0" bIns="0" anchor="t"/>
          <a:lstStyle>
            <a:lvl1pPr>
              <a:defRPr sz="1800">
                <a:solidFill>
                  <a:srgbClr val="888888"/>
                </a:solidFill>
              </a:defRPr>
            </a:lvl1pPr>
          </a:lstStyle>
          <a:p>
            <a:pPr/>
            <a:fld id="{86CB4B4D-7CA3-9044-876B-883B54F8677D}" type="slidenum"/>
          </a:p>
        </p:txBody>
      </p:sp>
      <p:sp>
        <p:nvSpPr>
          <p:cNvPr id="2110" name="Future"/>
          <p:cNvSpPr txBox="1"/>
          <p:nvPr>
            <p:ph type="title"/>
          </p:nvPr>
        </p:nvSpPr>
        <p:spPr>
          <a:xfrm>
            <a:off x="2468098" y="377825"/>
            <a:ext cx="4207804" cy="505501"/>
          </a:xfrm>
          <a:prstGeom prst="rect">
            <a:avLst/>
          </a:prstGeom>
        </p:spPr>
        <p:txBody>
          <a:bodyPr/>
          <a:lstStyle>
            <a:lvl1pPr indent="12700" algn="ctr"/>
          </a:lstStyle>
          <a:p>
            <a:pPr/>
            <a:r>
              <a:t>Future</a:t>
            </a:r>
          </a:p>
        </p:txBody>
      </p:sp>
      <p:pic>
        <p:nvPicPr>
          <p:cNvPr id="2111" name="Google Shape;1953;p51" descr="Google Shape;1953;p51"/>
          <p:cNvPicPr>
            <a:picLocks noChangeAspect="1"/>
          </p:cNvPicPr>
          <p:nvPr/>
        </p:nvPicPr>
        <p:blipFill>
          <a:blip r:embed="rId2">
            <a:extLst/>
          </a:blip>
          <a:stretch>
            <a:fillRect/>
          </a:stretch>
        </p:blipFill>
        <p:spPr>
          <a:xfrm>
            <a:off x="495259" y="646589"/>
            <a:ext cx="149770" cy="160808"/>
          </a:xfrm>
          <a:prstGeom prst="rect">
            <a:avLst/>
          </a:prstGeom>
          <a:ln w="12700">
            <a:miter lim="400000"/>
          </a:ln>
        </p:spPr>
      </p:pic>
      <p:grpSp>
        <p:nvGrpSpPr>
          <p:cNvPr id="2115" name="Google Shape;1887;p47"/>
          <p:cNvGrpSpPr/>
          <p:nvPr/>
        </p:nvGrpSpPr>
        <p:grpSpPr>
          <a:xfrm>
            <a:off x="6382058" y="1875152"/>
            <a:ext cx="1560515" cy="1620882"/>
            <a:chOff x="0" y="0"/>
            <a:chExt cx="1560514" cy="1620881"/>
          </a:xfrm>
        </p:grpSpPr>
        <p:sp>
          <p:nvSpPr>
            <p:cNvPr id="2112" name="Google Shape;1888;p47"/>
            <p:cNvSpPr/>
            <p:nvPr/>
          </p:nvSpPr>
          <p:spPr>
            <a:xfrm>
              <a:off x="613563" y="-1"/>
              <a:ext cx="946952" cy="982670"/>
            </a:xfrm>
            <a:custGeom>
              <a:avLst/>
              <a:gdLst/>
              <a:ahLst/>
              <a:cxnLst>
                <a:cxn ang="0">
                  <a:pos x="wd2" y="hd2"/>
                </a:cxn>
                <a:cxn ang="5400000">
                  <a:pos x="wd2" y="hd2"/>
                </a:cxn>
                <a:cxn ang="10800000">
                  <a:pos x="wd2" y="hd2"/>
                </a:cxn>
                <a:cxn ang="16200000">
                  <a:pos x="wd2" y="hd2"/>
                </a:cxn>
              </a:cxnLst>
              <a:rect l="0" t="0" r="r" b="b"/>
              <a:pathLst>
                <a:path w="21178" h="21600" fill="norm" stroke="1" extrusionOk="0">
                  <a:moveTo>
                    <a:pt x="16591" y="0"/>
                  </a:moveTo>
                  <a:cubicBezTo>
                    <a:pt x="16319" y="0"/>
                    <a:pt x="16040" y="104"/>
                    <a:pt x="15806" y="342"/>
                  </a:cubicBezTo>
                  <a:lnTo>
                    <a:pt x="11291" y="4928"/>
                  </a:lnTo>
                  <a:cubicBezTo>
                    <a:pt x="11117" y="5191"/>
                    <a:pt x="10943" y="5368"/>
                    <a:pt x="10943" y="5634"/>
                  </a:cubicBezTo>
                  <a:lnTo>
                    <a:pt x="10422" y="9252"/>
                  </a:lnTo>
                  <a:lnTo>
                    <a:pt x="4777" y="14983"/>
                  </a:lnTo>
                  <a:cubicBezTo>
                    <a:pt x="4342" y="14807"/>
                    <a:pt x="3821" y="14631"/>
                    <a:pt x="3388" y="14631"/>
                  </a:cubicBezTo>
                  <a:cubicBezTo>
                    <a:pt x="1477" y="14631"/>
                    <a:pt x="0" y="16221"/>
                    <a:pt x="0" y="18161"/>
                  </a:cubicBezTo>
                  <a:cubicBezTo>
                    <a:pt x="0" y="20189"/>
                    <a:pt x="1477" y="21600"/>
                    <a:pt x="3388" y="21600"/>
                  </a:cubicBezTo>
                  <a:cubicBezTo>
                    <a:pt x="5210" y="21600"/>
                    <a:pt x="6773" y="20102"/>
                    <a:pt x="6773" y="18161"/>
                  </a:cubicBezTo>
                  <a:cubicBezTo>
                    <a:pt x="6773" y="17632"/>
                    <a:pt x="6599" y="17190"/>
                    <a:pt x="6425" y="16750"/>
                  </a:cubicBezTo>
                  <a:lnTo>
                    <a:pt x="12071" y="11016"/>
                  </a:lnTo>
                  <a:lnTo>
                    <a:pt x="15632" y="10486"/>
                  </a:lnTo>
                  <a:cubicBezTo>
                    <a:pt x="15806" y="10486"/>
                    <a:pt x="16065" y="10397"/>
                    <a:pt x="16327" y="10134"/>
                  </a:cubicBezTo>
                  <a:lnTo>
                    <a:pt x="20842" y="5544"/>
                  </a:lnTo>
                  <a:cubicBezTo>
                    <a:pt x="21600" y="4777"/>
                    <a:pt x="20972" y="3511"/>
                    <a:pt x="19985" y="3511"/>
                  </a:cubicBezTo>
                  <a:cubicBezTo>
                    <a:pt x="19954" y="3511"/>
                    <a:pt x="19921" y="3514"/>
                    <a:pt x="19888" y="3517"/>
                  </a:cubicBezTo>
                  <a:lnTo>
                    <a:pt x="17369" y="3870"/>
                  </a:lnTo>
                  <a:lnTo>
                    <a:pt x="17716" y="1310"/>
                  </a:lnTo>
                  <a:cubicBezTo>
                    <a:pt x="17837" y="568"/>
                    <a:pt x="17234" y="0"/>
                    <a:pt x="16591"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13" name="Google Shape;1889;p47"/>
            <p:cNvSpPr/>
            <p:nvPr/>
          </p:nvSpPr>
          <p:spPr>
            <a:xfrm>
              <a:off x="299016" y="356685"/>
              <a:ext cx="920349" cy="9471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55" y="0"/>
                  </a:moveTo>
                  <a:cubicBezTo>
                    <a:pt x="4831" y="0"/>
                    <a:pt x="0" y="4849"/>
                    <a:pt x="0" y="10892"/>
                  </a:cubicBezTo>
                  <a:cubicBezTo>
                    <a:pt x="0" y="16838"/>
                    <a:pt x="4738" y="21600"/>
                    <a:pt x="10755" y="21600"/>
                  </a:cubicBezTo>
                  <a:cubicBezTo>
                    <a:pt x="16677" y="21600"/>
                    <a:pt x="21600" y="16838"/>
                    <a:pt x="21600" y="10892"/>
                  </a:cubicBezTo>
                  <a:cubicBezTo>
                    <a:pt x="21600" y="9151"/>
                    <a:pt x="21236" y="7687"/>
                    <a:pt x="20596" y="6223"/>
                  </a:cubicBezTo>
                  <a:lnTo>
                    <a:pt x="16859" y="9976"/>
                  </a:lnTo>
                  <a:cubicBezTo>
                    <a:pt x="16859" y="10159"/>
                    <a:pt x="16951" y="10525"/>
                    <a:pt x="16951" y="10799"/>
                  </a:cubicBezTo>
                  <a:cubicBezTo>
                    <a:pt x="16951" y="14093"/>
                    <a:pt x="14218" y="16838"/>
                    <a:pt x="10937" y="16838"/>
                  </a:cubicBezTo>
                  <a:cubicBezTo>
                    <a:pt x="7564" y="16838"/>
                    <a:pt x="4831" y="14093"/>
                    <a:pt x="4831" y="10799"/>
                  </a:cubicBezTo>
                  <a:cubicBezTo>
                    <a:pt x="5013" y="7411"/>
                    <a:pt x="7564" y="4666"/>
                    <a:pt x="10937" y="4666"/>
                  </a:cubicBezTo>
                  <a:cubicBezTo>
                    <a:pt x="11209" y="4666"/>
                    <a:pt x="11484" y="4666"/>
                    <a:pt x="11666" y="4849"/>
                  </a:cubicBezTo>
                  <a:lnTo>
                    <a:pt x="15493" y="1005"/>
                  </a:lnTo>
                  <a:cubicBezTo>
                    <a:pt x="14125" y="366"/>
                    <a:pt x="12485" y="0"/>
                    <a:pt x="10755"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14" name="Google Shape;1890;p47"/>
            <p:cNvSpPr/>
            <p:nvPr/>
          </p:nvSpPr>
          <p:spPr>
            <a:xfrm>
              <a:off x="-1" y="35540"/>
              <a:ext cx="1533912" cy="15853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2" y="0"/>
                  </a:moveTo>
                  <a:cubicBezTo>
                    <a:pt x="4813" y="0"/>
                    <a:pt x="0" y="4867"/>
                    <a:pt x="0" y="10827"/>
                  </a:cubicBezTo>
                  <a:cubicBezTo>
                    <a:pt x="0" y="16733"/>
                    <a:pt x="4867" y="21600"/>
                    <a:pt x="10827" y="21600"/>
                  </a:cubicBezTo>
                  <a:cubicBezTo>
                    <a:pt x="16787" y="21600"/>
                    <a:pt x="21600" y="16733"/>
                    <a:pt x="21600" y="10827"/>
                  </a:cubicBezTo>
                  <a:cubicBezTo>
                    <a:pt x="21600" y="9242"/>
                    <a:pt x="21272" y="7656"/>
                    <a:pt x="20616" y="6234"/>
                  </a:cubicBezTo>
                  <a:lnTo>
                    <a:pt x="20069" y="6781"/>
                  </a:lnTo>
                  <a:cubicBezTo>
                    <a:pt x="19686" y="7109"/>
                    <a:pt x="19302" y="7328"/>
                    <a:pt x="18811" y="7382"/>
                  </a:cubicBezTo>
                  <a:lnTo>
                    <a:pt x="18045" y="7547"/>
                  </a:lnTo>
                  <a:cubicBezTo>
                    <a:pt x="18537" y="8531"/>
                    <a:pt x="18755" y="9624"/>
                    <a:pt x="18755" y="10827"/>
                  </a:cubicBezTo>
                  <a:cubicBezTo>
                    <a:pt x="18755" y="15202"/>
                    <a:pt x="15202" y="18646"/>
                    <a:pt x="10882" y="18646"/>
                  </a:cubicBezTo>
                  <a:cubicBezTo>
                    <a:pt x="6562" y="18646"/>
                    <a:pt x="3008" y="15093"/>
                    <a:pt x="3008" y="10827"/>
                  </a:cubicBezTo>
                  <a:cubicBezTo>
                    <a:pt x="3008" y="6453"/>
                    <a:pt x="6562" y="2899"/>
                    <a:pt x="10882" y="2899"/>
                  </a:cubicBezTo>
                  <a:cubicBezTo>
                    <a:pt x="12030" y="2899"/>
                    <a:pt x="13123" y="3117"/>
                    <a:pt x="14163" y="3555"/>
                  </a:cubicBezTo>
                  <a:lnTo>
                    <a:pt x="14326" y="2789"/>
                  </a:lnTo>
                  <a:cubicBezTo>
                    <a:pt x="14381" y="2352"/>
                    <a:pt x="14600" y="1914"/>
                    <a:pt x="14928" y="1586"/>
                  </a:cubicBezTo>
                  <a:lnTo>
                    <a:pt x="15475" y="1040"/>
                  </a:lnTo>
                  <a:cubicBezTo>
                    <a:pt x="14053" y="328"/>
                    <a:pt x="12523" y="0"/>
                    <a:pt x="10882"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2116" name="Google Shape;1966;p52"/>
          <p:cNvSpPr/>
          <p:nvPr/>
        </p:nvSpPr>
        <p:spPr>
          <a:xfrm>
            <a:off x="5248850" y="1282500"/>
            <a:ext cx="2783402" cy="2578500"/>
          </a:xfrm>
          <a:prstGeom prst="roundRect">
            <a:avLst>
              <a:gd name="adj" fmla="val 8047"/>
            </a:avLst>
          </a:prstGeom>
          <a:solidFill>
            <a:srgbClr val="3333B8"/>
          </a:solidFill>
          <a:ln w="12700">
            <a:miter lim="400000"/>
          </a:ln>
          <a:effectLst>
            <a:outerShdw sx="100000" sy="100000" kx="0" ky="0" algn="b" rotWithShape="0" blurRad="0" dist="161925" dir="7860000">
              <a:schemeClr val="accent5"/>
            </a:outerShdw>
          </a:effectLst>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pic>
        <p:nvPicPr>
          <p:cNvPr id="2117" name="Google Shape;1967;p52" descr="Google Shape;1967;p52"/>
          <p:cNvPicPr>
            <a:picLocks noChangeAspect="1"/>
          </p:cNvPicPr>
          <p:nvPr/>
        </p:nvPicPr>
        <p:blipFill>
          <a:blip r:embed="rId3">
            <a:extLst/>
          </a:blip>
          <a:srcRect l="8848" t="1950" r="30712" b="4"/>
          <a:stretch>
            <a:fillRect/>
          </a:stretch>
        </p:blipFill>
        <p:spPr>
          <a:xfrm flipH="1">
            <a:off x="5255258" y="1234967"/>
            <a:ext cx="2770585" cy="25280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7" y="0"/>
                </a:moveTo>
                <a:cubicBezTo>
                  <a:pt x="710" y="0"/>
                  <a:pt x="0" y="779"/>
                  <a:pt x="0" y="1740"/>
                </a:cubicBezTo>
                <a:lnTo>
                  <a:pt x="0" y="20291"/>
                </a:lnTo>
                <a:cubicBezTo>
                  <a:pt x="0" y="20816"/>
                  <a:pt x="215" y="21281"/>
                  <a:pt x="551" y="21600"/>
                </a:cubicBezTo>
                <a:lnTo>
                  <a:pt x="21046" y="21600"/>
                </a:lnTo>
                <a:cubicBezTo>
                  <a:pt x="21382" y="21281"/>
                  <a:pt x="21600" y="20816"/>
                  <a:pt x="21600" y="20291"/>
                </a:cubicBezTo>
                <a:lnTo>
                  <a:pt x="21600" y="1740"/>
                </a:lnTo>
                <a:cubicBezTo>
                  <a:pt x="21600" y="779"/>
                  <a:pt x="20890" y="0"/>
                  <a:pt x="20013" y="0"/>
                </a:cubicBezTo>
                <a:lnTo>
                  <a:pt x="1587" y="0"/>
                </a:lnTo>
                <a:close/>
              </a:path>
            </a:pathLst>
          </a:custGeom>
          <a:ln w="12700">
            <a:miter lim="400000"/>
          </a:ln>
        </p:spPr>
      </p:pic>
      <p:sp>
        <p:nvSpPr>
          <p:cNvPr id="2118" name="Google Shape;1970;p52"/>
          <p:cNvSpPr/>
          <p:nvPr/>
        </p:nvSpPr>
        <p:spPr>
          <a:xfrm>
            <a:off x="6107393" y="2044599"/>
            <a:ext cx="462361" cy="4623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2123" name="Google Shape;1971;p52"/>
          <p:cNvGrpSpPr/>
          <p:nvPr/>
        </p:nvGrpSpPr>
        <p:grpSpPr>
          <a:xfrm>
            <a:off x="5459112" y="1399762"/>
            <a:ext cx="609542" cy="583576"/>
            <a:chOff x="0" y="0"/>
            <a:chExt cx="609541" cy="583575"/>
          </a:xfrm>
        </p:grpSpPr>
        <p:sp>
          <p:nvSpPr>
            <p:cNvPr id="2119" name="Google Shape;1972;p52"/>
            <p:cNvSpPr/>
            <p:nvPr/>
          </p:nvSpPr>
          <p:spPr>
            <a:xfrm>
              <a:off x="61001" y="242710"/>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20" name="Google Shape;1973;p52"/>
            <p:cNvSpPr/>
            <p:nvPr/>
          </p:nvSpPr>
          <p:spPr>
            <a:xfrm>
              <a:off x="230298" y="407504"/>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21" name="Google Shape;1974;p52"/>
            <p:cNvSpPr/>
            <p:nvPr/>
          </p:nvSpPr>
          <p:spPr>
            <a:xfrm>
              <a:off x="445880" y="139988"/>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22" name="Google Shape;1975;p52"/>
            <p:cNvSpPr/>
            <p:nvPr/>
          </p:nvSpPr>
          <p:spPr>
            <a:xfrm>
              <a:off x="0" y="0"/>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sp>
        <p:nvSpPr>
          <p:cNvPr id="2124" name="We are planning to add a hassle free management for all the attendance work a teacher has to suffer with."/>
          <p:cNvSpPr txBox="1"/>
          <p:nvPr>
            <p:ph type="body" sz="quarter" idx="1"/>
          </p:nvPr>
        </p:nvSpPr>
        <p:spPr>
          <a:xfrm>
            <a:off x="1309777" y="2325775"/>
            <a:ext cx="3267900" cy="1018502"/>
          </a:xfrm>
          <a:prstGeom prst="rect">
            <a:avLst/>
          </a:prstGeom>
        </p:spPr>
        <p:txBody>
          <a:bodyPr lIns="91423" tIns="91423" rIns="91423" bIns="91423" anchor="ctr"/>
          <a:lstStyle>
            <a:lvl1pPr indent="0" algn="r">
              <a:defRPr>
                <a:latin typeface="Archivo Light"/>
                <a:ea typeface="Archivo Light"/>
                <a:cs typeface="Archivo Light"/>
                <a:sym typeface="Archivo Light"/>
              </a:defRPr>
            </a:lvl1pPr>
          </a:lstStyle>
          <a:p>
            <a:pPr/>
            <a:r>
              <a:t>We are planning to add a hassle free management for all the attendance work a teacher has to suffer with.</a:t>
            </a:r>
          </a:p>
        </p:txBody>
      </p:sp>
      <p:grpSp>
        <p:nvGrpSpPr>
          <p:cNvPr id="2135" name="Google Shape;1949;p51"/>
          <p:cNvGrpSpPr/>
          <p:nvPr/>
        </p:nvGrpSpPr>
        <p:grpSpPr>
          <a:xfrm>
            <a:off x="19237" y="3367"/>
            <a:ext cx="9121781" cy="5146619"/>
            <a:chOff x="0" y="0"/>
            <a:chExt cx="9121780" cy="5146618"/>
          </a:xfrm>
        </p:grpSpPr>
        <p:pic>
          <p:nvPicPr>
            <p:cNvPr id="2125" name="Google Shape;1950;p51" descr="Google Shape;1950;p51"/>
            <p:cNvPicPr>
              <a:picLocks noChangeAspect="1"/>
            </p:cNvPicPr>
            <p:nvPr/>
          </p:nvPicPr>
          <p:blipFill>
            <a:blip r:embed="rId4">
              <a:extLst/>
            </a:blip>
            <a:stretch>
              <a:fillRect/>
            </a:stretch>
          </p:blipFill>
          <p:spPr>
            <a:xfrm flipH="1">
              <a:off x="0" y="0"/>
              <a:ext cx="4711091" cy="4899136"/>
            </a:xfrm>
            <a:prstGeom prst="rect">
              <a:avLst/>
            </a:prstGeom>
            <a:ln w="12700" cap="flat">
              <a:noFill/>
              <a:miter lim="400000"/>
            </a:ln>
            <a:effectLst/>
          </p:spPr>
        </p:pic>
        <p:pic>
          <p:nvPicPr>
            <p:cNvPr id="2126" name="Google Shape;1951;p51" descr="Google Shape;1951;p51"/>
            <p:cNvPicPr>
              <a:picLocks noChangeAspect="1"/>
            </p:cNvPicPr>
            <p:nvPr/>
          </p:nvPicPr>
          <p:blipFill>
            <a:blip r:embed="rId5">
              <a:extLst/>
            </a:blip>
            <a:stretch>
              <a:fillRect/>
            </a:stretch>
          </p:blipFill>
          <p:spPr>
            <a:xfrm flipH="1">
              <a:off x="308383" y="5058317"/>
              <a:ext cx="87363" cy="88302"/>
            </a:xfrm>
            <a:prstGeom prst="rect">
              <a:avLst/>
            </a:prstGeom>
            <a:ln w="12700" cap="flat">
              <a:noFill/>
              <a:miter lim="400000"/>
            </a:ln>
            <a:effectLst/>
          </p:spPr>
        </p:pic>
        <p:sp>
          <p:nvSpPr>
            <p:cNvPr id="2127" name="Google Shape;1952;p51"/>
            <p:cNvSpPr/>
            <p:nvPr/>
          </p:nvSpPr>
          <p:spPr>
            <a:xfrm flipH="1">
              <a:off x="8902451" y="414078"/>
              <a:ext cx="219330" cy="219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193"/>
                  </a:moveTo>
                  <a:lnTo>
                    <a:pt x="21319" y="9913"/>
                  </a:lnTo>
                  <a:lnTo>
                    <a:pt x="11688" y="9913"/>
                  </a:lnTo>
                  <a:lnTo>
                    <a:pt x="11688" y="281"/>
                  </a:lnTo>
                  <a:lnTo>
                    <a:pt x="11314" y="0"/>
                  </a:lnTo>
                  <a:lnTo>
                    <a:pt x="10379" y="0"/>
                  </a:lnTo>
                  <a:lnTo>
                    <a:pt x="10098" y="281"/>
                  </a:lnTo>
                  <a:lnTo>
                    <a:pt x="10098" y="9913"/>
                  </a:lnTo>
                  <a:lnTo>
                    <a:pt x="372" y="9913"/>
                  </a:lnTo>
                  <a:lnTo>
                    <a:pt x="0" y="10286"/>
                  </a:lnTo>
                  <a:lnTo>
                    <a:pt x="0" y="11223"/>
                  </a:lnTo>
                  <a:lnTo>
                    <a:pt x="372" y="11502"/>
                  </a:lnTo>
                  <a:lnTo>
                    <a:pt x="10098" y="11502"/>
                  </a:lnTo>
                  <a:lnTo>
                    <a:pt x="10098" y="21227"/>
                  </a:lnTo>
                  <a:lnTo>
                    <a:pt x="10379" y="21600"/>
                  </a:lnTo>
                  <a:lnTo>
                    <a:pt x="11219" y="21600"/>
                  </a:lnTo>
                  <a:lnTo>
                    <a:pt x="11595" y="21227"/>
                  </a:lnTo>
                  <a:lnTo>
                    <a:pt x="11688" y="20760"/>
                  </a:lnTo>
                  <a:lnTo>
                    <a:pt x="11688" y="11502"/>
                  </a:lnTo>
                  <a:lnTo>
                    <a:pt x="21319" y="11502"/>
                  </a:lnTo>
                  <a:lnTo>
                    <a:pt x="21600" y="11223"/>
                  </a:lnTo>
                  <a:lnTo>
                    <a:pt x="21600" y="10193"/>
                  </a:lnTo>
                  <a:close/>
                </a:path>
              </a:pathLst>
            </a:custGeom>
            <a:solidFill>
              <a:srgbClr val="FFFFFF"/>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pic>
          <p:nvPicPr>
            <p:cNvPr id="2128" name="Google Shape;1953;p51" descr="Google Shape;1953;p51"/>
            <p:cNvPicPr>
              <a:picLocks noChangeAspect="1"/>
            </p:cNvPicPr>
            <p:nvPr/>
          </p:nvPicPr>
          <p:blipFill>
            <a:blip r:embed="rId2">
              <a:extLst/>
            </a:blip>
            <a:stretch>
              <a:fillRect/>
            </a:stretch>
          </p:blipFill>
          <p:spPr>
            <a:xfrm flipH="1">
              <a:off x="8760367" y="663238"/>
              <a:ext cx="154431" cy="165812"/>
            </a:xfrm>
            <a:prstGeom prst="rect">
              <a:avLst/>
            </a:prstGeom>
            <a:ln w="12700" cap="flat">
              <a:noFill/>
              <a:miter lim="400000"/>
            </a:ln>
            <a:effectLst/>
          </p:spPr>
        </p:pic>
        <p:pic>
          <p:nvPicPr>
            <p:cNvPr id="2129" name="Google Shape;1954;p51" descr="Google Shape;1954;p51"/>
            <p:cNvPicPr>
              <a:picLocks noChangeAspect="1"/>
            </p:cNvPicPr>
            <p:nvPr/>
          </p:nvPicPr>
          <p:blipFill>
            <a:blip r:embed="rId6">
              <a:extLst/>
            </a:blip>
            <a:stretch>
              <a:fillRect/>
            </a:stretch>
          </p:blipFill>
          <p:spPr>
            <a:xfrm flipH="1">
              <a:off x="8972508" y="4525444"/>
              <a:ext cx="71194" cy="71221"/>
            </a:xfrm>
            <a:prstGeom prst="rect">
              <a:avLst/>
            </a:prstGeom>
            <a:ln w="12700" cap="flat">
              <a:noFill/>
              <a:miter lim="400000"/>
            </a:ln>
            <a:effectLst/>
          </p:spPr>
        </p:pic>
        <p:pic>
          <p:nvPicPr>
            <p:cNvPr id="2130" name="Google Shape;1955;p51" descr="Google Shape;1955;p51"/>
            <p:cNvPicPr>
              <a:picLocks noChangeAspect="1"/>
            </p:cNvPicPr>
            <p:nvPr/>
          </p:nvPicPr>
          <p:blipFill>
            <a:blip r:embed="rId7">
              <a:extLst/>
            </a:blip>
            <a:stretch>
              <a:fillRect/>
            </a:stretch>
          </p:blipFill>
          <p:spPr>
            <a:xfrm flipH="1">
              <a:off x="8807294" y="4664072"/>
              <a:ext cx="88301" cy="88301"/>
            </a:xfrm>
            <a:prstGeom prst="rect">
              <a:avLst/>
            </a:prstGeom>
            <a:ln w="12700" cap="flat">
              <a:noFill/>
              <a:miter lim="400000"/>
            </a:ln>
            <a:effectLst/>
          </p:spPr>
        </p:pic>
        <p:grpSp>
          <p:nvGrpSpPr>
            <p:cNvPr id="2134" name="Google Shape;1956;p51"/>
            <p:cNvGrpSpPr/>
            <p:nvPr/>
          </p:nvGrpSpPr>
          <p:grpSpPr>
            <a:xfrm>
              <a:off x="5056785" y="4456983"/>
              <a:ext cx="628082" cy="601335"/>
              <a:chOff x="0" y="0"/>
              <a:chExt cx="628081" cy="601333"/>
            </a:xfrm>
          </p:grpSpPr>
          <p:sp>
            <p:nvSpPr>
              <p:cNvPr id="2131" name="Square"/>
              <p:cNvSpPr/>
              <p:nvPr/>
            </p:nvSpPr>
            <p:spPr>
              <a:xfrm flipH="1">
                <a:off x="540762" y="0"/>
                <a:ext cx="87320" cy="87320"/>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132" name="Shape"/>
              <p:cNvSpPr/>
              <p:nvPr/>
            </p:nvSpPr>
            <p:spPr>
              <a:xfrm flipH="1">
                <a:off x="209356" y="250092"/>
                <a:ext cx="355873" cy="351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133" name="Square"/>
              <p:cNvSpPr/>
              <p:nvPr/>
            </p:nvSpPr>
            <p:spPr>
              <a:xfrm flipH="1">
                <a:off x="0" y="144250"/>
                <a:ext cx="168631" cy="16864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7" name="Slide Number"/>
          <p:cNvSpPr txBox="1"/>
          <p:nvPr>
            <p:ph type="sldNum" sz="quarter" idx="4294967295"/>
          </p:nvPr>
        </p:nvSpPr>
        <p:spPr>
          <a:xfrm>
            <a:off x="8419706" y="4783454"/>
            <a:ext cx="266974" cy="259222"/>
          </a:xfrm>
          <a:prstGeom prst="rect">
            <a:avLst/>
          </a:prstGeom>
          <a:extLst>
            <a:ext uri="{C572A759-6A51-4108-AA02-DFA0A04FC94B}">
              <ma14:wrappingTextBoxFlag xmlns:ma14="http://schemas.microsoft.com/office/mac/drawingml/2011/main" val="1"/>
            </a:ext>
          </a:extLst>
        </p:spPr>
        <p:txBody>
          <a:bodyPr lIns="0" tIns="0" rIns="0" bIns="0" anchor="t"/>
          <a:lstStyle>
            <a:lvl1pPr>
              <a:defRPr sz="1800">
                <a:solidFill>
                  <a:srgbClr val="888888"/>
                </a:solidFill>
              </a:defRPr>
            </a:lvl1pPr>
          </a:lstStyle>
          <a:p>
            <a:pPr/>
            <a:fld id="{86CB4B4D-7CA3-9044-876B-883B54F8677D}" type="slidenum"/>
          </a:p>
        </p:txBody>
      </p:sp>
      <p:sp>
        <p:nvSpPr>
          <p:cNvPr id="2138" name="And that brings us to the end, Thanks for your interest and attention we are glad to have you all here and we really appreciate your presence."/>
          <p:cNvSpPr txBox="1"/>
          <p:nvPr>
            <p:ph type="body" sz="quarter" idx="1"/>
          </p:nvPr>
        </p:nvSpPr>
        <p:spPr>
          <a:xfrm>
            <a:off x="1378043" y="1756698"/>
            <a:ext cx="3846334" cy="2194789"/>
          </a:xfrm>
          <a:prstGeom prst="rect">
            <a:avLst/>
          </a:prstGeom>
        </p:spPr>
        <p:txBody>
          <a:bodyPr lIns="91423" tIns="91423" rIns="91423" bIns="91423"/>
          <a:lstStyle>
            <a:lvl1pPr indent="0" algn="just">
              <a:defRPr sz="1800">
                <a:latin typeface="Archivo Light"/>
                <a:ea typeface="Archivo Light"/>
                <a:cs typeface="Archivo Light"/>
                <a:sym typeface="Archivo Light"/>
              </a:defRPr>
            </a:lvl1pPr>
          </a:lstStyle>
          <a:p>
            <a:pPr/>
            <a:r>
              <a:t>And that brings us to the end, Thanks for your interest and attention we are glad to have you all here and we really appreciate your presence. </a:t>
            </a:r>
          </a:p>
        </p:txBody>
      </p:sp>
      <p:grpSp>
        <p:nvGrpSpPr>
          <p:cNvPr id="2252" name="Google Shape;2096;p53"/>
          <p:cNvGrpSpPr/>
          <p:nvPr/>
        </p:nvGrpSpPr>
        <p:grpSpPr>
          <a:xfrm>
            <a:off x="5284516" y="991477"/>
            <a:ext cx="3846334" cy="4130020"/>
            <a:chOff x="-2" y="0"/>
            <a:chExt cx="3846332" cy="4130018"/>
          </a:xfrm>
        </p:grpSpPr>
        <p:grpSp>
          <p:nvGrpSpPr>
            <p:cNvPr id="2142" name="Google Shape;2097;p53"/>
            <p:cNvGrpSpPr/>
            <p:nvPr/>
          </p:nvGrpSpPr>
          <p:grpSpPr>
            <a:xfrm>
              <a:off x="5539" y="3292392"/>
              <a:ext cx="3840792" cy="837627"/>
              <a:chOff x="0" y="0"/>
              <a:chExt cx="3840790" cy="837625"/>
            </a:xfrm>
          </p:grpSpPr>
          <p:sp>
            <p:nvSpPr>
              <p:cNvPr id="2139" name="Google Shape;2098;p53"/>
              <p:cNvSpPr/>
              <p:nvPr/>
            </p:nvSpPr>
            <p:spPr>
              <a:xfrm>
                <a:off x="-1" y="555655"/>
                <a:ext cx="3840791" cy="281971"/>
              </a:xfrm>
              <a:prstGeom prst="rect">
                <a:avLst/>
              </a:pr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0" name="Google Shape;2099;p53"/>
              <p:cNvSpPr/>
              <p:nvPr/>
            </p:nvSpPr>
            <p:spPr>
              <a:xfrm>
                <a:off x="-1" y="387031"/>
                <a:ext cx="3840792" cy="168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43" y="0"/>
                    </a:moveTo>
                    <a:cubicBezTo>
                      <a:pt x="420" y="0"/>
                      <a:pt x="0" y="9795"/>
                      <a:pt x="0" y="21600"/>
                    </a:cubicBezTo>
                    <a:lnTo>
                      <a:pt x="21600" y="21600"/>
                    </a:lnTo>
                    <a:cubicBezTo>
                      <a:pt x="21600" y="9795"/>
                      <a:pt x="21175" y="117"/>
                      <a:pt x="20662"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1" name="Google Shape;2100;p53"/>
              <p:cNvSpPr/>
              <p:nvPr/>
            </p:nvSpPr>
            <p:spPr>
              <a:xfrm>
                <a:off x="1410829" y="-1"/>
                <a:ext cx="1157410" cy="387031"/>
              </a:xfrm>
              <a:custGeom>
                <a:avLst/>
                <a:gdLst/>
                <a:ahLst/>
                <a:cxnLst>
                  <a:cxn ang="0">
                    <a:pos x="wd2" y="hd2"/>
                  </a:cxn>
                  <a:cxn ang="5400000">
                    <a:pos x="wd2" y="hd2"/>
                  </a:cxn>
                  <a:cxn ang="10800000">
                    <a:pos x="wd2" y="hd2"/>
                  </a:cxn>
                  <a:cxn ang="16200000">
                    <a:pos x="wd2" y="hd2"/>
                  </a:cxn>
                </a:cxnLst>
                <a:rect l="0" t="0" r="r" b="b"/>
                <a:pathLst>
                  <a:path w="21566" h="21600" fill="norm" stroke="1" extrusionOk="0">
                    <a:moveTo>
                      <a:pt x="4155" y="0"/>
                    </a:moveTo>
                    <a:lnTo>
                      <a:pt x="0" y="21600"/>
                    </a:lnTo>
                    <a:lnTo>
                      <a:pt x="21566" y="21600"/>
                    </a:lnTo>
                    <a:cubicBezTo>
                      <a:pt x="21566" y="21600"/>
                      <a:pt x="21600" y="10285"/>
                      <a:pt x="1876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251" name="Google Shape;2101;p53"/>
            <p:cNvGrpSpPr/>
            <p:nvPr/>
          </p:nvGrpSpPr>
          <p:grpSpPr>
            <a:xfrm>
              <a:off x="-3" y="-1"/>
              <a:ext cx="3622347" cy="3606240"/>
              <a:chOff x="0" y="0"/>
              <a:chExt cx="3622345" cy="3606238"/>
            </a:xfrm>
          </p:grpSpPr>
          <p:sp>
            <p:nvSpPr>
              <p:cNvPr id="2143" name="Google Shape;2102;p53"/>
              <p:cNvSpPr/>
              <p:nvPr/>
            </p:nvSpPr>
            <p:spPr>
              <a:xfrm flipH="1">
                <a:off x="2102682" y="1067969"/>
                <a:ext cx="726998" cy="1171870"/>
              </a:xfrm>
              <a:custGeom>
                <a:avLst/>
                <a:gdLst/>
                <a:ahLst/>
                <a:cxnLst>
                  <a:cxn ang="0">
                    <a:pos x="wd2" y="hd2"/>
                  </a:cxn>
                  <a:cxn ang="5400000">
                    <a:pos x="wd2" y="hd2"/>
                  </a:cxn>
                  <a:cxn ang="10800000">
                    <a:pos x="wd2" y="hd2"/>
                  </a:cxn>
                  <a:cxn ang="16200000">
                    <a:pos x="wd2" y="hd2"/>
                  </a:cxn>
                </a:cxnLst>
                <a:rect l="0" t="0" r="r" b="b"/>
                <a:pathLst>
                  <a:path w="21430" h="21600" fill="norm" stroke="1" extrusionOk="0">
                    <a:moveTo>
                      <a:pt x="8811" y="0"/>
                    </a:moveTo>
                    <a:cubicBezTo>
                      <a:pt x="7366" y="0"/>
                      <a:pt x="5918" y="202"/>
                      <a:pt x="4600" y="614"/>
                    </a:cubicBezTo>
                    <a:cubicBezTo>
                      <a:pt x="3260" y="1013"/>
                      <a:pt x="2102" y="1661"/>
                      <a:pt x="1493" y="2499"/>
                    </a:cubicBezTo>
                    <a:cubicBezTo>
                      <a:pt x="549" y="3832"/>
                      <a:pt x="1249" y="5375"/>
                      <a:pt x="1950" y="6766"/>
                    </a:cubicBezTo>
                    <a:cubicBezTo>
                      <a:pt x="2773" y="8423"/>
                      <a:pt x="3625" y="10062"/>
                      <a:pt x="4479" y="11738"/>
                    </a:cubicBezTo>
                    <a:cubicBezTo>
                      <a:pt x="4936" y="12633"/>
                      <a:pt x="5454" y="13567"/>
                      <a:pt x="5484" y="14519"/>
                    </a:cubicBezTo>
                    <a:cubicBezTo>
                      <a:pt x="5544" y="15472"/>
                      <a:pt x="5179" y="16462"/>
                      <a:pt x="4143" y="17186"/>
                    </a:cubicBezTo>
                    <a:cubicBezTo>
                      <a:pt x="3438" y="17653"/>
                      <a:pt x="2396" y="17943"/>
                      <a:pt x="1379" y="17943"/>
                    </a:cubicBezTo>
                    <a:cubicBezTo>
                      <a:pt x="901" y="17943"/>
                      <a:pt x="428" y="17878"/>
                      <a:pt x="0" y="17738"/>
                    </a:cubicBezTo>
                    <a:cubicBezTo>
                      <a:pt x="2867" y="20082"/>
                      <a:pt x="7254" y="21600"/>
                      <a:pt x="11898" y="21600"/>
                    </a:cubicBezTo>
                    <a:cubicBezTo>
                      <a:pt x="12388" y="21600"/>
                      <a:pt x="12881" y="21583"/>
                      <a:pt x="13374" y="21548"/>
                    </a:cubicBezTo>
                    <a:cubicBezTo>
                      <a:pt x="15141" y="21434"/>
                      <a:pt x="16969" y="21072"/>
                      <a:pt x="18401" y="20348"/>
                    </a:cubicBezTo>
                    <a:cubicBezTo>
                      <a:pt x="19985" y="19529"/>
                      <a:pt x="20898" y="18253"/>
                      <a:pt x="21234" y="16976"/>
                    </a:cubicBezTo>
                    <a:cubicBezTo>
                      <a:pt x="21600" y="15681"/>
                      <a:pt x="21386" y="14386"/>
                      <a:pt x="21142" y="13072"/>
                    </a:cubicBezTo>
                    <a:cubicBezTo>
                      <a:pt x="20411" y="9966"/>
                      <a:pt x="19528" y="6595"/>
                      <a:pt x="17670" y="3718"/>
                    </a:cubicBezTo>
                    <a:cubicBezTo>
                      <a:pt x="16695" y="2194"/>
                      <a:pt x="14654" y="956"/>
                      <a:pt x="12216" y="385"/>
                    </a:cubicBezTo>
                    <a:cubicBezTo>
                      <a:pt x="11130" y="130"/>
                      <a:pt x="9973" y="0"/>
                      <a:pt x="881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4" name="Google Shape;2103;p53"/>
              <p:cNvSpPr/>
              <p:nvPr/>
            </p:nvSpPr>
            <p:spPr>
              <a:xfrm flipH="1">
                <a:off x="2105274" y="1163957"/>
                <a:ext cx="441624" cy="1076068"/>
              </a:xfrm>
              <a:custGeom>
                <a:avLst/>
                <a:gdLst/>
                <a:ahLst/>
                <a:cxnLst>
                  <a:cxn ang="0">
                    <a:pos x="wd2" y="hd2"/>
                  </a:cxn>
                  <a:cxn ang="5400000">
                    <a:pos x="wd2" y="hd2"/>
                  </a:cxn>
                  <a:cxn ang="10800000">
                    <a:pos x="wd2" y="hd2"/>
                  </a:cxn>
                  <a:cxn ang="16200000">
                    <a:pos x="wd2" y="hd2"/>
                  </a:cxn>
                </a:cxnLst>
                <a:rect l="0" t="0" r="r" b="b"/>
                <a:pathLst>
                  <a:path w="20930" h="21600" fill="norm" stroke="1" extrusionOk="0">
                    <a:moveTo>
                      <a:pt x="10032" y="0"/>
                    </a:moveTo>
                    <a:cubicBezTo>
                      <a:pt x="6955" y="0"/>
                      <a:pt x="3894" y="762"/>
                      <a:pt x="2172" y="1874"/>
                    </a:cubicBezTo>
                    <a:cubicBezTo>
                      <a:pt x="-130" y="3284"/>
                      <a:pt x="-423" y="5110"/>
                      <a:pt x="459" y="6769"/>
                    </a:cubicBezTo>
                    <a:cubicBezTo>
                      <a:pt x="1292" y="8429"/>
                      <a:pt x="3153" y="9964"/>
                      <a:pt x="5013" y="11479"/>
                    </a:cubicBezTo>
                    <a:cubicBezTo>
                      <a:pt x="6923" y="12972"/>
                      <a:pt x="8883" y="14529"/>
                      <a:pt x="9129" y="16250"/>
                    </a:cubicBezTo>
                    <a:cubicBezTo>
                      <a:pt x="9373" y="18055"/>
                      <a:pt x="7463" y="19901"/>
                      <a:pt x="4035" y="21063"/>
                    </a:cubicBezTo>
                    <a:cubicBezTo>
                      <a:pt x="3545" y="21229"/>
                      <a:pt x="3054" y="21374"/>
                      <a:pt x="2564" y="21520"/>
                    </a:cubicBezTo>
                    <a:cubicBezTo>
                      <a:pt x="3522" y="21574"/>
                      <a:pt x="4463" y="21600"/>
                      <a:pt x="5409" y="21600"/>
                    </a:cubicBezTo>
                    <a:cubicBezTo>
                      <a:pt x="6252" y="21600"/>
                      <a:pt x="7097" y="21579"/>
                      <a:pt x="7953" y="21540"/>
                    </a:cubicBezTo>
                    <a:cubicBezTo>
                      <a:pt x="10891" y="21415"/>
                      <a:pt x="13781" y="21042"/>
                      <a:pt x="16034" y="20233"/>
                    </a:cubicBezTo>
                    <a:cubicBezTo>
                      <a:pt x="18629" y="19341"/>
                      <a:pt x="20100" y="17951"/>
                      <a:pt x="20638" y="16561"/>
                    </a:cubicBezTo>
                    <a:cubicBezTo>
                      <a:pt x="21177" y="15151"/>
                      <a:pt x="20884" y="13699"/>
                      <a:pt x="20443" y="12309"/>
                    </a:cubicBezTo>
                    <a:cubicBezTo>
                      <a:pt x="19413" y="8948"/>
                      <a:pt x="17993" y="5276"/>
                      <a:pt x="15006" y="2143"/>
                    </a:cubicBezTo>
                    <a:cubicBezTo>
                      <a:pt x="14272" y="1376"/>
                      <a:pt x="13193" y="691"/>
                      <a:pt x="11822" y="89"/>
                    </a:cubicBezTo>
                    <a:cubicBezTo>
                      <a:pt x="11232" y="29"/>
                      <a:pt x="10631" y="0"/>
                      <a:pt x="10032"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5" name="Google Shape;2104;p53"/>
              <p:cNvSpPr/>
              <p:nvPr/>
            </p:nvSpPr>
            <p:spPr>
              <a:xfrm flipH="1">
                <a:off x="728170" y="1415140"/>
                <a:ext cx="801399" cy="1388684"/>
              </a:xfrm>
              <a:custGeom>
                <a:avLst/>
                <a:gdLst/>
                <a:ahLst/>
                <a:cxnLst>
                  <a:cxn ang="0">
                    <a:pos x="wd2" y="hd2"/>
                  </a:cxn>
                  <a:cxn ang="5400000">
                    <a:pos x="wd2" y="hd2"/>
                  </a:cxn>
                  <a:cxn ang="10800000">
                    <a:pos x="wd2" y="hd2"/>
                  </a:cxn>
                  <a:cxn ang="16200000">
                    <a:pos x="wd2" y="hd2"/>
                  </a:cxn>
                </a:cxnLst>
                <a:rect l="0" t="0" r="r" b="b"/>
                <a:pathLst>
                  <a:path w="21528" h="21600" fill="norm" stroke="1" extrusionOk="0">
                    <a:moveTo>
                      <a:pt x="14495" y="0"/>
                    </a:moveTo>
                    <a:cubicBezTo>
                      <a:pt x="14145" y="0"/>
                      <a:pt x="13818" y="106"/>
                      <a:pt x="13632" y="310"/>
                    </a:cubicBezTo>
                    <a:cubicBezTo>
                      <a:pt x="12383" y="1708"/>
                      <a:pt x="11605" y="3236"/>
                      <a:pt x="11439" y="4827"/>
                    </a:cubicBezTo>
                    <a:cubicBezTo>
                      <a:pt x="10855" y="4345"/>
                      <a:pt x="10439" y="3798"/>
                      <a:pt x="10217" y="3236"/>
                    </a:cubicBezTo>
                    <a:cubicBezTo>
                      <a:pt x="10083" y="2942"/>
                      <a:pt x="9642" y="2752"/>
                      <a:pt x="9140" y="2752"/>
                    </a:cubicBezTo>
                    <a:cubicBezTo>
                      <a:pt x="9119" y="2752"/>
                      <a:pt x="9099" y="2752"/>
                      <a:pt x="9078" y="2753"/>
                    </a:cubicBezTo>
                    <a:lnTo>
                      <a:pt x="9051" y="2753"/>
                    </a:lnTo>
                    <a:cubicBezTo>
                      <a:pt x="8496" y="2801"/>
                      <a:pt x="8052" y="3075"/>
                      <a:pt x="8079" y="3396"/>
                    </a:cubicBezTo>
                    <a:cubicBezTo>
                      <a:pt x="8190" y="4939"/>
                      <a:pt x="9246" y="6499"/>
                      <a:pt x="11105" y="7624"/>
                    </a:cubicBezTo>
                    <a:lnTo>
                      <a:pt x="7552" y="15372"/>
                    </a:lnTo>
                    <a:lnTo>
                      <a:pt x="5275" y="13347"/>
                    </a:lnTo>
                    <a:lnTo>
                      <a:pt x="0" y="17221"/>
                    </a:lnTo>
                    <a:lnTo>
                      <a:pt x="3637" y="20114"/>
                    </a:lnTo>
                    <a:cubicBezTo>
                      <a:pt x="4812" y="21053"/>
                      <a:pt x="6702" y="21600"/>
                      <a:pt x="8669" y="21600"/>
                    </a:cubicBezTo>
                    <a:cubicBezTo>
                      <a:pt x="9027" y="21600"/>
                      <a:pt x="9386" y="21582"/>
                      <a:pt x="9745" y="21545"/>
                    </a:cubicBezTo>
                    <a:cubicBezTo>
                      <a:pt x="12688" y="21240"/>
                      <a:pt x="14853" y="19809"/>
                      <a:pt x="14937" y="18089"/>
                    </a:cubicBezTo>
                    <a:lnTo>
                      <a:pt x="15493" y="8187"/>
                    </a:lnTo>
                    <a:cubicBezTo>
                      <a:pt x="17130" y="7479"/>
                      <a:pt x="18241" y="6370"/>
                      <a:pt x="18518" y="5213"/>
                    </a:cubicBezTo>
                    <a:cubicBezTo>
                      <a:pt x="19463" y="4650"/>
                      <a:pt x="20434" y="4104"/>
                      <a:pt x="21378" y="3541"/>
                    </a:cubicBezTo>
                    <a:cubicBezTo>
                      <a:pt x="21600" y="3396"/>
                      <a:pt x="21572" y="3155"/>
                      <a:pt x="21322" y="3010"/>
                    </a:cubicBezTo>
                    <a:cubicBezTo>
                      <a:pt x="21226" y="2954"/>
                      <a:pt x="21079" y="2926"/>
                      <a:pt x="20927" y="2926"/>
                    </a:cubicBezTo>
                    <a:cubicBezTo>
                      <a:pt x="20774" y="2926"/>
                      <a:pt x="20615" y="2954"/>
                      <a:pt x="20489" y="3010"/>
                    </a:cubicBezTo>
                    <a:cubicBezTo>
                      <a:pt x="19713" y="3444"/>
                      <a:pt x="18824" y="3879"/>
                      <a:pt x="18046" y="4280"/>
                    </a:cubicBezTo>
                    <a:cubicBezTo>
                      <a:pt x="18768" y="3637"/>
                      <a:pt x="19573" y="2994"/>
                      <a:pt x="20489" y="2432"/>
                    </a:cubicBezTo>
                    <a:cubicBezTo>
                      <a:pt x="20878" y="2206"/>
                      <a:pt x="20850" y="1869"/>
                      <a:pt x="20489" y="1676"/>
                    </a:cubicBezTo>
                    <a:cubicBezTo>
                      <a:pt x="20313" y="1566"/>
                      <a:pt x="20074" y="1509"/>
                      <a:pt x="19830" y="1509"/>
                    </a:cubicBezTo>
                    <a:cubicBezTo>
                      <a:pt x="19615" y="1509"/>
                      <a:pt x="19395" y="1554"/>
                      <a:pt x="19213" y="1644"/>
                    </a:cubicBezTo>
                    <a:cubicBezTo>
                      <a:pt x="18185" y="2206"/>
                      <a:pt x="17214" y="2834"/>
                      <a:pt x="16436" y="3541"/>
                    </a:cubicBezTo>
                    <a:cubicBezTo>
                      <a:pt x="17019" y="2721"/>
                      <a:pt x="17908" y="1934"/>
                      <a:pt x="18907" y="1226"/>
                    </a:cubicBezTo>
                    <a:cubicBezTo>
                      <a:pt x="19295" y="969"/>
                      <a:pt x="19213" y="567"/>
                      <a:pt x="18768" y="358"/>
                    </a:cubicBezTo>
                    <a:cubicBezTo>
                      <a:pt x="18575" y="274"/>
                      <a:pt x="18345" y="233"/>
                      <a:pt x="18119" y="233"/>
                    </a:cubicBezTo>
                    <a:cubicBezTo>
                      <a:pt x="17826" y="233"/>
                      <a:pt x="17540" y="302"/>
                      <a:pt x="17352" y="438"/>
                    </a:cubicBezTo>
                    <a:cubicBezTo>
                      <a:pt x="16047" y="1322"/>
                      <a:pt x="14993" y="2287"/>
                      <a:pt x="14243" y="3364"/>
                    </a:cubicBezTo>
                    <a:cubicBezTo>
                      <a:pt x="14437" y="2480"/>
                      <a:pt x="14798" y="1596"/>
                      <a:pt x="15409" y="760"/>
                    </a:cubicBezTo>
                    <a:cubicBezTo>
                      <a:pt x="15575" y="487"/>
                      <a:pt x="15353" y="165"/>
                      <a:pt x="14881" y="36"/>
                    </a:cubicBezTo>
                    <a:lnTo>
                      <a:pt x="14853" y="36"/>
                    </a:lnTo>
                    <a:cubicBezTo>
                      <a:pt x="14735" y="12"/>
                      <a:pt x="14613" y="0"/>
                      <a:pt x="14495" y="0"/>
                    </a:cubicBez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6" name="Google Shape;2105;p53"/>
              <p:cNvSpPr/>
              <p:nvPr/>
            </p:nvSpPr>
            <p:spPr>
              <a:xfrm flipH="1">
                <a:off x="1245350" y="2381723"/>
                <a:ext cx="68418" cy="243919"/>
              </a:xfrm>
              <a:custGeom>
                <a:avLst/>
                <a:gdLst/>
                <a:ahLst/>
                <a:cxnLst>
                  <a:cxn ang="0">
                    <a:pos x="wd2" y="hd2"/>
                  </a:cxn>
                  <a:cxn ang="5400000">
                    <a:pos x="wd2" y="hd2"/>
                  </a:cxn>
                  <a:cxn ang="10800000">
                    <a:pos x="wd2" y="hd2"/>
                  </a:cxn>
                  <a:cxn ang="16200000">
                    <a:pos x="wd2" y="hd2"/>
                  </a:cxn>
                </a:cxnLst>
                <a:rect l="0" t="0" r="r" b="b"/>
                <a:pathLst>
                  <a:path w="19587" h="21600" fill="norm" stroke="1" extrusionOk="0">
                    <a:moveTo>
                      <a:pt x="15447" y="0"/>
                    </a:moveTo>
                    <a:cubicBezTo>
                      <a:pt x="3613" y="4301"/>
                      <a:pt x="-2013" y="10158"/>
                      <a:pt x="651" y="15740"/>
                    </a:cubicBezTo>
                    <a:lnTo>
                      <a:pt x="2721" y="21600"/>
                    </a:lnTo>
                    <a:lnTo>
                      <a:pt x="19587" y="1921"/>
                    </a:lnTo>
                    <a:lnTo>
                      <a:pt x="15447"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7" name="Google Shape;2106;p53"/>
              <p:cNvSpPr/>
              <p:nvPr/>
            </p:nvSpPr>
            <p:spPr>
              <a:xfrm flipH="1">
                <a:off x="986286" y="1719563"/>
                <a:ext cx="117477" cy="157830"/>
              </a:xfrm>
              <a:custGeom>
                <a:avLst/>
                <a:gdLst/>
                <a:ahLst/>
                <a:cxnLst>
                  <a:cxn ang="0">
                    <a:pos x="wd2" y="hd2"/>
                  </a:cxn>
                  <a:cxn ang="5400000">
                    <a:pos x="wd2" y="hd2"/>
                  </a:cxn>
                  <a:cxn ang="10800000">
                    <a:pos x="wd2" y="hd2"/>
                  </a:cxn>
                  <a:cxn ang="16200000">
                    <a:pos x="wd2" y="hd2"/>
                  </a:cxn>
                </a:cxnLst>
                <a:rect l="0" t="0" r="r" b="b"/>
                <a:pathLst>
                  <a:path w="16563" h="21600" fill="norm" stroke="1" extrusionOk="0">
                    <a:moveTo>
                      <a:pt x="3278" y="0"/>
                    </a:moveTo>
                    <a:cubicBezTo>
                      <a:pt x="2049" y="0"/>
                      <a:pt x="920" y="218"/>
                      <a:pt x="0" y="665"/>
                    </a:cubicBezTo>
                    <a:cubicBezTo>
                      <a:pt x="13550" y="3212"/>
                      <a:pt x="15301" y="17637"/>
                      <a:pt x="13989" y="21600"/>
                    </a:cubicBezTo>
                    <a:cubicBezTo>
                      <a:pt x="21600" y="7794"/>
                      <a:pt x="10617" y="0"/>
                      <a:pt x="3278" y="0"/>
                    </a:cubicBez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8" name="Google Shape;2107;p53"/>
              <p:cNvSpPr/>
              <p:nvPr/>
            </p:nvSpPr>
            <p:spPr>
              <a:xfrm flipH="1">
                <a:off x="1331141" y="2273205"/>
                <a:ext cx="196352" cy="3782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4224"/>
                    </a:lnTo>
                    <a:lnTo>
                      <a:pt x="10347" y="21600"/>
                    </a:lnTo>
                    <a:lnTo>
                      <a:pt x="9548" y="19182"/>
                    </a:lnTo>
                    <a:cubicBezTo>
                      <a:pt x="8300" y="15699"/>
                      <a:pt x="9209" y="12157"/>
                      <a:pt x="12391" y="9089"/>
                    </a:cubicBezTo>
                    <a:lnTo>
                      <a:pt x="21600"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49" name="Google Shape;2108;p53"/>
              <p:cNvSpPr/>
              <p:nvPr/>
            </p:nvSpPr>
            <p:spPr>
              <a:xfrm flipH="1">
                <a:off x="1309415" y="1999590"/>
                <a:ext cx="1540953" cy="16066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58" y="0"/>
                    </a:moveTo>
                    <a:cubicBezTo>
                      <a:pt x="16318" y="0"/>
                      <a:pt x="15874" y="67"/>
                      <a:pt x="15443" y="205"/>
                    </a:cubicBezTo>
                    <a:cubicBezTo>
                      <a:pt x="15602" y="1177"/>
                      <a:pt x="15269" y="2206"/>
                      <a:pt x="14588" y="2942"/>
                    </a:cubicBezTo>
                    <a:cubicBezTo>
                      <a:pt x="13777" y="3845"/>
                      <a:pt x="12531" y="4318"/>
                      <a:pt x="11300" y="4373"/>
                    </a:cubicBezTo>
                    <a:cubicBezTo>
                      <a:pt x="11228" y="4376"/>
                      <a:pt x="11156" y="4377"/>
                      <a:pt x="11083" y="4377"/>
                    </a:cubicBezTo>
                    <a:cubicBezTo>
                      <a:pt x="10410" y="4377"/>
                      <a:pt x="9714" y="4258"/>
                      <a:pt x="9112" y="3957"/>
                    </a:cubicBezTo>
                    <a:cubicBezTo>
                      <a:pt x="8417" y="3623"/>
                      <a:pt x="7837" y="3109"/>
                      <a:pt x="7533" y="2442"/>
                    </a:cubicBezTo>
                    <a:cubicBezTo>
                      <a:pt x="7302" y="1928"/>
                      <a:pt x="7229" y="1344"/>
                      <a:pt x="7229" y="775"/>
                    </a:cubicBezTo>
                    <a:lnTo>
                      <a:pt x="5520" y="636"/>
                    </a:lnTo>
                    <a:cubicBezTo>
                      <a:pt x="5425" y="629"/>
                      <a:pt x="5330" y="625"/>
                      <a:pt x="5235" y="625"/>
                    </a:cubicBezTo>
                    <a:cubicBezTo>
                      <a:pt x="4022" y="625"/>
                      <a:pt x="2890" y="1200"/>
                      <a:pt x="2231" y="2206"/>
                    </a:cubicBezTo>
                    <a:lnTo>
                      <a:pt x="0" y="5499"/>
                    </a:lnTo>
                    <a:lnTo>
                      <a:pt x="3636" y="7638"/>
                    </a:lnTo>
                    <a:lnTo>
                      <a:pt x="4940" y="9181"/>
                    </a:lnTo>
                    <a:lnTo>
                      <a:pt x="5461" y="10209"/>
                    </a:lnTo>
                    <a:cubicBezTo>
                      <a:pt x="6765" y="12738"/>
                      <a:pt x="6794" y="15725"/>
                      <a:pt x="5447" y="18253"/>
                    </a:cubicBezTo>
                    <a:cubicBezTo>
                      <a:pt x="5288" y="18546"/>
                      <a:pt x="4868" y="19268"/>
                      <a:pt x="4694" y="19546"/>
                    </a:cubicBezTo>
                    <a:cubicBezTo>
                      <a:pt x="5940" y="20755"/>
                      <a:pt x="9518" y="20713"/>
                      <a:pt x="10445" y="21102"/>
                    </a:cubicBezTo>
                    <a:cubicBezTo>
                      <a:pt x="11281" y="21441"/>
                      <a:pt x="12202" y="21600"/>
                      <a:pt x="13138" y="21600"/>
                    </a:cubicBezTo>
                    <a:cubicBezTo>
                      <a:pt x="14960" y="21600"/>
                      <a:pt x="16837" y="20999"/>
                      <a:pt x="18253" y="19963"/>
                    </a:cubicBezTo>
                    <a:cubicBezTo>
                      <a:pt x="18253" y="19963"/>
                      <a:pt x="18862" y="15905"/>
                      <a:pt x="18775" y="11793"/>
                    </a:cubicBezTo>
                    <a:cubicBezTo>
                      <a:pt x="18775" y="11320"/>
                      <a:pt x="18934" y="10862"/>
                      <a:pt x="19224" y="10487"/>
                    </a:cubicBezTo>
                    <a:cubicBezTo>
                      <a:pt x="19992" y="9528"/>
                      <a:pt x="20122" y="8222"/>
                      <a:pt x="19543" y="7166"/>
                    </a:cubicBezTo>
                    <a:lnTo>
                      <a:pt x="19079" y="6318"/>
                    </a:lnTo>
                    <a:lnTo>
                      <a:pt x="21600" y="3248"/>
                    </a:lnTo>
                    <a:lnTo>
                      <a:pt x="19833" y="1330"/>
                    </a:lnTo>
                    <a:cubicBezTo>
                      <a:pt x="19045" y="465"/>
                      <a:pt x="17916" y="0"/>
                      <a:pt x="1675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0" name="Google Shape;2109;p53"/>
              <p:cNvSpPr/>
              <p:nvPr/>
            </p:nvSpPr>
            <p:spPr>
              <a:xfrm flipH="1">
                <a:off x="1590555" y="2747839"/>
                <a:ext cx="618007" cy="110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29" y="0"/>
                    </a:moveTo>
                    <a:cubicBezTo>
                      <a:pt x="10332" y="0"/>
                      <a:pt x="9748" y="632"/>
                      <a:pt x="9211" y="2171"/>
                    </a:cubicBezTo>
                    <a:cubicBezTo>
                      <a:pt x="8200" y="5213"/>
                      <a:pt x="7549" y="11486"/>
                      <a:pt x="6430" y="13505"/>
                    </a:cubicBezTo>
                    <a:cubicBezTo>
                      <a:pt x="6081" y="14202"/>
                      <a:pt x="5721" y="14448"/>
                      <a:pt x="5353" y="14448"/>
                    </a:cubicBezTo>
                    <a:cubicBezTo>
                      <a:pt x="4652" y="14448"/>
                      <a:pt x="3925" y="13570"/>
                      <a:pt x="3215" y="13309"/>
                    </a:cubicBezTo>
                    <a:cubicBezTo>
                      <a:pt x="3181" y="13301"/>
                      <a:pt x="3146" y="13294"/>
                      <a:pt x="3111" y="13294"/>
                    </a:cubicBezTo>
                    <a:cubicBezTo>
                      <a:pt x="2019" y="13294"/>
                      <a:pt x="315" y="16307"/>
                      <a:pt x="0" y="21600"/>
                    </a:cubicBezTo>
                    <a:cubicBezTo>
                      <a:pt x="3934" y="18819"/>
                      <a:pt x="7901" y="17447"/>
                      <a:pt x="11871" y="17447"/>
                    </a:cubicBezTo>
                    <a:cubicBezTo>
                      <a:pt x="15117" y="17447"/>
                      <a:pt x="18367" y="18362"/>
                      <a:pt x="21600" y="20184"/>
                    </a:cubicBezTo>
                    <a:cubicBezTo>
                      <a:pt x="21276" y="17149"/>
                      <a:pt x="20698" y="14724"/>
                      <a:pt x="20048" y="14318"/>
                    </a:cubicBezTo>
                    <a:cubicBezTo>
                      <a:pt x="19433" y="13708"/>
                      <a:pt x="18855" y="14114"/>
                      <a:pt x="18205" y="13505"/>
                    </a:cubicBezTo>
                    <a:cubicBezTo>
                      <a:pt x="16616" y="12495"/>
                      <a:pt x="15243" y="7638"/>
                      <a:pt x="13798" y="3790"/>
                    </a:cubicBezTo>
                    <a:cubicBezTo>
                      <a:pt x="12904" y="1663"/>
                      <a:pt x="11900" y="0"/>
                      <a:pt x="10929" y="0"/>
                    </a:cubicBezTo>
                    <a:close/>
                  </a:path>
                </a:pathLst>
              </a:custGeom>
              <a:solidFill>
                <a:srgbClr val="E4E4E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1" name="Google Shape;2110;p53"/>
              <p:cNvSpPr/>
              <p:nvPr/>
            </p:nvSpPr>
            <p:spPr>
              <a:xfrm flipH="1">
                <a:off x="1405551" y="2231866"/>
                <a:ext cx="205657" cy="23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3025" y="21600"/>
                    </a:lnTo>
                    <a:lnTo>
                      <a:pt x="21600" y="12345"/>
                    </a:lnTo>
                    <a:lnTo>
                      <a:pt x="15958" y="14680"/>
                    </a:lnTo>
                    <a:cubicBezTo>
                      <a:pt x="15615" y="14814"/>
                      <a:pt x="15245" y="14881"/>
                      <a:pt x="14875" y="14881"/>
                    </a:cubicBezTo>
                    <a:cubicBezTo>
                      <a:pt x="13960" y="14881"/>
                      <a:pt x="13057" y="14478"/>
                      <a:pt x="12593" y="13747"/>
                    </a:cubicBezTo>
                    <a:cubicBezTo>
                      <a:pt x="9661" y="8695"/>
                      <a:pt x="5537" y="4301"/>
                      <a:pt x="650" y="560"/>
                    </a:cubicBezTo>
                    <a:lnTo>
                      <a:pt x="0" y="0"/>
                    </a:lnTo>
                    <a:close/>
                  </a:path>
                </a:pathLst>
              </a:custGeom>
              <a:solidFill>
                <a:srgbClr val="E4E4E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2" name="Google Shape;2111;p53"/>
              <p:cNvSpPr/>
              <p:nvPr/>
            </p:nvSpPr>
            <p:spPr>
              <a:xfrm flipH="1">
                <a:off x="1743874" y="1808135"/>
                <a:ext cx="589881" cy="518348"/>
              </a:xfrm>
              <a:custGeom>
                <a:avLst/>
                <a:gdLst/>
                <a:ahLst/>
                <a:cxnLst>
                  <a:cxn ang="0">
                    <a:pos x="wd2" y="hd2"/>
                  </a:cxn>
                  <a:cxn ang="5400000">
                    <a:pos x="wd2" y="hd2"/>
                  </a:cxn>
                  <a:cxn ang="10800000">
                    <a:pos x="wd2" y="hd2"/>
                  </a:cxn>
                  <a:cxn ang="16200000">
                    <a:pos x="wd2" y="hd2"/>
                  </a:cxn>
                </a:cxnLst>
                <a:rect l="0" t="0" r="r" b="b"/>
                <a:pathLst>
                  <a:path w="21256" h="21600" fill="norm" stroke="1" extrusionOk="0">
                    <a:moveTo>
                      <a:pt x="6261" y="0"/>
                    </a:moveTo>
                    <a:lnTo>
                      <a:pt x="5554" y="11025"/>
                    </a:lnTo>
                    <a:lnTo>
                      <a:pt x="4" y="10422"/>
                    </a:lnTo>
                    <a:cubicBezTo>
                      <a:pt x="-33" y="12231"/>
                      <a:pt x="154" y="13997"/>
                      <a:pt x="786" y="15590"/>
                    </a:cubicBezTo>
                    <a:cubicBezTo>
                      <a:pt x="1644" y="17657"/>
                      <a:pt x="3133" y="19250"/>
                      <a:pt x="4846" y="20284"/>
                    </a:cubicBezTo>
                    <a:cubicBezTo>
                      <a:pt x="6348" y="21191"/>
                      <a:pt x="8051" y="21600"/>
                      <a:pt x="9753" y="21600"/>
                    </a:cubicBezTo>
                    <a:cubicBezTo>
                      <a:pt x="9992" y="21600"/>
                      <a:pt x="10231" y="21592"/>
                      <a:pt x="10469" y="21577"/>
                    </a:cubicBezTo>
                    <a:cubicBezTo>
                      <a:pt x="13634" y="21404"/>
                      <a:pt x="16875" y="19897"/>
                      <a:pt x="18961" y="17183"/>
                    </a:cubicBezTo>
                    <a:cubicBezTo>
                      <a:pt x="20673" y="14858"/>
                      <a:pt x="21567" y="11627"/>
                      <a:pt x="21157" y="8656"/>
                    </a:cubicBezTo>
                    <a:lnTo>
                      <a:pt x="16242" y="10594"/>
                    </a:lnTo>
                    <a:lnTo>
                      <a:pt x="16242" y="4695"/>
                    </a:lnTo>
                    <a:lnTo>
                      <a:pt x="6261" y="0"/>
                    </a:ln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3" name="Google Shape;2112;p53"/>
              <p:cNvSpPr/>
              <p:nvPr/>
            </p:nvSpPr>
            <p:spPr>
              <a:xfrm flipH="1">
                <a:off x="1883004" y="1808135"/>
                <a:ext cx="280067" cy="2322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0" y="2500"/>
                    </a:lnTo>
                    <a:cubicBezTo>
                      <a:pt x="1035" y="5959"/>
                      <a:pt x="2310" y="9228"/>
                      <a:pt x="4063" y="12110"/>
                    </a:cubicBezTo>
                    <a:cubicBezTo>
                      <a:pt x="6614" y="16052"/>
                      <a:pt x="9962" y="19321"/>
                      <a:pt x="13948" y="20762"/>
                    </a:cubicBezTo>
                    <a:cubicBezTo>
                      <a:pt x="15418" y="21334"/>
                      <a:pt x="16945" y="21600"/>
                      <a:pt x="18475" y="21600"/>
                    </a:cubicBezTo>
                    <a:cubicBezTo>
                      <a:pt x="19518" y="21600"/>
                      <a:pt x="20565" y="21476"/>
                      <a:pt x="21600" y="21245"/>
                    </a:cubicBezTo>
                    <a:lnTo>
                      <a:pt x="21600" y="10479"/>
                    </a:lnTo>
                    <a:lnTo>
                      <a:pt x="237" y="0"/>
                    </a:lnTo>
                    <a:close/>
                  </a:path>
                </a:pathLst>
              </a:custGeom>
              <a:solidFill>
                <a:srgbClr val="191919">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4" name="Google Shape;2113;p53"/>
              <p:cNvSpPr/>
              <p:nvPr/>
            </p:nvSpPr>
            <p:spPr>
              <a:xfrm flipH="1">
                <a:off x="1842703" y="1884621"/>
                <a:ext cx="491031" cy="442901"/>
              </a:xfrm>
              <a:custGeom>
                <a:avLst/>
                <a:gdLst/>
                <a:ahLst/>
                <a:cxnLst>
                  <a:cxn ang="0">
                    <a:pos x="wd2" y="hd2"/>
                  </a:cxn>
                  <a:cxn ang="5400000">
                    <a:pos x="wd2" y="hd2"/>
                  </a:cxn>
                  <a:cxn ang="10800000">
                    <a:pos x="wd2" y="hd2"/>
                  </a:cxn>
                  <a:cxn ang="16200000">
                    <a:pos x="wd2" y="hd2"/>
                  </a:cxn>
                </a:cxnLst>
                <a:rect l="0" t="0" r="r" b="b"/>
                <a:pathLst>
                  <a:path w="21560" h="21600" fill="norm" stroke="1" extrusionOk="0">
                    <a:moveTo>
                      <a:pt x="7403" y="0"/>
                    </a:moveTo>
                    <a:lnTo>
                      <a:pt x="6768" y="9173"/>
                    </a:lnTo>
                    <a:lnTo>
                      <a:pt x="6" y="8569"/>
                    </a:lnTo>
                    <a:cubicBezTo>
                      <a:pt x="-40" y="10635"/>
                      <a:pt x="188" y="12702"/>
                      <a:pt x="958" y="14617"/>
                    </a:cubicBezTo>
                    <a:cubicBezTo>
                      <a:pt x="2003" y="16986"/>
                      <a:pt x="3818" y="18900"/>
                      <a:pt x="5905" y="20059"/>
                    </a:cubicBezTo>
                    <a:cubicBezTo>
                      <a:pt x="7735" y="21121"/>
                      <a:pt x="9810" y="21600"/>
                      <a:pt x="11884" y="21600"/>
                    </a:cubicBezTo>
                    <a:cubicBezTo>
                      <a:pt x="12175" y="21600"/>
                      <a:pt x="12467" y="21591"/>
                      <a:pt x="12757" y="21573"/>
                    </a:cubicBezTo>
                    <a:cubicBezTo>
                      <a:pt x="15933" y="21472"/>
                      <a:pt x="19110" y="20262"/>
                      <a:pt x="21560" y="18043"/>
                    </a:cubicBezTo>
                    <a:lnTo>
                      <a:pt x="7403"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5" name="Google Shape;2114;p53"/>
              <p:cNvSpPr/>
              <p:nvPr/>
            </p:nvSpPr>
            <p:spPr>
              <a:xfrm flipH="1">
                <a:off x="1972946" y="1968521"/>
                <a:ext cx="990631" cy="1057345"/>
              </a:xfrm>
              <a:custGeom>
                <a:avLst/>
                <a:gdLst/>
                <a:ahLst/>
                <a:cxnLst>
                  <a:cxn ang="0">
                    <a:pos x="wd2" y="hd2"/>
                  </a:cxn>
                  <a:cxn ang="5400000">
                    <a:pos x="wd2" y="hd2"/>
                  </a:cxn>
                  <a:cxn ang="10800000">
                    <a:pos x="wd2" y="hd2"/>
                  </a:cxn>
                  <a:cxn ang="16200000">
                    <a:pos x="wd2" y="hd2"/>
                  </a:cxn>
                </a:cxnLst>
                <a:rect l="0" t="0" r="r" b="b"/>
                <a:pathLst>
                  <a:path w="21106" h="21600" fill="norm" stroke="1" extrusionOk="0">
                    <a:moveTo>
                      <a:pt x="17658" y="0"/>
                    </a:moveTo>
                    <a:cubicBezTo>
                      <a:pt x="17423" y="0"/>
                      <a:pt x="17203" y="113"/>
                      <a:pt x="17055" y="313"/>
                    </a:cubicBezTo>
                    <a:cubicBezTo>
                      <a:pt x="16064" y="1622"/>
                      <a:pt x="15381" y="3184"/>
                      <a:pt x="15183" y="4789"/>
                    </a:cubicBezTo>
                    <a:cubicBezTo>
                      <a:pt x="15227" y="3564"/>
                      <a:pt x="15425" y="2297"/>
                      <a:pt x="15865" y="1094"/>
                    </a:cubicBezTo>
                    <a:cubicBezTo>
                      <a:pt x="15998" y="735"/>
                      <a:pt x="15800" y="334"/>
                      <a:pt x="15403" y="228"/>
                    </a:cubicBezTo>
                    <a:cubicBezTo>
                      <a:pt x="15346" y="214"/>
                      <a:pt x="15289" y="207"/>
                      <a:pt x="15233" y="207"/>
                    </a:cubicBezTo>
                    <a:cubicBezTo>
                      <a:pt x="14965" y="207"/>
                      <a:pt x="14720" y="367"/>
                      <a:pt x="14610" y="629"/>
                    </a:cubicBezTo>
                    <a:cubicBezTo>
                      <a:pt x="14082" y="1897"/>
                      <a:pt x="13774" y="3269"/>
                      <a:pt x="13796" y="4620"/>
                    </a:cubicBezTo>
                    <a:cubicBezTo>
                      <a:pt x="13752" y="3522"/>
                      <a:pt x="13752" y="2424"/>
                      <a:pt x="13862" y="1347"/>
                    </a:cubicBezTo>
                    <a:cubicBezTo>
                      <a:pt x="13883" y="925"/>
                      <a:pt x="13553" y="545"/>
                      <a:pt x="13113" y="545"/>
                    </a:cubicBezTo>
                    <a:lnTo>
                      <a:pt x="13091" y="545"/>
                    </a:lnTo>
                    <a:cubicBezTo>
                      <a:pt x="12761" y="545"/>
                      <a:pt x="12453" y="777"/>
                      <a:pt x="12387" y="1094"/>
                    </a:cubicBezTo>
                    <a:cubicBezTo>
                      <a:pt x="11748" y="3881"/>
                      <a:pt x="11836" y="6689"/>
                      <a:pt x="12188" y="9307"/>
                    </a:cubicBezTo>
                    <a:lnTo>
                      <a:pt x="7983" y="12241"/>
                    </a:lnTo>
                    <a:lnTo>
                      <a:pt x="3491" y="9602"/>
                    </a:lnTo>
                    <a:lnTo>
                      <a:pt x="365" y="16084"/>
                    </a:lnTo>
                    <a:cubicBezTo>
                      <a:pt x="-362" y="17646"/>
                      <a:pt x="12" y="19504"/>
                      <a:pt x="1355" y="20623"/>
                    </a:cubicBezTo>
                    <a:cubicBezTo>
                      <a:pt x="2130" y="21279"/>
                      <a:pt x="3084" y="21600"/>
                      <a:pt x="4035" y="21600"/>
                    </a:cubicBezTo>
                    <a:cubicBezTo>
                      <a:pt x="5165" y="21600"/>
                      <a:pt x="6290" y="21147"/>
                      <a:pt x="7102" y="20264"/>
                    </a:cubicBezTo>
                    <a:lnTo>
                      <a:pt x="14522" y="12072"/>
                    </a:lnTo>
                    <a:cubicBezTo>
                      <a:pt x="17561" y="11101"/>
                      <a:pt x="19894" y="8948"/>
                      <a:pt x="20996" y="7111"/>
                    </a:cubicBezTo>
                    <a:cubicBezTo>
                      <a:pt x="21238" y="6689"/>
                      <a:pt x="21062" y="6140"/>
                      <a:pt x="20643" y="5908"/>
                    </a:cubicBezTo>
                    <a:lnTo>
                      <a:pt x="20599" y="5908"/>
                    </a:lnTo>
                    <a:cubicBezTo>
                      <a:pt x="20453" y="5830"/>
                      <a:pt x="20293" y="5793"/>
                      <a:pt x="20138" y="5793"/>
                    </a:cubicBezTo>
                    <a:cubicBezTo>
                      <a:pt x="19826" y="5793"/>
                      <a:pt x="19528" y="5942"/>
                      <a:pt x="19366" y="6224"/>
                    </a:cubicBezTo>
                    <a:cubicBezTo>
                      <a:pt x="19146" y="6583"/>
                      <a:pt x="18904" y="6985"/>
                      <a:pt x="18684" y="7364"/>
                    </a:cubicBezTo>
                    <a:cubicBezTo>
                      <a:pt x="18398" y="7407"/>
                      <a:pt x="18001" y="7407"/>
                      <a:pt x="17693" y="7470"/>
                    </a:cubicBezTo>
                    <a:cubicBezTo>
                      <a:pt x="18133" y="5675"/>
                      <a:pt x="18948" y="3944"/>
                      <a:pt x="20049" y="2445"/>
                    </a:cubicBezTo>
                    <a:cubicBezTo>
                      <a:pt x="20335" y="2107"/>
                      <a:pt x="20247" y="1622"/>
                      <a:pt x="19894" y="1390"/>
                    </a:cubicBezTo>
                    <a:lnTo>
                      <a:pt x="19873" y="1390"/>
                    </a:lnTo>
                    <a:cubicBezTo>
                      <a:pt x="19740" y="1290"/>
                      <a:pt x="19571" y="1241"/>
                      <a:pt x="19400" y="1241"/>
                    </a:cubicBezTo>
                    <a:cubicBezTo>
                      <a:pt x="19173" y="1241"/>
                      <a:pt x="18944" y="1327"/>
                      <a:pt x="18794" y="1495"/>
                    </a:cubicBezTo>
                    <a:cubicBezTo>
                      <a:pt x="17891" y="2445"/>
                      <a:pt x="17187" y="3670"/>
                      <a:pt x="16790" y="4873"/>
                    </a:cubicBezTo>
                    <a:cubicBezTo>
                      <a:pt x="17120" y="3585"/>
                      <a:pt x="17671" y="2318"/>
                      <a:pt x="18398" y="1178"/>
                    </a:cubicBezTo>
                    <a:cubicBezTo>
                      <a:pt x="18661" y="819"/>
                      <a:pt x="18507" y="313"/>
                      <a:pt x="18112" y="123"/>
                    </a:cubicBezTo>
                    <a:cubicBezTo>
                      <a:pt x="18045" y="101"/>
                      <a:pt x="18023" y="101"/>
                      <a:pt x="18001" y="80"/>
                    </a:cubicBezTo>
                    <a:cubicBezTo>
                      <a:pt x="17887" y="26"/>
                      <a:pt x="17770" y="0"/>
                      <a:pt x="17658" y="0"/>
                    </a:cubicBez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6" name="Google Shape;2115;p53"/>
              <p:cNvSpPr/>
              <p:nvPr/>
            </p:nvSpPr>
            <p:spPr>
              <a:xfrm flipH="1">
                <a:off x="2134150" y="2323256"/>
                <a:ext cx="168502" cy="119458"/>
              </a:xfrm>
              <a:custGeom>
                <a:avLst/>
                <a:gdLst/>
                <a:ahLst/>
                <a:cxnLst>
                  <a:cxn ang="0">
                    <a:pos x="wd2" y="hd2"/>
                  </a:cxn>
                  <a:cxn ang="5400000">
                    <a:pos x="wd2" y="hd2"/>
                  </a:cxn>
                  <a:cxn ang="10800000">
                    <a:pos x="wd2" y="hd2"/>
                  </a:cxn>
                  <a:cxn ang="16200000">
                    <a:pos x="wd2" y="hd2"/>
                  </a:cxn>
                </a:cxnLst>
                <a:rect l="0" t="0" r="r" b="b"/>
                <a:pathLst>
                  <a:path w="21429" h="21600" fill="norm" stroke="1" extrusionOk="0">
                    <a:moveTo>
                      <a:pt x="13828" y="0"/>
                    </a:moveTo>
                    <a:cubicBezTo>
                      <a:pt x="7425" y="0"/>
                      <a:pt x="-171" y="4156"/>
                      <a:pt x="3" y="21600"/>
                    </a:cubicBezTo>
                    <a:cubicBezTo>
                      <a:pt x="1055" y="16927"/>
                      <a:pt x="5261" y="3097"/>
                      <a:pt x="21429" y="1978"/>
                    </a:cubicBezTo>
                    <a:cubicBezTo>
                      <a:pt x="19939" y="1039"/>
                      <a:pt x="17035" y="0"/>
                      <a:pt x="13828" y="0"/>
                    </a:cubicBez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7" name="Google Shape;2116;p53"/>
              <p:cNvSpPr/>
              <p:nvPr/>
            </p:nvSpPr>
            <p:spPr>
              <a:xfrm flipH="1">
                <a:off x="2589913" y="2439597"/>
                <a:ext cx="259417" cy="319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0" y="0"/>
                    </a:moveTo>
                    <a:lnTo>
                      <a:pt x="17127" y="9018"/>
                    </a:lnTo>
                    <a:cubicBezTo>
                      <a:pt x="10585" y="10766"/>
                      <a:pt x="5078" y="14400"/>
                      <a:pt x="1723" y="19225"/>
                    </a:cubicBezTo>
                    <a:lnTo>
                      <a:pt x="0" y="21600"/>
                    </a:lnTo>
                    <a:lnTo>
                      <a:pt x="21600" y="8737"/>
                    </a:lnTo>
                    <a:lnTo>
                      <a:pt x="4130"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8" name="Google Shape;2117;p53"/>
              <p:cNvSpPr/>
              <p:nvPr/>
            </p:nvSpPr>
            <p:spPr>
              <a:xfrm flipH="1">
                <a:off x="1605014" y="1084207"/>
                <a:ext cx="877255" cy="724968"/>
              </a:xfrm>
              <a:custGeom>
                <a:avLst/>
                <a:gdLst/>
                <a:ahLst/>
                <a:cxnLst>
                  <a:cxn ang="0">
                    <a:pos x="wd2" y="hd2"/>
                  </a:cxn>
                  <a:cxn ang="5400000">
                    <a:pos x="wd2" y="hd2"/>
                  </a:cxn>
                  <a:cxn ang="10800000">
                    <a:pos x="wd2" y="hd2"/>
                  </a:cxn>
                  <a:cxn ang="16200000">
                    <a:pos x="wd2" y="hd2"/>
                  </a:cxn>
                </a:cxnLst>
                <a:rect l="0" t="0" r="r" b="b"/>
                <a:pathLst>
                  <a:path w="21444" h="21600" fill="norm" stroke="1" extrusionOk="0">
                    <a:moveTo>
                      <a:pt x="10774" y="0"/>
                    </a:moveTo>
                    <a:cubicBezTo>
                      <a:pt x="10617" y="0"/>
                      <a:pt x="10460" y="4"/>
                      <a:pt x="10303" y="15"/>
                    </a:cubicBezTo>
                    <a:cubicBezTo>
                      <a:pt x="9141" y="76"/>
                      <a:pt x="8004" y="446"/>
                      <a:pt x="7018" y="1123"/>
                    </a:cubicBezTo>
                    <a:cubicBezTo>
                      <a:pt x="6033" y="1862"/>
                      <a:pt x="5225" y="2971"/>
                      <a:pt x="4871" y="4295"/>
                    </a:cubicBezTo>
                    <a:cubicBezTo>
                      <a:pt x="4596" y="4127"/>
                      <a:pt x="4291" y="4053"/>
                      <a:pt x="3978" y="4053"/>
                    </a:cubicBezTo>
                    <a:cubicBezTo>
                      <a:pt x="3142" y="4053"/>
                      <a:pt x="2237" y="4578"/>
                      <a:pt x="1612" y="5249"/>
                    </a:cubicBezTo>
                    <a:cubicBezTo>
                      <a:pt x="753" y="6204"/>
                      <a:pt x="323" y="7559"/>
                      <a:pt x="121" y="8944"/>
                    </a:cubicBezTo>
                    <a:cubicBezTo>
                      <a:pt x="-156" y="10854"/>
                      <a:pt x="46" y="12855"/>
                      <a:pt x="678" y="14672"/>
                    </a:cubicBezTo>
                    <a:cubicBezTo>
                      <a:pt x="1309" y="16489"/>
                      <a:pt x="2344" y="18029"/>
                      <a:pt x="3659" y="19137"/>
                    </a:cubicBezTo>
                    <a:cubicBezTo>
                      <a:pt x="3823" y="19003"/>
                      <a:pt x="4078" y="18902"/>
                      <a:pt x="4312" y="18902"/>
                    </a:cubicBezTo>
                    <a:cubicBezTo>
                      <a:pt x="4403" y="18902"/>
                      <a:pt x="4491" y="18918"/>
                      <a:pt x="4569" y="18952"/>
                    </a:cubicBezTo>
                    <a:cubicBezTo>
                      <a:pt x="4821" y="18983"/>
                      <a:pt x="5073" y="19137"/>
                      <a:pt x="5301" y="19290"/>
                    </a:cubicBezTo>
                    <a:cubicBezTo>
                      <a:pt x="6033" y="19814"/>
                      <a:pt x="6716" y="20646"/>
                      <a:pt x="7145" y="21600"/>
                    </a:cubicBezTo>
                    <a:cubicBezTo>
                      <a:pt x="7600" y="21015"/>
                      <a:pt x="7928" y="20246"/>
                      <a:pt x="8029" y="19445"/>
                    </a:cubicBezTo>
                    <a:cubicBezTo>
                      <a:pt x="8130" y="18644"/>
                      <a:pt x="8054" y="17751"/>
                      <a:pt x="7701" y="17043"/>
                    </a:cubicBezTo>
                    <a:cubicBezTo>
                      <a:pt x="9217" y="15288"/>
                      <a:pt x="9975" y="12517"/>
                      <a:pt x="9545" y="10022"/>
                    </a:cubicBezTo>
                    <a:cubicBezTo>
                      <a:pt x="11086" y="10484"/>
                      <a:pt x="12677" y="10884"/>
                      <a:pt x="14244" y="11008"/>
                    </a:cubicBezTo>
                    <a:cubicBezTo>
                      <a:pt x="14472" y="11025"/>
                      <a:pt x="14700" y="11034"/>
                      <a:pt x="14929" y="11034"/>
                    </a:cubicBezTo>
                    <a:cubicBezTo>
                      <a:pt x="16305" y="11034"/>
                      <a:pt x="17691" y="10695"/>
                      <a:pt x="18817" y="9745"/>
                    </a:cubicBezTo>
                    <a:cubicBezTo>
                      <a:pt x="20333" y="9191"/>
                      <a:pt x="21444" y="7867"/>
                      <a:pt x="21444" y="7867"/>
                    </a:cubicBezTo>
                    <a:cubicBezTo>
                      <a:pt x="20838" y="7867"/>
                      <a:pt x="20131" y="7466"/>
                      <a:pt x="19701" y="6974"/>
                    </a:cubicBezTo>
                    <a:cubicBezTo>
                      <a:pt x="19297" y="6450"/>
                      <a:pt x="19019" y="5804"/>
                      <a:pt x="18691" y="5218"/>
                    </a:cubicBezTo>
                    <a:cubicBezTo>
                      <a:pt x="16982" y="2023"/>
                      <a:pt x="13900" y="0"/>
                      <a:pt x="1077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59" name="Google Shape;2118;p53"/>
              <p:cNvSpPr/>
              <p:nvPr/>
            </p:nvSpPr>
            <p:spPr>
              <a:xfrm flipH="1">
                <a:off x="1675808" y="1389595"/>
                <a:ext cx="682513" cy="598393"/>
              </a:xfrm>
              <a:custGeom>
                <a:avLst/>
                <a:gdLst/>
                <a:ahLst/>
                <a:cxnLst>
                  <a:cxn ang="0">
                    <a:pos x="wd2" y="hd2"/>
                  </a:cxn>
                  <a:cxn ang="5400000">
                    <a:pos x="wd2" y="hd2"/>
                  </a:cxn>
                  <a:cxn ang="10800000">
                    <a:pos x="wd2" y="hd2"/>
                  </a:cxn>
                  <a:cxn ang="16200000">
                    <a:pos x="wd2" y="hd2"/>
                  </a:cxn>
                </a:cxnLst>
                <a:rect l="0" t="0" r="r" b="b"/>
                <a:pathLst>
                  <a:path w="21387" h="21600" fill="norm" stroke="1" extrusionOk="0">
                    <a:moveTo>
                      <a:pt x="7219" y="0"/>
                    </a:moveTo>
                    <a:cubicBezTo>
                      <a:pt x="7867" y="3245"/>
                      <a:pt x="7155" y="6902"/>
                      <a:pt x="5438" y="9550"/>
                    </a:cubicBezTo>
                    <a:cubicBezTo>
                      <a:pt x="6118" y="10967"/>
                      <a:pt x="5988" y="12833"/>
                      <a:pt x="5179" y="14138"/>
                    </a:cubicBezTo>
                    <a:cubicBezTo>
                      <a:pt x="4791" y="13131"/>
                      <a:pt x="4305" y="12124"/>
                      <a:pt x="3528" y="11452"/>
                    </a:cubicBezTo>
                    <a:cubicBezTo>
                      <a:pt x="3072" y="11081"/>
                      <a:pt x="2495" y="10851"/>
                      <a:pt x="1944" y="10851"/>
                    </a:cubicBezTo>
                    <a:cubicBezTo>
                      <a:pt x="1555" y="10851"/>
                      <a:pt x="1180" y="10966"/>
                      <a:pt x="872" y="11228"/>
                    </a:cubicBezTo>
                    <a:cubicBezTo>
                      <a:pt x="127" y="11788"/>
                      <a:pt x="-132" y="12944"/>
                      <a:pt x="62" y="13952"/>
                    </a:cubicBezTo>
                    <a:cubicBezTo>
                      <a:pt x="256" y="15295"/>
                      <a:pt x="1098" y="16452"/>
                      <a:pt x="2200" y="16974"/>
                    </a:cubicBezTo>
                    <a:cubicBezTo>
                      <a:pt x="2494" y="17113"/>
                      <a:pt x="2797" y="17176"/>
                      <a:pt x="3101" y="17176"/>
                    </a:cubicBezTo>
                    <a:cubicBezTo>
                      <a:pt x="3938" y="17176"/>
                      <a:pt x="4782" y="16707"/>
                      <a:pt x="5470" y="16078"/>
                    </a:cubicBezTo>
                    <a:cubicBezTo>
                      <a:pt x="6863" y="17831"/>
                      <a:pt x="8418" y="19547"/>
                      <a:pt x="10295" y="20555"/>
                    </a:cubicBezTo>
                    <a:cubicBezTo>
                      <a:pt x="11427" y="21217"/>
                      <a:pt x="12702" y="21600"/>
                      <a:pt x="13969" y="21600"/>
                    </a:cubicBezTo>
                    <a:cubicBezTo>
                      <a:pt x="14769" y="21600"/>
                      <a:pt x="15566" y="21447"/>
                      <a:pt x="16319" y="21114"/>
                    </a:cubicBezTo>
                    <a:cubicBezTo>
                      <a:pt x="18359" y="20219"/>
                      <a:pt x="19850" y="18092"/>
                      <a:pt x="20627" y="15742"/>
                    </a:cubicBezTo>
                    <a:cubicBezTo>
                      <a:pt x="21372" y="13430"/>
                      <a:pt x="21468" y="10855"/>
                      <a:pt x="21339" y="8356"/>
                    </a:cubicBezTo>
                    <a:cubicBezTo>
                      <a:pt x="21209" y="5781"/>
                      <a:pt x="20821" y="3208"/>
                      <a:pt x="20205" y="745"/>
                    </a:cubicBezTo>
                    <a:cubicBezTo>
                      <a:pt x="18602" y="1245"/>
                      <a:pt x="16879" y="1472"/>
                      <a:pt x="15132" y="1472"/>
                    </a:cubicBezTo>
                    <a:cubicBezTo>
                      <a:pt x="12433" y="1472"/>
                      <a:pt x="9677" y="929"/>
                      <a:pt x="7219" y="0"/>
                    </a:cubicBez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0" name="Google Shape;2119;p53"/>
              <p:cNvSpPr/>
              <p:nvPr/>
            </p:nvSpPr>
            <p:spPr>
              <a:xfrm flipH="1">
                <a:off x="2230743" y="1734133"/>
                <a:ext cx="87375" cy="94210"/>
              </a:xfrm>
              <a:custGeom>
                <a:avLst/>
                <a:gdLst/>
                <a:ahLst/>
                <a:cxnLst>
                  <a:cxn ang="0">
                    <a:pos x="wd2" y="hd2"/>
                  </a:cxn>
                  <a:cxn ang="5400000">
                    <a:pos x="wd2" y="hd2"/>
                  </a:cxn>
                  <a:cxn ang="10800000">
                    <a:pos x="wd2" y="hd2"/>
                  </a:cxn>
                  <a:cxn ang="16200000">
                    <a:pos x="wd2" y="hd2"/>
                  </a:cxn>
                </a:cxnLst>
                <a:rect l="0" t="0" r="r" b="b"/>
                <a:pathLst>
                  <a:path w="21478" h="21600" fill="norm" stroke="1" extrusionOk="0">
                    <a:moveTo>
                      <a:pt x="5058" y="0"/>
                    </a:moveTo>
                    <a:cubicBezTo>
                      <a:pt x="3071" y="0"/>
                      <a:pt x="1212" y="723"/>
                      <a:pt x="0" y="2040"/>
                    </a:cubicBezTo>
                    <a:cubicBezTo>
                      <a:pt x="1030" y="1717"/>
                      <a:pt x="2224" y="1590"/>
                      <a:pt x="3427" y="1590"/>
                    </a:cubicBezTo>
                    <a:cubicBezTo>
                      <a:pt x="4885" y="1590"/>
                      <a:pt x="6371" y="1777"/>
                      <a:pt x="7628" y="2040"/>
                    </a:cubicBezTo>
                    <a:cubicBezTo>
                      <a:pt x="9907" y="2754"/>
                      <a:pt x="12450" y="4174"/>
                      <a:pt x="13726" y="5831"/>
                    </a:cubicBezTo>
                    <a:cubicBezTo>
                      <a:pt x="11438" y="5831"/>
                      <a:pt x="9907" y="7727"/>
                      <a:pt x="9150" y="9385"/>
                    </a:cubicBezTo>
                    <a:cubicBezTo>
                      <a:pt x="8640" y="11280"/>
                      <a:pt x="8895" y="13414"/>
                      <a:pt x="9661" y="15072"/>
                    </a:cubicBezTo>
                    <a:cubicBezTo>
                      <a:pt x="10417" y="17443"/>
                      <a:pt x="11693" y="19577"/>
                      <a:pt x="13726" y="20758"/>
                    </a:cubicBezTo>
                    <a:cubicBezTo>
                      <a:pt x="14765" y="21302"/>
                      <a:pt x="15922" y="21600"/>
                      <a:pt x="17016" y="21600"/>
                    </a:cubicBezTo>
                    <a:cubicBezTo>
                      <a:pt x="18301" y="21600"/>
                      <a:pt x="19504" y="21183"/>
                      <a:pt x="20324" y="20282"/>
                    </a:cubicBezTo>
                    <a:cubicBezTo>
                      <a:pt x="21600" y="18625"/>
                      <a:pt x="21600" y="16967"/>
                      <a:pt x="21345" y="15072"/>
                    </a:cubicBezTo>
                    <a:cubicBezTo>
                      <a:pt x="20324" y="10099"/>
                      <a:pt x="17535" y="5593"/>
                      <a:pt x="13470" y="2754"/>
                    </a:cubicBezTo>
                    <a:cubicBezTo>
                      <a:pt x="11438" y="1326"/>
                      <a:pt x="9150" y="383"/>
                      <a:pt x="6608" y="145"/>
                    </a:cubicBezTo>
                    <a:cubicBezTo>
                      <a:pt x="6088" y="51"/>
                      <a:pt x="5569" y="0"/>
                      <a:pt x="5058" y="0"/>
                    </a:cubicBez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1" name="Google Shape;2120;p53"/>
              <p:cNvSpPr/>
              <p:nvPr/>
            </p:nvSpPr>
            <p:spPr>
              <a:xfrm flipH="1">
                <a:off x="1942954" y="1457776"/>
                <a:ext cx="237266" cy="290262"/>
              </a:xfrm>
              <a:custGeom>
                <a:avLst/>
                <a:gdLst/>
                <a:ahLst/>
                <a:cxnLst>
                  <a:cxn ang="0">
                    <a:pos x="wd2" y="hd2"/>
                  </a:cxn>
                  <a:cxn ang="5400000">
                    <a:pos x="wd2" y="hd2"/>
                  </a:cxn>
                  <a:cxn ang="10800000">
                    <a:pos x="wd2" y="hd2"/>
                  </a:cxn>
                  <a:cxn ang="16200000">
                    <a:pos x="wd2" y="hd2"/>
                  </a:cxn>
                </a:cxnLst>
                <a:rect l="0" t="0" r="r" b="b"/>
                <a:pathLst>
                  <a:path w="21191" h="21600" fill="norm" stroke="1" extrusionOk="0">
                    <a:moveTo>
                      <a:pt x="17592" y="0"/>
                    </a:moveTo>
                    <a:cubicBezTo>
                      <a:pt x="17565" y="6"/>
                      <a:pt x="17535" y="8"/>
                      <a:pt x="17509" y="11"/>
                    </a:cubicBezTo>
                    <a:lnTo>
                      <a:pt x="17592" y="0"/>
                    </a:lnTo>
                    <a:close/>
                    <a:moveTo>
                      <a:pt x="17509" y="11"/>
                    </a:moveTo>
                    <a:lnTo>
                      <a:pt x="5777" y="1540"/>
                    </a:lnTo>
                    <a:cubicBezTo>
                      <a:pt x="2084" y="2000"/>
                      <a:pt x="-409" y="4922"/>
                      <a:pt x="55" y="7998"/>
                    </a:cubicBezTo>
                    <a:lnTo>
                      <a:pt x="1621" y="16766"/>
                    </a:lnTo>
                    <a:cubicBezTo>
                      <a:pt x="2207" y="19625"/>
                      <a:pt x="5071" y="21600"/>
                      <a:pt x="8350" y="21600"/>
                    </a:cubicBezTo>
                    <a:cubicBezTo>
                      <a:pt x="8687" y="21600"/>
                      <a:pt x="9032" y="21578"/>
                      <a:pt x="9376" y="21537"/>
                    </a:cubicBezTo>
                    <a:lnTo>
                      <a:pt x="21191" y="19997"/>
                    </a:lnTo>
                    <a:cubicBezTo>
                      <a:pt x="20896" y="20027"/>
                      <a:pt x="20602" y="20044"/>
                      <a:pt x="20310" y="20044"/>
                    </a:cubicBezTo>
                    <a:cubicBezTo>
                      <a:pt x="16956" y="20044"/>
                      <a:pt x="13946" y="18060"/>
                      <a:pt x="13436" y="15230"/>
                    </a:cubicBezTo>
                    <a:lnTo>
                      <a:pt x="11777" y="6462"/>
                    </a:lnTo>
                    <a:cubicBezTo>
                      <a:pt x="11317" y="3407"/>
                      <a:pt x="13860" y="505"/>
                      <a:pt x="17509" y="11"/>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2" name="Google Shape;2121;p53"/>
              <p:cNvSpPr/>
              <p:nvPr/>
            </p:nvSpPr>
            <p:spPr>
              <a:xfrm flipH="1">
                <a:off x="1563875" y="1408096"/>
                <a:ext cx="485091" cy="319254"/>
              </a:xfrm>
              <a:custGeom>
                <a:avLst/>
                <a:gdLst/>
                <a:ahLst/>
                <a:cxnLst>
                  <a:cxn ang="0">
                    <a:pos x="wd2" y="hd2"/>
                  </a:cxn>
                  <a:cxn ang="5400000">
                    <a:pos x="wd2" y="hd2"/>
                  </a:cxn>
                  <a:cxn ang="10800000">
                    <a:pos x="wd2" y="hd2"/>
                  </a:cxn>
                  <a:cxn ang="16200000">
                    <a:pos x="wd2" y="hd2"/>
                  </a:cxn>
                </a:cxnLst>
                <a:rect l="0" t="0" r="r" b="b"/>
                <a:pathLst>
                  <a:path w="21165" h="21600" fill="norm" stroke="1" extrusionOk="0">
                    <a:moveTo>
                      <a:pt x="17084" y="0"/>
                    </a:moveTo>
                    <a:cubicBezTo>
                      <a:pt x="16901" y="0"/>
                      <a:pt x="16715" y="25"/>
                      <a:pt x="16529" y="75"/>
                    </a:cubicBezTo>
                    <a:lnTo>
                      <a:pt x="10803" y="1475"/>
                    </a:lnTo>
                    <a:lnTo>
                      <a:pt x="2867" y="3361"/>
                    </a:lnTo>
                    <a:cubicBezTo>
                      <a:pt x="1063" y="3783"/>
                      <a:pt x="-200" y="6509"/>
                      <a:pt x="26" y="9236"/>
                    </a:cubicBezTo>
                    <a:lnTo>
                      <a:pt x="837" y="17208"/>
                    </a:lnTo>
                    <a:cubicBezTo>
                      <a:pt x="1083" y="19806"/>
                      <a:pt x="2514" y="21600"/>
                      <a:pt x="4124" y="21600"/>
                    </a:cubicBezTo>
                    <a:cubicBezTo>
                      <a:pt x="4289" y="21600"/>
                      <a:pt x="4457" y="21582"/>
                      <a:pt x="4625" y="21542"/>
                    </a:cubicBezTo>
                    <a:lnTo>
                      <a:pt x="12561" y="19653"/>
                    </a:lnTo>
                    <a:lnTo>
                      <a:pt x="18288" y="18256"/>
                    </a:lnTo>
                    <a:cubicBezTo>
                      <a:pt x="20137" y="17767"/>
                      <a:pt x="21400" y="15178"/>
                      <a:pt x="21128" y="12382"/>
                    </a:cubicBezTo>
                    <a:lnTo>
                      <a:pt x="20318" y="4412"/>
                    </a:lnTo>
                    <a:cubicBezTo>
                      <a:pt x="20075" y="1841"/>
                      <a:pt x="18673" y="0"/>
                      <a:pt x="1708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3" name="Google Shape;2122;p53"/>
              <p:cNvSpPr/>
              <p:nvPr/>
            </p:nvSpPr>
            <p:spPr>
              <a:xfrm flipH="1">
                <a:off x="1631665" y="1447247"/>
                <a:ext cx="67824" cy="67849"/>
              </a:xfrm>
              <a:custGeom>
                <a:avLst/>
                <a:gdLst/>
                <a:ahLst/>
                <a:cxnLst>
                  <a:cxn ang="0">
                    <a:pos x="wd2" y="hd2"/>
                  </a:cxn>
                  <a:cxn ang="5400000">
                    <a:pos x="wd2" y="hd2"/>
                  </a:cxn>
                  <a:cxn ang="10800000">
                    <a:pos x="wd2" y="hd2"/>
                  </a:cxn>
                  <a:cxn ang="16200000">
                    <a:pos x="wd2" y="hd2"/>
                  </a:cxn>
                </a:cxnLst>
                <a:rect l="0" t="0" r="r" b="b"/>
                <a:pathLst>
                  <a:path w="20252" h="21600" fill="norm" stroke="1" extrusionOk="0">
                    <a:moveTo>
                      <a:pt x="9734" y="0"/>
                    </a:moveTo>
                    <a:cubicBezTo>
                      <a:pt x="9313" y="0"/>
                      <a:pt x="8892" y="24"/>
                      <a:pt x="8461" y="71"/>
                    </a:cubicBezTo>
                    <a:cubicBezTo>
                      <a:pt x="3213" y="1050"/>
                      <a:pt x="-795" y="6315"/>
                      <a:pt x="135" y="12570"/>
                    </a:cubicBezTo>
                    <a:cubicBezTo>
                      <a:pt x="1242" y="17622"/>
                      <a:pt x="5372" y="21600"/>
                      <a:pt x="10033" y="21600"/>
                    </a:cubicBezTo>
                    <a:cubicBezTo>
                      <a:pt x="10531" y="21600"/>
                      <a:pt x="11040" y="21553"/>
                      <a:pt x="11549" y="21458"/>
                    </a:cubicBezTo>
                    <a:cubicBezTo>
                      <a:pt x="17107" y="20797"/>
                      <a:pt x="20805" y="15203"/>
                      <a:pt x="20185" y="9277"/>
                    </a:cubicBezTo>
                    <a:cubicBezTo>
                      <a:pt x="19333" y="3789"/>
                      <a:pt x="15026" y="0"/>
                      <a:pt x="9734"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4" name="Google Shape;2123;p53"/>
              <p:cNvSpPr/>
              <p:nvPr/>
            </p:nvSpPr>
            <p:spPr>
              <a:xfrm flipH="1">
                <a:off x="1610983" y="1539008"/>
                <a:ext cx="74049" cy="110411"/>
              </a:xfrm>
              <a:custGeom>
                <a:avLst/>
                <a:gdLst/>
                <a:ahLst/>
                <a:cxnLst>
                  <a:cxn ang="0">
                    <a:pos x="wd2" y="hd2"/>
                  </a:cxn>
                  <a:cxn ang="5400000">
                    <a:pos x="wd2" y="hd2"/>
                  </a:cxn>
                  <a:cxn ang="10800000">
                    <a:pos x="wd2" y="hd2"/>
                  </a:cxn>
                  <a:cxn ang="16200000">
                    <a:pos x="wd2" y="hd2"/>
                  </a:cxn>
                </a:cxnLst>
                <a:rect l="0" t="0" r="r" b="b"/>
                <a:pathLst>
                  <a:path w="20359" h="21600" fill="norm" stroke="1" extrusionOk="0">
                    <a:moveTo>
                      <a:pt x="9339" y="0"/>
                    </a:moveTo>
                    <a:cubicBezTo>
                      <a:pt x="8840" y="0"/>
                      <a:pt x="8320" y="22"/>
                      <a:pt x="7790" y="87"/>
                    </a:cubicBezTo>
                    <a:cubicBezTo>
                      <a:pt x="2968" y="486"/>
                      <a:pt x="-732" y="3924"/>
                      <a:pt x="124" y="7565"/>
                    </a:cubicBezTo>
                    <a:lnTo>
                      <a:pt x="1827" y="16059"/>
                    </a:lnTo>
                    <a:cubicBezTo>
                      <a:pt x="2336" y="19163"/>
                      <a:pt x="6556" y="21600"/>
                      <a:pt x="10929" y="21600"/>
                    </a:cubicBezTo>
                    <a:cubicBezTo>
                      <a:pt x="11398" y="21600"/>
                      <a:pt x="11867" y="21578"/>
                      <a:pt x="12336" y="21513"/>
                    </a:cubicBezTo>
                    <a:cubicBezTo>
                      <a:pt x="17453" y="21114"/>
                      <a:pt x="20868" y="17676"/>
                      <a:pt x="20297" y="14035"/>
                    </a:cubicBezTo>
                    <a:lnTo>
                      <a:pt x="18595" y="5541"/>
                    </a:lnTo>
                    <a:cubicBezTo>
                      <a:pt x="17820" y="2437"/>
                      <a:pt x="14038" y="0"/>
                      <a:pt x="9339"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5" name="Google Shape;2124;p53"/>
              <p:cNvSpPr/>
              <p:nvPr/>
            </p:nvSpPr>
            <p:spPr>
              <a:xfrm flipH="1">
                <a:off x="2123806" y="1579753"/>
                <a:ext cx="319366" cy="1147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900" y="0"/>
                    </a:moveTo>
                    <a:lnTo>
                      <a:pt x="0" y="8364"/>
                    </a:lnTo>
                    <a:lnTo>
                      <a:pt x="3776" y="21600"/>
                    </a:lnTo>
                    <a:lnTo>
                      <a:pt x="21600" y="13620"/>
                    </a:lnTo>
                    <a:lnTo>
                      <a:pt x="20900" y="0"/>
                    </a:lnTo>
                    <a:close/>
                  </a:path>
                </a:pathLst>
              </a:custGeom>
              <a:solidFill>
                <a:srgbClr val="0D092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6" name="Google Shape;2125;p53"/>
              <p:cNvSpPr/>
              <p:nvPr/>
            </p:nvSpPr>
            <p:spPr>
              <a:xfrm flipH="1">
                <a:off x="1780264" y="1757491"/>
                <a:ext cx="231948" cy="119086"/>
              </a:xfrm>
              <a:custGeom>
                <a:avLst/>
                <a:gdLst/>
                <a:ahLst/>
                <a:cxnLst>
                  <a:cxn ang="0">
                    <a:pos x="wd2" y="hd2"/>
                  </a:cxn>
                  <a:cxn ang="5400000">
                    <a:pos x="wd2" y="hd2"/>
                  </a:cxn>
                  <a:cxn ang="10800000">
                    <a:pos x="wd2" y="hd2"/>
                  </a:cxn>
                  <a:cxn ang="16200000">
                    <a:pos x="wd2" y="hd2"/>
                  </a:cxn>
                </a:cxnLst>
                <a:rect l="0" t="0" r="r" b="b"/>
                <a:pathLst>
                  <a:path w="21354" h="21600" fill="norm" stroke="1" extrusionOk="0">
                    <a:moveTo>
                      <a:pt x="21313" y="0"/>
                    </a:moveTo>
                    <a:cubicBezTo>
                      <a:pt x="14463" y="4499"/>
                      <a:pt x="7329" y="8251"/>
                      <a:pt x="0" y="10874"/>
                    </a:cubicBezTo>
                    <a:cubicBezTo>
                      <a:pt x="2666" y="15561"/>
                      <a:pt x="6851" y="20625"/>
                      <a:pt x="10278" y="21560"/>
                    </a:cubicBezTo>
                    <a:cubicBezTo>
                      <a:pt x="10506" y="21587"/>
                      <a:pt x="10735" y="21600"/>
                      <a:pt x="10964" y="21600"/>
                    </a:cubicBezTo>
                    <a:cubicBezTo>
                      <a:pt x="13705" y="21600"/>
                      <a:pt x="16521" y="19556"/>
                      <a:pt x="18364" y="15749"/>
                    </a:cubicBezTo>
                    <a:cubicBezTo>
                      <a:pt x="20364" y="11439"/>
                      <a:pt x="21600" y="5810"/>
                      <a:pt x="2131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7" name="Google Shape;2126;p53"/>
              <p:cNvSpPr/>
              <p:nvPr/>
            </p:nvSpPr>
            <p:spPr>
              <a:xfrm flipH="1">
                <a:off x="2514465" y="2832333"/>
                <a:ext cx="656296" cy="427847"/>
              </a:xfrm>
              <a:custGeom>
                <a:avLst/>
                <a:gdLst/>
                <a:ahLst/>
                <a:cxnLst>
                  <a:cxn ang="0">
                    <a:pos x="wd2" y="hd2"/>
                  </a:cxn>
                  <a:cxn ang="5400000">
                    <a:pos x="wd2" y="hd2"/>
                  </a:cxn>
                  <a:cxn ang="10800000">
                    <a:pos x="wd2" y="hd2"/>
                  </a:cxn>
                  <a:cxn ang="16200000">
                    <a:pos x="wd2" y="hd2"/>
                  </a:cxn>
                </a:cxnLst>
                <a:rect l="0" t="0" r="r" b="b"/>
                <a:pathLst>
                  <a:path w="21567" h="21600" fill="norm" stroke="1" extrusionOk="0">
                    <a:moveTo>
                      <a:pt x="1971" y="0"/>
                    </a:moveTo>
                    <a:cubicBezTo>
                      <a:pt x="850" y="0"/>
                      <a:pt x="1" y="1355"/>
                      <a:pt x="1" y="3025"/>
                    </a:cubicBezTo>
                    <a:lnTo>
                      <a:pt x="1" y="18573"/>
                    </a:lnTo>
                    <a:cubicBezTo>
                      <a:pt x="-33" y="20295"/>
                      <a:pt x="850" y="21600"/>
                      <a:pt x="1971" y="21600"/>
                    </a:cubicBezTo>
                    <a:lnTo>
                      <a:pt x="19631" y="21600"/>
                    </a:lnTo>
                    <a:cubicBezTo>
                      <a:pt x="20718" y="21600"/>
                      <a:pt x="21567" y="20243"/>
                      <a:pt x="21567" y="18573"/>
                    </a:cubicBezTo>
                    <a:lnTo>
                      <a:pt x="21567" y="3025"/>
                    </a:lnTo>
                    <a:cubicBezTo>
                      <a:pt x="21567" y="1303"/>
                      <a:pt x="20684" y="0"/>
                      <a:pt x="19631"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8" name="Google Shape;2127;p53"/>
              <p:cNvSpPr/>
              <p:nvPr/>
            </p:nvSpPr>
            <p:spPr>
              <a:xfrm flipH="1">
                <a:off x="2508274" y="2826104"/>
                <a:ext cx="669689" cy="4402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00" y="558"/>
                    </a:moveTo>
                    <a:cubicBezTo>
                      <a:pt x="20434" y="558"/>
                      <a:pt x="21234" y="1775"/>
                      <a:pt x="21234" y="3245"/>
                    </a:cubicBezTo>
                    <a:lnTo>
                      <a:pt x="21234" y="18355"/>
                    </a:lnTo>
                    <a:cubicBezTo>
                      <a:pt x="21234" y="19827"/>
                      <a:pt x="20434" y="21043"/>
                      <a:pt x="19500" y="21043"/>
                    </a:cubicBezTo>
                    <a:lnTo>
                      <a:pt x="2167" y="21043"/>
                    </a:lnTo>
                    <a:cubicBezTo>
                      <a:pt x="1199" y="21043"/>
                      <a:pt x="399" y="19827"/>
                      <a:pt x="399" y="18355"/>
                    </a:cubicBezTo>
                    <a:lnTo>
                      <a:pt x="399" y="3245"/>
                    </a:lnTo>
                    <a:cubicBezTo>
                      <a:pt x="399" y="1775"/>
                      <a:pt x="1199" y="558"/>
                      <a:pt x="2167" y="558"/>
                    </a:cubicBezTo>
                    <a:close/>
                    <a:moveTo>
                      <a:pt x="2100" y="0"/>
                    </a:moveTo>
                    <a:cubicBezTo>
                      <a:pt x="933" y="0"/>
                      <a:pt x="0" y="1421"/>
                      <a:pt x="0" y="3245"/>
                    </a:cubicBezTo>
                    <a:lnTo>
                      <a:pt x="0" y="18355"/>
                    </a:lnTo>
                    <a:cubicBezTo>
                      <a:pt x="0" y="20130"/>
                      <a:pt x="933" y="21600"/>
                      <a:pt x="2167" y="21600"/>
                    </a:cubicBezTo>
                    <a:lnTo>
                      <a:pt x="19500" y="21600"/>
                    </a:lnTo>
                    <a:cubicBezTo>
                      <a:pt x="20634" y="21600"/>
                      <a:pt x="21600" y="20130"/>
                      <a:pt x="21600" y="18355"/>
                    </a:cubicBezTo>
                    <a:lnTo>
                      <a:pt x="21600" y="3245"/>
                    </a:lnTo>
                    <a:cubicBezTo>
                      <a:pt x="21600" y="1472"/>
                      <a:pt x="20667" y="0"/>
                      <a:pt x="19500"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69" name="Google Shape;2128;p53"/>
              <p:cNvSpPr/>
              <p:nvPr/>
            </p:nvSpPr>
            <p:spPr>
              <a:xfrm flipH="1">
                <a:off x="2585762" y="2883978"/>
                <a:ext cx="170547" cy="47570"/>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0" name="Google Shape;2129;p53"/>
              <p:cNvSpPr/>
              <p:nvPr/>
            </p:nvSpPr>
            <p:spPr>
              <a:xfrm flipH="1">
                <a:off x="2757345" y="2883978"/>
                <a:ext cx="344132" cy="47570"/>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1" name="Google Shape;2130;p53"/>
              <p:cNvSpPr/>
              <p:nvPr/>
            </p:nvSpPr>
            <p:spPr>
              <a:xfrm flipH="1">
                <a:off x="2585762" y="2975961"/>
                <a:ext cx="356552" cy="47532"/>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2" name="Google Shape;2131;p53"/>
              <p:cNvSpPr/>
              <p:nvPr/>
            </p:nvSpPr>
            <p:spPr>
              <a:xfrm flipH="1">
                <a:off x="2943350" y="2975961"/>
                <a:ext cx="158127" cy="47532"/>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3" name="Google Shape;2132;p53"/>
              <p:cNvSpPr/>
              <p:nvPr/>
            </p:nvSpPr>
            <p:spPr>
              <a:xfrm flipH="1">
                <a:off x="2585762" y="3068983"/>
                <a:ext cx="257339" cy="47532"/>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4" name="Google Shape;2133;p53"/>
              <p:cNvSpPr/>
              <p:nvPr/>
            </p:nvSpPr>
            <p:spPr>
              <a:xfrm flipH="1">
                <a:off x="2844137" y="3068983"/>
                <a:ext cx="257340" cy="47532"/>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5" name="Google Shape;2134;p53"/>
              <p:cNvSpPr/>
              <p:nvPr/>
            </p:nvSpPr>
            <p:spPr>
              <a:xfrm flipH="1">
                <a:off x="2585762" y="3160966"/>
                <a:ext cx="419617" cy="47532"/>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6" name="Google Shape;2135;p53"/>
              <p:cNvSpPr/>
              <p:nvPr/>
            </p:nvSpPr>
            <p:spPr>
              <a:xfrm flipH="1">
                <a:off x="3006415" y="3160966"/>
                <a:ext cx="95062" cy="47532"/>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7" name="Google Shape;2136;p53"/>
              <p:cNvSpPr/>
              <p:nvPr/>
            </p:nvSpPr>
            <p:spPr>
              <a:xfrm flipH="1">
                <a:off x="3279250" y="2936699"/>
                <a:ext cx="219078" cy="2201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1215"/>
                    </a:moveTo>
                    <a:cubicBezTo>
                      <a:pt x="16099" y="1215"/>
                      <a:pt x="20481" y="5475"/>
                      <a:pt x="20481" y="10853"/>
                    </a:cubicBezTo>
                    <a:cubicBezTo>
                      <a:pt x="20481" y="16125"/>
                      <a:pt x="16099" y="20487"/>
                      <a:pt x="10798" y="20487"/>
                    </a:cubicBezTo>
                    <a:cubicBezTo>
                      <a:pt x="5399" y="20487"/>
                      <a:pt x="1119" y="16125"/>
                      <a:pt x="1119" y="10853"/>
                    </a:cubicBezTo>
                    <a:cubicBezTo>
                      <a:pt x="1119" y="5475"/>
                      <a:pt x="5399" y="1215"/>
                      <a:pt x="10798" y="1215"/>
                    </a:cubicBezTo>
                    <a:close/>
                    <a:moveTo>
                      <a:pt x="10798" y="0"/>
                    </a:moveTo>
                    <a:cubicBezTo>
                      <a:pt x="4789" y="0"/>
                      <a:pt x="0" y="4868"/>
                      <a:pt x="0" y="10853"/>
                    </a:cubicBezTo>
                    <a:cubicBezTo>
                      <a:pt x="0" y="16732"/>
                      <a:pt x="4789" y="21600"/>
                      <a:pt x="10798" y="21600"/>
                    </a:cubicBezTo>
                    <a:cubicBezTo>
                      <a:pt x="16811" y="21600"/>
                      <a:pt x="21600" y="16732"/>
                      <a:pt x="21600" y="10853"/>
                    </a:cubicBezTo>
                    <a:cubicBezTo>
                      <a:pt x="21600" y="4868"/>
                      <a:pt x="16811" y="0"/>
                      <a:pt x="1079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8" name="Google Shape;2137;p53"/>
              <p:cNvSpPr/>
              <p:nvPr/>
            </p:nvSpPr>
            <p:spPr>
              <a:xfrm flipH="1">
                <a:off x="3348470" y="2985267"/>
                <a:ext cx="108520" cy="1250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28" y="3215"/>
                    </a:moveTo>
                    <a:lnTo>
                      <a:pt x="19128" y="17854"/>
                    </a:lnTo>
                    <a:lnTo>
                      <a:pt x="4730" y="10714"/>
                    </a:lnTo>
                    <a:lnTo>
                      <a:pt x="19128" y="3215"/>
                    </a:lnTo>
                    <a:close/>
                    <a:moveTo>
                      <a:pt x="21600" y="0"/>
                    </a:moveTo>
                    <a:lnTo>
                      <a:pt x="0" y="10714"/>
                    </a:lnTo>
                    <a:lnTo>
                      <a:pt x="21600" y="21600"/>
                    </a:ln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79" name="Google Shape;2138;p53"/>
              <p:cNvSpPr/>
              <p:nvPr/>
            </p:nvSpPr>
            <p:spPr>
              <a:xfrm flipH="1">
                <a:off x="2671553" y="1709960"/>
                <a:ext cx="404083" cy="2439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4" y="0"/>
                    </a:moveTo>
                    <a:cubicBezTo>
                      <a:pt x="1048" y="0"/>
                      <a:pt x="0" y="1648"/>
                      <a:pt x="0" y="3845"/>
                    </a:cubicBezTo>
                    <a:lnTo>
                      <a:pt x="0" y="17663"/>
                    </a:lnTo>
                    <a:cubicBezTo>
                      <a:pt x="55" y="19860"/>
                      <a:pt x="1048" y="21600"/>
                      <a:pt x="2374" y="21600"/>
                    </a:cubicBezTo>
                    <a:lnTo>
                      <a:pt x="19224" y="21600"/>
                    </a:lnTo>
                    <a:cubicBezTo>
                      <a:pt x="20550" y="21600"/>
                      <a:pt x="21600" y="19860"/>
                      <a:pt x="21600" y="17663"/>
                    </a:cubicBezTo>
                    <a:lnTo>
                      <a:pt x="21600" y="3845"/>
                    </a:lnTo>
                    <a:cubicBezTo>
                      <a:pt x="21600" y="1648"/>
                      <a:pt x="20550" y="0"/>
                      <a:pt x="192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0" name="Google Shape;2139;p53"/>
              <p:cNvSpPr/>
              <p:nvPr/>
            </p:nvSpPr>
            <p:spPr>
              <a:xfrm flipH="1">
                <a:off x="2666400" y="1704807"/>
                <a:ext cx="412350" cy="2542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01" y="876"/>
                    </a:moveTo>
                    <a:cubicBezTo>
                      <a:pt x="20140" y="876"/>
                      <a:pt x="21113" y="2369"/>
                      <a:pt x="21113" y="4303"/>
                    </a:cubicBezTo>
                    <a:lnTo>
                      <a:pt x="21113" y="17562"/>
                    </a:lnTo>
                    <a:cubicBezTo>
                      <a:pt x="21113" y="19404"/>
                      <a:pt x="20140" y="20986"/>
                      <a:pt x="19001" y="20986"/>
                    </a:cubicBezTo>
                    <a:lnTo>
                      <a:pt x="2490" y="20986"/>
                    </a:lnTo>
                    <a:cubicBezTo>
                      <a:pt x="1354" y="20986"/>
                      <a:pt x="379" y="19404"/>
                      <a:pt x="379" y="17562"/>
                    </a:cubicBezTo>
                    <a:lnTo>
                      <a:pt x="379" y="4303"/>
                    </a:lnTo>
                    <a:cubicBezTo>
                      <a:pt x="379" y="2369"/>
                      <a:pt x="1354" y="876"/>
                      <a:pt x="2490" y="876"/>
                    </a:cubicBezTo>
                    <a:close/>
                    <a:moveTo>
                      <a:pt x="2544" y="0"/>
                    </a:moveTo>
                    <a:cubicBezTo>
                      <a:pt x="1136" y="0"/>
                      <a:pt x="0" y="1843"/>
                      <a:pt x="0" y="4127"/>
                    </a:cubicBezTo>
                    <a:lnTo>
                      <a:pt x="0" y="17473"/>
                    </a:lnTo>
                    <a:cubicBezTo>
                      <a:pt x="0" y="19757"/>
                      <a:pt x="1084" y="21600"/>
                      <a:pt x="2490" y="21600"/>
                    </a:cubicBezTo>
                    <a:lnTo>
                      <a:pt x="19001" y="21600"/>
                    </a:lnTo>
                    <a:cubicBezTo>
                      <a:pt x="20409" y="21600"/>
                      <a:pt x="21600" y="19757"/>
                      <a:pt x="21600" y="17473"/>
                    </a:cubicBezTo>
                    <a:lnTo>
                      <a:pt x="21600" y="4127"/>
                    </a:lnTo>
                    <a:cubicBezTo>
                      <a:pt x="21600" y="1843"/>
                      <a:pt x="20409" y="0"/>
                      <a:pt x="1900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1" name="Google Shape;2140;p53"/>
              <p:cNvSpPr/>
              <p:nvPr/>
            </p:nvSpPr>
            <p:spPr>
              <a:xfrm flipH="1">
                <a:off x="3144890" y="1709960"/>
                <a:ext cx="403082" cy="243919"/>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2377" y="0"/>
                    </a:moveTo>
                    <a:cubicBezTo>
                      <a:pt x="1051" y="0"/>
                      <a:pt x="2" y="1648"/>
                      <a:pt x="2" y="3845"/>
                    </a:cubicBezTo>
                    <a:lnTo>
                      <a:pt x="2" y="17663"/>
                    </a:lnTo>
                    <a:cubicBezTo>
                      <a:pt x="-53" y="19860"/>
                      <a:pt x="1051" y="21600"/>
                      <a:pt x="2377" y="21600"/>
                    </a:cubicBezTo>
                    <a:lnTo>
                      <a:pt x="19226" y="21600"/>
                    </a:lnTo>
                    <a:cubicBezTo>
                      <a:pt x="20497" y="21600"/>
                      <a:pt x="21547" y="19860"/>
                      <a:pt x="21547" y="17663"/>
                    </a:cubicBezTo>
                    <a:lnTo>
                      <a:pt x="21547" y="3845"/>
                    </a:lnTo>
                    <a:cubicBezTo>
                      <a:pt x="21547" y="1648"/>
                      <a:pt x="20497" y="0"/>
                      <a:pt x="1922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2" name="Google Shape;2141;p53"/>
              <p:cNvSpPr/>
              <p:nvPr/>
            </p:nvSpPr>
            <p:spPr>
              <a:xfrm flipH="1">
                <a:off x="3139736" y="1704807"/>
                <a:ext cx="413390" cy="2542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62" y="876"/>
                    </a:moveTo>
                    <a:cubicBezTo>
                      <a:pt x="20197" y="876"/>
                      <a:pt x="21114" y="2369"/>
                      <a:pt x="21114" y="4303"/>
                    </a:cubicBezTo>
                    <a:lnTo>
                      <a:pt x="21114" y="17562"/>
                    </a:lnTo>
                    <a:cubicBezTo>
                      <a:pt x="21114" y="19404"/>
                      <a:pt x="20197" y="20986"/>
                      <a:pt x="19062" y="20986"/>
                    </a:cubicBezTo>
                    <a:lnTo>
                      <a:pt x="2592" y="20986"/>
                    </a:lnTo>
                    <a:cubicBezTo>
                      <a:pt x="1404" y="20986"/>
                      <a:pt x="486" y="19404"/>
                      <a:pt x="486" y="17562"/>
                    </a:cubicBezTo>
                    <a:lnTo>
                      <a:pt x="486" y="4303"/>
                    </a:lnTo>
                    <a:cubicBezTo>
                      <a:pt x="486" y="2369"/>
                      <a:pt x="1404" y="876"/>
                      <a:pt x="2592" y="876"/>
                    </a:cubicBezTo>
                    <a:close/>
                    <a:moveTo>
                      <a:pt x="2592" y="0"/>
                    </a:moveTo>
                    <a:cubicBezTo>
                      <a:pt x="1135" y="0"/>
                      <a:pt x="0" y="1843"/>
                      <a:pt x="0" y="4127"/>
                    </a:cubicBezTo>
                    <a:lnTo>
                      <a:pt x="0" y="17473"/>
                    </a:lnTo>
                    <a:cubicBezTo>
                      <a:pt x="0" y="19757"/>
                      <a:pt x="1135" y="21600"/>
                      <a:pt x="2592" y="21600"/>
                    </a:cubicBezTo>
                    <a:lnTo>
                      <a:pt x="19062" y="21600"/>
                    </a:lnTo>
                    <a:cubicBezTo>
                      <a:pt x="20467" y="21600"/>
                      <a:pt x="21600" y="19757"/>
                      <a:pt x="21600" y="17473"/>
                    </a:cubicBezTo>
                    <a:lnTo>
                      <a:pt x="21600" y="4127"/>
                    </a:lnTo>
                    <a:cubicBezTo>
                      <a:pt x="21600" y="1843"/>
                      <a:pt x="20467" y="0"/>
                      <a:pt x="19062"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3" name="Google Shape;2142;p53"/>
              <p:cNvSpPr/>
              <p:nvPr/>
            </p:nvSpPr>
            <p:spPr>
              <a:xfrm flipH="1">
                <a:off x="2671553" y="1395787"/>
                <a:ext cx="404083" cy="2439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4" y="0"/>
                    </a:moveTo>
                    <a:cubicBezTo>
                      <a:pt x="1048" y="0"/>
                      <a:pt x="0" y="1740"/>
                      <a:pt x="0" y="3937"/>
                    </a:cubicBezTo>
                    <a:lnTo>
                      <a:pt x="0" y="17755"/>
                    </a:lnTo>
                    <a:cubicBezTo>
                      <a:pt x="55" y="19952"/>
                      <a:pt x="1048" y="21600"/>
                      <a:pt x="2374" y="21600"/>
                    </a:cubicBezTo>
                    <a:lnTo>
                      <a:pt x="19224" y="21600"/>
                    </a:lnTo>
                    <a:cubicBezTo>
                      <a:pt x="20550" y="21600"/>
                      <a:pt x="21600" y="19952"/>
                      <a:pt x="21600" y="17755"/>
                    </a:cubicBezTo>
                    <a:lnTo>
                      <a:pt x="21600" y="3937"/>
                    </a:lnTo>
                    <a:cubicBezTo>
                      <a:pt x="21600" y="1740"/>
                      <a:pt x="20550" y="0"/>
                      <a:pt x="192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4" name="Google Shape;2143;p53"/>
              <p:cNvSpPr/>
              <p:nvPr/>
            </p:nvSpPr>
            <p:spPr>
              <a:xfrm flipH="1">
                <a:off x="2666400" y="1390633"/>
                <a:ext cx="412350" cy="2542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01" y="788"/>
                    </a:moveTo>
                    <a:cubicBezTo>
                      <a:pt x="20140" y="788"/>
                      <a:pt x="21113" y="2281"/>
                      <a:pt x="21113" y="4215"/>
                    </a:cubicBezTo>
                    <a:lnTo>
                      <a:pt x="21113" y="17473"/>
                    </a:lnTo>
                    <a:cubicBezTo>
                      <a:pt x="21113" y="19316"/>
                      <a:pt x="20140" y="20809"/>
                      <a:pt x="19001" y="20809"/>
                    </a:cubicBezTo>
                    <a:lnTo>
                      <a:pt x="2490" y="20809"/>
                    </a:lnTo>
                    <a:cubicBezTo>
                      <a:pt x="1354" y="20809"/>
                      <a:pt x="379" y="19316"/>
                      <a:pt x="379" y="17473"/>
                    </a:cubicBezTo>
                    <a:lnTo>
                      <a:pt x="379" y="4215"/>
                    </a:lnTo>
                    <a:cubicBezTo>
                      <a:pt x="379" y="2281"/>
                      <a:pt x="1354" y="788"/>
                      <a:pt x="2490" y="788"/>
                    </a:cubicBezTo>
                    <a:close/>
                    <a:moveTo>
                      <a:pt x="2544" y="0"/>
                    </a:moveTo>
                    <a:cubicBezTo>
                      <a:pt x="1136" y="0"/>
                      <a:pt x="0" y="1843"/>
                      <a:pt x="0" y="4215"/>
                    </a:cubicBezTo>
                    <a:lnTo>
                      <a:pt x="0" y="17473"/>
                    </a:lnTo>
                    <a:cubicBezTo>
                      <a:pt x="0" y="19757"/>
                      <a:pt x="1084" y="21512"/>
                      <a:pt x="2490" y="21600"/>
                    </a:cubicBezTo>
                    <a:lnTo>
                      <a:pt x="19001" y="21600"/>
                    </a:lnTo>
                    <a:cubicBezTo>
                      <a:pt x="20409" y="21600"/>
                      <a:pt x="21600" y="19757"/>
                      <a:pt x="21600" y="17473"/>
                    </a:cubicBezTo>
                    <a:lnTo>
                      <a:pt x="21600" y="4215"/>
                    </a:lnTo>
                    <a:cubicBezTo>
                      <a:pt x="21600" y="1843"/>
                      <a:pt x="20409" y="0"/>
                      <a:pt x="1900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5" name="Google Shape;2144;p53"/>
              <p:cNvSpPr/>
              <p:nvPr/>
            </p:nvSpPr>
            <p:spPr>
              <a:xfrm flipH="1">
                <a:off x="3144890" y="1395787"/>
                <a:ext cx="403082" cy="243918"/>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2377" y="0"/>
                    </a:moveTo>
                    <a:cubicBezTo>
                      <a:pt x="1051" y="0"/>
                      <a:pt x="2" y="1740"/>
                      <a:pt x="2" y="3937"/>
                    </a:cubicBezTo>
                    <a:lnTo>
                      <a:pt x="2" y="17755"/>
                    </a:lnTo>
                    <a:cubicBezTo>
                      <a:pt x="-53" y="19952"/>
                      <a:pt x="1051" y="21600"/>
                      <a:pt x="2377" y="21600"/>
                    </a:cubicBezTo>
                    <a:lnTo>
                      <a:pt x="19226" y="21600"/>
                    </a:lnTo>
                    <a:cubicBezTo>
                      <a:pt x="20497" y="21600"/>
                      <a:pt x="21547" y="19952"/>
                      <a:pt x="21547" y="17755"/>
                    </a:cubicBezTo>
                    <a:lnTo>
                      <a:pt x="21547" y="3937"/>
                    </a:lnTo>
                    <a:cubicBezTo>
                      <a:pt x="21547" y="1740"/>
                      <a:pt x="20497" y="0"/>
                      <a:pt x="1922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6" name="Google Shape;2145;p53"/>
              <p:cNvSpPr/>
              <p:nvPr/>
            </p:nvSpPr>
            <p:spPr>
              <a:xfrm flipH="1">
                <a:off x="3139736" y="1390633"/>
                <a:ext cx="413390" cy="2542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62" y="788"/>
                    </a:moveTo>
                    <a:cubicBezTo>
                      <a:pt x="20197" y="788"/>
                      <a:pt x="21114" y="2281"/>
                      <a:pt x="21114" y="4215"/>
                    </a:cubicBezTo>
                    <a:lnTo>
                      <a:pt x="21114" y="17473"/>
                    </a:lnTo>
                    <a:cubicBezTo>
                      <a:pt x="21114" y="19316"/>
                      <a:pt x="20197" y="20809"/>
                      <a:pt x="19062" y="20809"/>
                    </a:cubicBezTo>
                    <a:lnTo>
                      <a:pt x="2592" y="20809"/>
                    </a:lnTo>
                    <a:cubicBezTo>
                      <a:pt x="1404" y="20809"/>
                      <a:pt x="486" y="19316"/>
                      <a:pt x="486" y="17473"/>
                    </a:cubicBezTo>
                    <a:lnTo>
                      <a:pt x="486" y="4215"/>
                    </a:lnTo>
                    <a:cubicBezTo>
                      <a:pt x="486" y="2281"/>
                      <a:pt x="1404" y="788"/>
                      <a:pt x="2592" y="788"/>
                    </a:cubicBezTo>
                    <a:close/>
                    <a:moveTo>
                      <a:pt x="2592" y="0"/>
                    </a:moveTo>
                    <a:cubicBezTo>
                      <a:pt x="1135" y="0"/>
                      <a:pt x="0" y="1843"/>
                      <a:pt x="0" y="4215"/>
                    </a:cubicBezTo>
                    <a:lnTo>
                      <a:pt x="0" y="17473"/>
                    </a:lnTo>
                    <a:cubicBezTo>
                      <a:pt x="0" y="19757"/>
                      <a:pt x="1135" y="21512"/>
                      <a:pt x="2592" y="21600"/>
                    </a:cubicBezTo>
                    <a:lnTo>
                      <a:pt x="19062" y="21600"/>
                    </a:lnTo>
                    <a:cubicBezTo>
                      <a:pt x="20467" y="21600"/>
                      <a:pt x="21600" y="19757"/>
                      <a:pt x="21600" y="17473"/>
                    </a:cubicBezTo>
                    <a:lnTo>
                      <a:pt x="21600" y="4215"/>
                    </a:lnTo>
                    <a:cubicBezTo>
                      <a:pt x="21600" y="1843"/>
                      <a:pt x="20467" y="0"/>
                      <a:pt x="19062"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7" name="Google Shape;2146;p53"/>
              <p:cNvSpPr/>
              <p:nvPr/>
            </p:nvSpPr>
            <p:spPr>
              <a:xfrm flipH="1">
                <a:off x="2671553" y="2012752"/>
                <a:ext cx="404083" cy="2449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4" y="0"/>
                    </a:moveTo>
                    <a:cubicBezTo>
                      <a:pt x="1048" y="0"/>
                      <a:pt x="0" y="1733"/>
                      <a:pt x="0" y="3920"/>
                    </a:cubicBezTo>
                    <a:lnTo>
                      <a:pt x="0" y="17680"/>
                    </a:lnTo>
                    <a:cubicBezTo>
                      <a:pt x="55" y="19867"/>
                      <a:pt x="1048" y="21600"/>
                      <a:pt x="2374" y="21600"/>
                    </a:cubicBezTo>
                    <a:lnTo>
                      <a:pt x="19224" y="21600"/>
                    </a:lnTo>
                    <a:cubicBezTo>
                      <a:pt x="20550" y="21600"/>
                      <a:pt x="21600" y="19867"/>
                      <a:pt x="21600" y="17680"/>
                    </a:cubicBezTo>
                    <a:lnTo>
                      <a:pt x="21600" y="3920"/>
                    </a:lnTo>
                    <a:cubicBezTo>
                      <a:pt x="21600" y="1733"/>
                      <a:pt x="20550" y="0"/>
                      <a:pt x="192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8" name="Google Shape;2147;p53"/>
              <p:cNvSpPr/>
              <p:nvPr/>
            </p:nvSpPr>
            <p:spPr>
              <a:xfrm flipH="1">
                <a:off x="2666400" y="2008636"/>
                <a:ext cx="412350" cy="254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01" y="702"/>
                    </a:moveTo>
                    <a:cubicBezTo>
                      <a:pt x="20140" y="702"/>
                      <a:pt x="21113" y="2284"/>
                      <a:pt x="21113" y="4127"/>
                    </a:cubicBezTo>
                    <a:lnTo>
                      <a:pt x="21113" y="17385"/>
                    </a:lnTo>
                    <a:cubicBezTo>
                      <a:pt x="21113" y="19231"/>
                      <a:pt x="20140" y="20809"/>
                      <a:pt x="19001" y="20809"/>
                    </a:cubicBezTo>
                    <a:lnTo>
                      <a:pt x="2490" y="20809"/>
                    </a:lnTo>
                    <a:cubicBezTo>
                      <a:pt x="1354" y="20809"/>
                      <a:pt x="379" y="19231"/>
                      <a:pt x="379" y="17385"/>
                    </a:cubicBezTo>
                    <a:lnTo>
                      <a:pt x="379" y="4127"/>
                    </a:lnTo>
                    <a:cubicBezTo>
                      <a:pt x="379" y="2284"/>
                      <a:pt x="1354" y="702"/>
                      <a:pt x="2490" y="702"/>
                    </a:cubicBezTo>
                    <a:close/>
                    <a:moveTo>
                      <a:pt x="2544" y="0"/>
                    </a:moveTo>
                    <a:cubicBezTo>
                      <a:pt x="1136" y="0"/>
                      <a:pt x="0" y="1843"/>
                      <a:pt x="0" y="4127"/>
                    </a:cubicBezTo>
                    <a:lnTo>
                      <a:pt x="0" y="17385"/>
                    </a:lnTo>
                    <a:cubicBezTo>
                      <a:pt x="0" y="19757"/>
                      <a:pt x="1084" y="21512"/>
                      <a:pt x="2490" y="21600"/>
                    </a:cubicBezTo>
                    <a:lnTo>
                      <a:pt x="19001" y="21600"/>
                    </a:lnTo>
                    <a:cubicBezTo>
                      <a:pt x="20409" y="21600"/>
                      <a:pt x="21600" y="19757"/>
                      <a:pt x="21600" y="17385"/>
                    </a:cubicBezTo>
                    <a:lnTo>
                      <a:pt x="21600" y="4127"/>
                    </a:lnTo>
                    <a:cubicBezTo>
                      <a:pt x="21600" y="1843"/>
                      <a:pt x="20409" y="0"/>
                      <a:pt x="1900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89" name="Google Shape;2148;p53"/>
              <p:cNvSpPr/>
              <p:nvPr/>
            </p:nvSpPr>
            <p:spPr>
              <a:xfrm flipH="1">
                <a:off x="3144890" y="2012752"/>
                <a:ext cx="403082" cy="244956"/>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2377" y="0"/>
                    </a:moveTo>
                    <a:cubicBezTo>
                      <a:pt x="1051" y="0"/>
                      <a:pt x="2" y="1733"/>
                      <a:pt x="2" y="3920"/>
                    </a:cubicBezTo>
                    <a:lnTo>
                      <a:pt x="2" y="17680"/>
                    </a:lnTo>
                    <a:cubicBezTo>
                      <a:pt x="-53" y="19867"/>
                      <a:pt x="1051" y="21600"/>
                      <a:pt x="2377" y="21600"/>
                    </a:cubicBezTo>
                    <a:lnTo>
                      <a:pt x="19226" y="21600"/>
                    </a:lnTo>
                    <a:cubicBezTo>
                      <a:pt x="20497" y="21600"/>
                      <a:pt x="21547" y="19867"/>
                      <a:pt x="21547" y="17680"/>
                    </a:cubicBezTo>
                    <a:lnTo>
                      <a:pt x="21547" y="3920"/>
                    </a:lnTo>
                    <a:cubicBezTo>
                      <a:pt x="21547" y="1733"/>
                      <a:pt x="20497" y="0"/>
                      <a:pt x="1922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0" name="Google Shape;2149;p53"/>
              <p:cNvSpPr/>
              <p:nvPr/>
            </p:nvSpPr>
            <p:spPr>
              <a:xfrm flipH="1">
                <a:off x="3139736" y="2008636"/>
                <a:ext cx="413390" cy="254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62" y="702"/>
                    </a:moveTo>
                    <a:cubicBezTo>
                      <a:pt x="20197" y="702"/>
                      <a:pt x="21114" y="2284"/>
                      <a:pt x="21114" y="4127"/>
                    </a:cubicBezTo>
                    <a:lnTo>
                      <a:pt x="21114" y="17385"/>
                    </a:lnTo>
                    <a:cubicBezTo>
                      <a:pt x="21114" y="19231"/>
                      <a:pt x="20197" y="20809"/>
                      <a:pt x="19062" y="20809"/>
                    </a:cubicBezTo>
                    <a:lnTo>
                      <a:pt x="2592" y="20809"/>
                    </a:lnTo>
                    <a:cubicBezTo>
                      <a:pt x="1404" y="20809"/>
                      <a:pt x="486" y="19231"/>
                      <a:pt x="486" y="17385"/>
                    </a:cubicBezTo>
                    <a:lnTo>
                      <a:pt x="486" y="4127"/>
                    </a:lnTo>
                    <a:cubicBezTo>
                      <a:pt x="486" y="2284"/>
                      <a:pt x="1404" y="702"/>
                      <a:pt x="2592" y="702"/>
                    </a:cubicBezTo>
                    <a:close/>
                    <a:moveTo>
                      <a:pt x="2592" y="0"/>
                    </a:moveTo>
                    <a:cubicBezTo>
                      <a:pt x="1135" y="0"/>
                      <a:pt x="0" y="1843"/>
                      <a:pt x="0" y="4127"/>
                    </a:cubicBezTo>
                    <a:lnTo>
                      <a:pt x="0" y="17385"/>
                    </a:lnTo>
                    <a:cubicBezTo>
                      <a:pt x="0" y="19757"/>
                      <a:pt x="1135" y="21512"/>
                      <a:pt x="2592" y="21600"/>
                    </a:cubicBezTo>
                    <a:lnTo>
                      <a:pt x="19062" y="21600"/>
                    </a:lnTo>
                    <a:cubicBezTo>
                      <a:pt x="20467" y="21600"/>
                      <a:pt x="21600" y="19757"/>
                      <a:pt x="21600" y="17385"/>
                    </a:cubicBezTo>
                    <a:lnTo>
                      <a:pt x="21600" y="4127"/>
                    </a:lnTo>
                    <a:cubicBezTo>
                      <a:pt x="21600" y="1843"/>
                      <a:pt x="20467" y="0"/>
                      <a:pt x="19062"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1" name="Google Shape;2150;p53"/>
              <p:cNvSpPr/>
              <p:nvPr/>
            </p:nvSpPr>
            <p:spPr>
              <a:xfrm flipH="1">
                <a:off x="3235836" y="2449941"/>
                <a:ext cx="386509" cy="29959"/>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2" name="Google Shape;2151;p53"/>
              <p:cNvSpPr/>
              <p:nvPr/>
            </p:nvSpPr>
            <p:spPr>
              <a:xfrm flipH="1">
                <a:off x="3235836" y="2528466"/>
                <a:ext cx="278027" cy="29996"/>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3" name="Google Shape;2152;p53"/>
              <p:cNvSpPr/>
              <p:nvPr/>
            </p:nvSpPr>
            <p:spPr>
              <a:xfrm flipH="1">
                <a:off x="3558276" y="2528466"/>
                <a:ext cx="64068" cy="29996"/>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4" name="Google Shape;2153;p53"/>
              <p:cNvSpPr/>
              <p:nvPr/>
            </p:nvSpPr>
            <p:spPr>
              <a:xfrm flipH="1">
                <a:off x="2659170" y="2449941"/>
                <a:ext cx="386509" cy="29959"/>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5" name="Google Shape;2154;p53"/>
              <p:cNvSpPr/>
              <p:nvPr/>
            </p:nvSpPr>
            <p:spPr>
              <a:xfrm flipH="1">
                <a:off x="2659170" y="2528466"/>
                <a:ext cx="201505" cy="29996"/>
              </a:xfrm>
              <a:prstGeom prst="rect">
                <a:avLst/>
              </a:pr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6" name="Google Shape;2155;p53"/>
              <p:cNvSpPr/>
              <p:nvPr/>
            </p:nvSpPr>
            <p:spPr>
              <a:xfrm flipH="1">
                <a:off x="2658132" y="2605990"/>
                <a:ext cx="440268" cy="29959"/>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7" name="Google Shape;2156;p53"/>
              <p:cNvSpPr/>
              <p:nvPr/>
            </p:nvSpPr>
            <p:spPr>
              <a:xfrm flipH="1">
                <a:off x="2658132" y="2684515"/>
                <a:ext cx="227346" cy="28957"/>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8" name="Google Shape;2157;p53"/>
              <p:cNvSpPr/>
              <p:nvPr/>
            </p:nvSpPr>
            <p:spPr>
              <a:xfrm flipH="1">
                <a:off x="2929929" y="2684515"/>
                <a:ext cx="67182" cy="28957"/>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199" name="Google Shape;2158;p53"/>
              <p:cNvSpPr/>
              <p:nvPr/>
            </p:nvSpPr>
            <p:spPr>
              <a:xfrm flipH="1">
                <a:off x="234610" y="2500586"/>
                <a:ext cx="655230" cy="9580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6" y="0"/>
                    </a:moveTo>
                    <a:cubicBezTo>
                      <a:pt x="852" y="0"/>
                      <a:pt x="0" y="605"/>
                      <a:pt x="0" y="1327"/>
                    </a:cubicBezTo>
                    <a:lnTo>
                      <a:pt x="0" y="20272"/>
                    </a:lnTo>
                    <a:cubicBezTo>
                      <a:pt x="0" y="20994"/>
                      <a:pt x="920" y="21600"/>
                      <a:pt x="1976" y="21600"/>
                    </a:cubicBezTo>
                    <a:lnTo>
                      <a:pt x="19658" y="21600"/>
                    </a:lnTo>
                    <a:cubicBezTo>
                      <a:pt x="20748" y="21600"/>
                      <a:pt x="21600" y="20994"/>
                      <a:pt x="21600" y="20272"/>
                    </a:cubicBezTo>
                    <a:lnTo>
                      <a:pt x="21600" y="1327"/>
                    </a:lnTo>
                    <a:cubicBezTo>
                      <a:pt x="21600" y="582"/>
                      <a:pt x="20714" y="0"/>
                      <a:pt x="1965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0" name="Google Shape;2159;p53"/>
              <p:cNvSpPr/>
              <p:nvPr/>
            </p:nvSpPr>
            <p:spPr>
              <a:xfrm flipH="1">
                <a:off x="227381" y="2492318"/>
                <a:ext cx="668650" cy="9714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3" y="275"/>
                    </a:moveTo>
                    <a:cubicBezTo>
                      <a:pt x="20431" y="275"/>
                      <a:pt x="21200" y="804"/>
                      <a:pt x="21200" y="1471"/>
                    </a:cubicBezTo>
                    <a:lnTo>
                      <a:pt x="21200" y="20152"/>
                    </a:lnTo>
                    <a:cubicBezTo>
                      <a:pt x="21200" y="20796"/>
                      <a:pt x="20431" y="21348"/>
                      <a:pt x="19463" y="21348"/>
                    </a:cubicBezTo>
                    <a:lnTo>
                      <a:pt x="2137" y="21348"/>
                    </a:lnTo>
                    <a:cubicBezTo>
                      <a:pt x="1168" y="21348"/>
                      <a:pt x="400" y="20796"/>
                      <a:pt x="400" y="20152"/>
                    </a:cubicBezTo>
                    <a:lnTo>
                      <a:pt x="400" y="1471"/>
                    </a:lnTo>
                    <a:cubicBezTo>
                      <a:pt x="400" y="804"/>
                      <a:pt x="1168" y="275"/>
                      <a:pt x="2137" y="275"/>
                    </a:cubicBezTo>
                    <a:close/>
                    <a:moveTo>
                      <a:pt x="2137" y="0"/>
                    </a:moveTo>
                    <a:cubicBezTo>
                      <a:pt x="968" y="0"/>
                      <a:pt x="0" y="666"/>
                      <a:pt x="0" y="1471"/>
                    </a:cubicBezTo>
                    <a:lnTo>
                      <a:pt x="0" y="20152"/>
                    </a:lnTo>
                    <a:cubicBezTo>
                      <a:pt x="0" y="20957"/>
                      <a:pt x="968" y="21600"/>
                      <a:pt x="2137" y="21600"/>
                    </a:cubicBezTo>
                    <a:lnTo>
                      <a:pt x="19463" y="21600"/>
                    </a:lnTo>
                    <a:cubicBezTo>
                      <a:pt x="20632" y="21600"/>
                      <a:pt x="21600" y="20957"/>
                      <a:pt x="21600" y="20152"/>
                    </a:cubicBezTo>
                    <a:lnTo>
                      <a:pt x="21600" y="1471"/>
                    </a:lnTo>
                    <a:cubicBezTo>
                      <a:pt x="21600" y="666"/>
                      <a:pt x="20632" y="0"/>
                      <a:pt x="1946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1" name="Google Shape;2160;p53"/>
              <p:cNvSpPr/>
              <p:nvPr/>
            </p:nvSpPr>
            <p:spPr>
              <a:xfrm flipH="1">
                <a:off x="335899" y="2603914"/>
                <a:ext cx="306946" cy="29995"/>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2" name="Google Shape;2161;p53"/>
              <p:cNvSpPr/>
              <p:nvPr/>
            </p:nvSpPr>
            <p:spPr>
              <a:xfrm flipH="1">
                <a:off x="335899" y="2681438"/>
                <a:ext cx="376165" cy="28920"/>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3" name="Google Shape;2162;p53"/>
              <p:cNvSpPr/>
              <p:nvPr/>
            </p:nvSpPr>
            <p:spPr>
              <a:xfrm flipH="1">
                <a:off x="336937" y="2758924"/>
                <a:ext cx="259379" cy="29996"/>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4" name="Google Shape;2163;p53"/>
              <p:cNvSpPr/>
              <p:nvPr/>
            </p:nvSpPr>
            <p:spPr>
              <a:xfrm flipH="1">
                <a:off x="336937" y="2836448"/>
                <a:ext cx="259379" cy="29959"/>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5" name="Google Shape;2164;p53"/>
              <p:cNvSpPr/>
              <p:nvPr/>
            </p:nvSpPr>
            <p:spPr>
              <a:xfrm flipH="1">
                <a:off x="640767" y="2836448"/>
                <a:ext cx="67182" cy="29959"/>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6" name="Google Shape;2165;p53"/>
              <p:cNvSpPr/>
              <p:nvPr/>
            </p:nvSpPr>
            <p:spPr>
              <a:xfrm flipH="1">
                <a:off x="327631" y="3031759"/>
                <a:ext cx="458880" cy="3255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12" y="0"/>
                    </a:moveTo>
                    <a:cubicBezTo>
                      <a:pt x="633" y="0"/>
                      <a:pt x="0" y="824"/>
                      <a:pt x="0" y="1921"/>
                    </a:cubicBezTo>
                    <a:lnTo>
                      <a:pt x="0" y="19612"/>
                    </a:lnTo>
                    <a:cubicBezTo>
                      <a:pt x="0" y="20710"/>
                      <a:pt x="633" y="21600"/>
                      <a:pt x="1412" y="21600"/>
                    </a:cubicBezTo>
                    <a:lnTo>
                      <a:pt x="20239" y="21600"/>
                    </a:lnTo>
                    <a:cubicBezTo>
                      <a:pt x="21017" y="21600"/>
                      <a:pt x="21600" y="20710"/>
                      <a:pt x="21600" y="19612"/>
                    </a:cubicBezTo>
                    <a:lnTo>
                      <a:pt x="21600" y="1921"/>
                    </a:lnTo>
                    <a:cubicBezTo>
                      <a:pt x="21600" y="824"/>
                      <a:pt x="21017" y="0"/>
                      <a:pt x="20239"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7" name="Google Shape;2166;p53"/>
              <p:cNvSpPr/>
              <p:nvPr/>
            </p:nvSpPr>
            <p:spPr>
              <a:xfrm flipH="1">
                <a:off x="320402" y="3024530"/>
                <a:ext cx="472300" cy="3389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7" y="791"/>
                    </a:moveTo>
                    <a:cubicBezTo>
                      <a:pt x="20561" y="791"/>
                      <a:pt x="21034" y="1514"/>
                      <a:pt x="21034" y="2306"/>
                    </a:cubicBezTo>
                    <a:lnTo>
                      <a:pt x="21034" y="19297"/>
                    </a:lnTo>
                    <a:cubicBezTo>
                      <a:pt x="21034" y="20218"/>
                      <a:pt x="20513" y="20877"/>
                      <a:pt x="19947" y="20877"/>
                    </a:cubicBezTo>
                    <a:lnTo>
                      <a:pt x="1655" y="20877"/>
                    </a:lnTo>
                    <a:cubicBezTo>
                      <a:pt x="1039" y="20877"/>
                      <a:pt x="568" y="20086"/>
                      <a:pt x="568" y="19297"/>
                    </a:cubicBezTo>
                    <a:lnTo>
                      <a:pt x="568" y="2306"/>
                    </a:lnTo>
                    <a:cubicBezTo>
                      <a:pt x="568" y="1451"/>
                      <a:pt x="1087" y="791"/>
                      <a:pt x="1655" y="791"/>
                    </a:cubicBezTo>
                    <a:close/>
                    <a:moveTo>
                      <a:pt x="1655" y="0"/>
                    </a:moveTo>
                    <a:cubicBezTo>
                      <a:pt x="709" y="0"/>
                      <a:pt x="0" y="1120"/>
                      <a:pt x="0" y="2306"/>
                    </a:cubicBezTo>
                    <a:lnTo>
                      <a:pt x="0" y="19297"/>
                    </a:lnTo>
                    <a:cubicBezTo>
                      <a:pt x="0" y="20612"/>
                      <a:pt x="804" y="21600"/>
                      <a:pt x="1655" y="21600"/>
                    </a:cubicBezTo>
                    <a:lnTo>
                      <a:pt x="19947" y="21600"/>
                    </a:lnTo>
                    <a:cubicBezTo>
                      <a:pt x="20891" y="21600"/>
                      <a:pt x="21600" y="20546"/>
                      <a:pt x="21600" y="19297"/>
                    </a:cubicBezTo>
                    <a:lnTo>
                      <a:pt x="21600" y="2306"/>
                    </a:lnTo>
                    <a:cubicBezTo>
                      <a:pt x="21600" y="988"/>
                      <a:pt x="20796" y="0"/>
                      <a:pt x="1994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8" name="Google Shape;2167;p53"/>
              <p:cNvSpPr/>
              <p:nvPr/>
            </p:nvSpPr>
            <p:spPr>
              <a:xfrm flipH="1">
                <a:off x="377238" y="3122741"/>
                <a:ext cx="354476" cy="1529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33" y="0"/>
                    </a:moveTo>
                    <a:lnTo>
                      <a:pt x="8438" y="17369"/>
                    </a:lnTo>
                    <a:lnTo>
                      <a:pt x="4911" y="7148"/>
                    </a:lnTo>
                    <a:lnTo>
                      <a:pt x="0" y="21600"/>
                    </a:lnTo>
                    <a:lnTo>
                      <a:pt x="21600" y="21600"/>
                    </a:lnTo>
                    <a:lnTo>
                      <a:pt x="14233"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09" name="Google Shape;2168;p53"/>
              <p:cNvSpPr/>
              <p:nvPr/>
            </p:nvSpPr>
            <p:spPr>
              <a:xfrm flipH="1">
                <a:off x="557051" y="3105168"/>
                <a:ext cx="59953" cy="589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3" y="0"/>
                    </a:moveTo>
                    <a:cubicBezTo>
                      <a:pt x="4836" y="0"/>
                      <a:pt x="0" y="4921"/>
                      <a:pt x="0" y="10984"/>
                    </a:cubicBezTo>
                    <a:cubicBezTo>
                      <a:pt x="0" y="16666"/>
                      <a:pt x="4836" y="21600"/>
                      <a:pt x="10793" y="21600"/>
                    </a:cubicBezTo>
                    <a:cubicBezTo>
                      <a:pt x="16751" y="21600"/>
                      <a:pt x="21600" y="16666"/>
                      <a:pt x="21600" y="10984"/>
                    </a:cubicBezTo>
                    <a:cubicBezTo>
                      <a:pt x="21600" y="4921"/>
                      <a:pt x="16751" y="0"/>
                      <a:pt x="1079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0" name="Google Shape;2169;p53"/>
              <p:cNvSpPr/>
              <p:nvPr/>
            </p:nvSpPr>
            <p:spPr>
              <a:xfrm flipH="1">
                <a:off x="-1" y="1157061"/>
                <a:ext cx="1186441" cy="11854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0800" y="1732"/>
                    </a:lnTo>
                    <a:cubicBezTo>
                      <a:pt x="15805" y="1732"/>
                      <a:pt x="19869" y="5819"/>
                      <a:pt x="19869" y="10828"/>
                    </a:cubicBezTo>
                    <a:cubicBezTo>
                      <a:pt x="19869" y="15837"/>
                      <a:pt x="15805" y="19905"/>
                      <a:pt x="10800" y="19905"/>
                    </a:cubicBezTo>
                    <a:cubicBezTo>
                      <a:pt x="5795" y="19905"/>
                      <a:pt x="1712" y="15837"/>
                      <a:pt x="1712" y="10828"/>
                    </a:cubicBezTo>
                    <a:cubicBezTo>
                      <a:pt x="1712" y="9359"/>
                      <a:pt x="2069" y="8003"/>
                      <a:pt x="2690" y="6779"/>
                    </a:cubicBezTo>
                    <a:lnTo>
                      <a:pt x="1129" y="6007"/>
                    </a:lnTo>
                    <a:cubicBezTo>
                      <a:pt x="395" y="7438"/>
                      <a:pt x="0" y="9077"/>
                      <a:pt x="0" y="10809"/>
                    </a:cubicBezTo>
                    <a:cubicBezTo>
                      <a:pt x="0" y="16760"/>
                      <a:pt x="4854" y="21600"/>
                      <a:pt x="10800" y="21600"/>
                    </a:cubicBezTo>
                    <a:cubicBezTo>
                      <a:pt x="16746" y="21600"/>
                      <a:pt x="21600" y="16760"/>
                      <a:pt x="21600" y="10809"/>
                    </a:cubicBezTo>
                    <a:cubicBezTo>
                      <a:pt x="21600" y="4840"/>
                      <a:pt x="16746"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1" name="Google Shape;2170;p53"/>
              <p:cNvSpPr/>
              <p:nvPr/>
            </p:nvSpPr>
            <p:spPr>
              <a:xfrm flipH="1">
                <a:off x="593237" y="1158098"/>
                <a:ext cx="531213" cy="3710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2145" y="0"/>
                      <a:pt x="3951" y="7820"/>
                      <a:pt x="0" y="19193"/>
                    </a:cubicBezTo>
                    <a:lnTo>
                      <a:pt x="3488" y="21600"/>
                    </a:lnTo>
                    <a:cubicBezTo>
                      <a:pt x="6766" y="12034"/>
                      <a:pt x="13658" y="5474"/>
                      <a:pt x="21600" y="5474"/>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2" name="Google Shape;2171;p53"/>
              <p:cNvSpPr/>
              <p:nvPr/>
            </p:nvSpPr>
            <p:spPr>
              <a:xfrm flipH="1">
                <a:off x="593237" y="1307956"/>
                <a:ext cx="443346" cy="8371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9667" y="0"/>
                      <a:pt x="0" y="5146"/>
                      <a:pt x="0" y="11440"/>
                    </a:cubicBezTo>
                    <a:cubicBezTo>
                      <a:pt x="0" y="15839"/>
                      <a:pt x="4783" y="19653"/>
                      <a:pt x="11781" y="21600"/>
                    </a:cubicBezTo>
                    <a:lnTo>
                      <a:pt x="13845" y="19413"/>
                    </a:lnTo>
                    <a:cubicBezTo>
                      <a:pt x="8358" y="17893"/>
                      <a:pt x="4682" y="14906"/>
                      <a:pt x="4682" y="11440"/>
                    </a:cubicBezTo>
                    <a:cubicBezTo>
                      <a:pt x="4682" y="6506"/>
                      <a:pt x="12285" y="2480"/>
                      <a:pt x="21600" y="2480"/>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3" name="Google Shape;2172;p53"/>
              <p:cNvSpPr/>
              <p:nvPr/>
            </p:nvSpPr>
            <p:spPr>
              <a:xfrm flipH="1">
                <a:off x="149857" y="1307956"/>
                <a:ext cx="645922" cy="8867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73" y="0"/>
                    </a:moveTo>
                    <a:lnTo>
                      <a:pt x="6773" y="2341"/>
                    </a:lnTo>
                    <a:cubicBezTo>
                      <a:pt x="13167" y="2341"/>
                      <a:pt x="18385" y="6142"/>
                      <a:pt x="18385" y="10800"/>
                    </a:cubicBezTo>
                    <a:cubicBezTo>
                      <a:pt x="18385" y="15457"/>
                      <a:pt x="13167" y="19258"/>
                      <a:pt x="6773" y="19258"/>
                    </a:cubicBezTo>
                    <a:cubicBezTo>
                      <a:pt x="4872" y="19258"/>
                      <a:pt x="3007" y="18906"/>
                      <a:pt x="1416" y="18327"/>
                    </a:cubicBezTo>
                    <a:lnTo>
                      <a:pt x="0" y="20392"/>
                    </a:lnTo>
                    <a:cubicBezTo>
                      <a:pt x="2004" y="21147"/>
                      <a:pt x="4320" y="21600"/>
                      <a:pt x="6773" y="21600"/>
                    </a:cubicBezTo>
                    <a:cubicBezTo>
                      <a:pt x="14930" y="21600"/>
                      <a:pt x="21600" y="16741"/>
                      <a:pt x="21600" y="10800"/>
                    </a:cubicBezTo>
                    <a:cubicBezTo>
                      <a:pt x="21600" y="4858"/>
                      <a:pt x="14930" y="0"/>
                      <a:pt x="677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4" name="Google Shape;2173;p53"/>
              <p:cNvSpPr/>
              <p:nvPr/>
            </p:nvSpPr>
            <p:spPr>
              <a:xfrm flipH="1">
                <a:off x="349320" y="1455737"/>
                <a:ext cx="539493" cy="592164"/>
              </a:xfrm>
              <a:custGeom>
                <a:avLst/>
                <a:gdLst/>
                <a:ahLst/>
                <a:cxnLst>
                  <a:cxn ang="0">
                    <a:pos x="wd2" y="hd2"/>
                  </a:cxn>
                  <a:cxn ang="5400000">
                    <a:pos x="wd2" y="hd2"/>
                  </a:cxn>
                  <a:cxn ang="10800000">
                    <a:pos x="wd2" y="hd2"/>
                  </a:cxn>
                  <a:cxn ang="16200000">
                    <a:pos x="wd2" y="hd2"/>
                  </a:cxn>
                </a:cxnLst>
                <a:rect l="0" t="0" r="r" b="b"/>
                <a:pathLst>
                  <a:path w="21559" h="21600" fill="norm" stroke="1" extrusionOk="0">
                    <a:moveTo>
                      <a:pt x="11812" y="0"/>
                    </a:moveTo>
                    <a:cubicBezTo>
                      <a:pt x="5287" y="0"/>
                      <a:pt x="-41" y="4787"/>
                      <a:pt x="0" y="10819"/>
                    </a:cubicBezTo>
                    <a:cubicBezTo>
                      <a:pt x="0" y="16737"/>
                      <a:pt x="5287" y="21600"/>
                      <a:pt x="11812" y="21600"/>
                    </a:cubicBezTo>
                    <a:cubicBezTo>
                      <a:pt x="15818" y="21600"/>
                      <a:pt x="19452" y="19715"/>
                      <a:pt x="21559" y="16888"/>
                    </a:cubicBezTo>
                    <a:lnTo>
                      <a:pt x="18461" y="14927"/>
                    </a:lnTo>
                    <a:cubicBezTo>
                      <a:pt x="17015" y="16888"/>
                      <a:pt x="14579" y="18170"/>
                      <a:pt x="11812" y="18170"/>
                    </a:cubicBezTo>
                    <a:cubicBezTo>
                      <a:pt x="7352" y="18170"/>
                      <a:pt x="3758" y="14853"/>
                      <a:pt x="3758" y="10819"/>
                    </a:cubicBezTo>
                    <a:cubicBezTo>
                      <a:pt x="3758" y="6785"/>
                      <a:pt x="7352" y="3467"/>
                      <a:pt x="11812" y="3467"/>
                    </a:cubicBezTo>
                    <a:lnTo>
                      <a:pt x="11812"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5" name="Google Shape;2174;p53"/>
              <p:cNvSpPr/>
              <p:nvPr/>
            </p:nvSpPr>
            <p:spPr>
              <a:xfrm flipH="1">
                <a:off x="297638" y="1453661"/>
                <a:ext cx="295601" cy="4629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4483"/>
                    </a:lnTo>
                    <a:cubicBezTo>
                      <a:pt x="8081" y="4483"/>
                      <a:pt x="14727" y="8679"/>
                      <a:pt x="14727" y="13886"/>
                    </a:cubicBezTo>
                    <a:cubicBezTo>
                      <a:pt x="14727" y="15814"/>
                      <a:pt x="13743" y="17598"/>
                      <a:pt x="12159" y="19045"/>
                    </a:cubicBezTo>
                    <a:lnTo>
                      <a:pt x="17823" y="21600"/>
                    </a:lnTo>
                    <a:cubicBezTo>
                      <a:pt x="20164" y="19383"/>
                      <a:pt x="21600" y="16731"/>
                      <a:pt x="21600" y="13837"/>
                    </a:cubicBezTo>
                    <a:cubicBezTo>
                      <a:pt x="21600" y="6220"/>
                      <a:pt x="11858" y="0"/>
                      <a:pt x="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6" name="Google Shape;2175;p53"/>
              <p:cNvSpPr/>
              <p:nvPr/>
            </p:nvSpPr>
            <p:spPr>
              <a:xfrm flipH="1">
                <a:off x="98211" y="2295932"/>
                <a:ext cx="74412" cy="6138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437"/>
                    </a:lnTo>
                    <a:lnTo>
                      <a:pt x="18005" y="437"/>
                    </a:lnTo>
                    <a:lnTo>
                      <a:pt x="18005" y="21201"/>
                    </a:lnTo>
                    <a:lnTo>
                      <a:pt x="0" y="21201"/>
                    </a:lnTo>
                    <a:lnTo>
                      <a:pt x="0" y="21600"/>
                    </a:lnTo>
                    <a:lnTo>
                      <a:pt x="21600" y="21600"/>
                    </a:lnTo>
                    <a:lnTo>
                      <a:pt x="21600"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7" name="Google Shape;2176;p53"/>
              <p:cNvSpPr/>
              <p:nvPr/>
            </p:nvSpPr>
            <p:spPr>
              <a:xfrm flipH="1">
                <a:off x="958056" y="997897"/>
                <a:ext cx="2157917" cy="2749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124" y="21600"/>
                    </a:lnTo>
                    <a:lnTo>
                      <a:pt x="124" y="894"/>
                    </a:lnTo>
                    <a:lnTo>
                      <a:pt x="21486" y="894"/>
                    </a:lnTo>
                    <a:lnTo>
                      <a:pt x="21486" y="13397"/>
                    </a:lnTo>
                    <a:lnTo>
                      <a:pt x="21600" y="13397"/>
                    </a:lnTo>
                    <a:lnTo>
                      <a:pt x="21600"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8" name="Google Shape;2177;p53"/>
              <p:cNvSpPr/>
              <p:nvPr/>
            </p:nvSpPr>
            <p:spPr>
              <a:xfrm flipH="1">
                <a:off x="645920" y="294741"/>
                <a:ext cx="133324" cy="13228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19" name="Google Shape;2178;p53"/>
              <p:cNvSpPr/>
              <p:nvPr/>
            </p:nvSpPr>
            <p:spPr>
              <a:xfrm flipH="1">
                <a:off x="722407" y="370189"/>
                <a:ext cx="94061" cy="9402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0" name="Google Shape;2179;p53"/>
              <p:cNvSpPr/>
              <p:nvPr/>
            </p:nvSpPr>
            <p:spPr>
              <a:xfrm flipH="1">
                <a:off x="954941" y="371190"/>
                <a:ext cx="56838" cy="5687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1" name="Google Shape;2180;p53"/>
              <p:cNvSpPr/>
              <p:nvPr/>
            </p:nvSpPr>
            <p:spPr>
              <a:xfrm flipH="1">
                <a:off x="798893" y="810635"/>
                <a:ext cx="78564" cy="7856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2" name="Google Shape;2181;p53"/>
              <p:cNvSpPr/>
              <p:nvPr/>
            </p:nvSpPr>
            <p:spPr>
              <a:xfrm flipH="1">
                <a:off x="1789630" y="666037"/>
                <a:ext cx="77526" cy="7748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3" name="Google Shape;2182;p53"/>
              <p:cNvSpPr/>
              <p:nvPr/>
            </p:nvSpPr>
            <p:spPr>
              <a:xfrm flipH="1">
                <a:off x="1744176" y="704261"/>
                <a:ext cx="86794" cy="8683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4" name="Google Shape;2183;p53"/>
              <p:cNvSpPr/>
              <p:nvPr/>
            </p:nvSpPr>
            <p:spPr>
              <a:xfrm flipH="1">
                <a:off x="1643925" y="713567"/>
                <a:ext cx="42379" cy="4237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5" name="Google Shape;2184;p53"/>
              <p:cNvSpPr/>
              <p:nvPr/>
            </p:nvSpPr>
            <p:spPr>
              <a:xfrm flipH="1">
                <a:off x="1400360" y="1854664"/>
                <a:ext cx="71335" cy="712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6" name="Google Shape;2185;p53"/>
              <p:cNvSpPr/>
              <p:nvPr/>
            </p:nvSpPr>
            <p:spPr>
              <a:xfrm flipH="1">
                <a:off x="1386939" y="1739917"/>
                <a:ext cx="36188" cy="3618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7" name="Google Shape;2186;p53"/>
              <p:cNvSpPr/>
              <p:nvPr/>
            </p:nvSpPr>
            <p:spPr>
              <a:xfrm flipH="1">
                <a:off x="1254656" y="1809173"/>
                <a:ext cx="30996" cy="3099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8" name="Google Shape;2187;p53"/>
              <p:cNvSpPr/>
              <p:nvPr/>
            </p:nvSpPr>
            <p:spPr>
              <a:xfrm flipH="1">
                <a:off x="2361531" y="1648972"/>
                <a:ext cx="54762" cy="53761"/>
              </a:xfrm>
              <a:prstGeom prst="rect">
                <a:avLst/>
              </a:pr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29" name="Google Shape;2188;p53"/>
              <p:cNvSpPr/>
              <p:nvPr/>
            </p:nvSpPr>
            <p:spPr>
              <a:xfrm flipH="1">
                <a:off x="3264791" y="652797"/>
                <a:ext cx="120904" cy="12090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0" name="Google Shape;2189;p53"/>
              <p:cNvSpPr/>
              <p:nvPr/>
            </p:nvSpPr>
            <p:spPr>
              <a:xfrm flipH="1">
                <a:off x="3342277" y="729283"/>
                <a:ext cx="81641" cy="8060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1" name="Google Shape;2190;p53"/>
              <p:cNvSpPr/>
              <p:nvPr/>
            </p:nvSpPr>
            <p:spPr>
              <a:xfrm flipH="1">
                <a:off x="3442529" y="605267"/>
                <a:ext cx="75450" cy="7441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2" name="Google Shape;2191;p53"/>
              <p:cNvSpPr/>
              <p:nvPr/>
            </p:nvSpPr>
            <p:spPr>
              <a:xfrm flipH="1">
                <a:off x="3237911" y="540126"/>
                <a:ext cx="38226" cy="3826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3" name="Google Shape;2192;p53"/>
              <p:cNvSpPr/>
              <p:nvPr/>
            </p:nvSpPr>
            <p:spPr>
              <a:xfrm flipH="1">
                <a:off x="2195138" y="-1"/>
                <a:ext cx="103330" cy="10333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4" name="Google Shape;2193;p53"/>
              <p:cNvSpPr/>
              <p:nvPr/>
            </p:nvSpPr>
            <p:spPr>
              <a:xfrm flipH="1">
                <a:off x="2114500" y="60950"/>
                <a:ext cx="117827" cy="11782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5" name="Google Shape;2194;p53"/>
              <p:cNvSpPr/>
              <p:nvPr/>
            </p:nvSpPr>
            <p:spPr>
              <a:xfrm flipH="1">
                <a:off x="1996713" y="26841"/>
                <a:ext cx="61991" cy="6202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6" name="Google Shape;2195;p53"/>
              <p:cNvSpPr/>
              <p:nvPr/>
            </p:nvSpPr>
            <p:spPr>
              <a:xfrm flipH="1">
                <a:off x="1794820" y="321870"/>
                <a:ext cx="61992" cy="6202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7" name="Google Shape;2196;p53"/>
              <p:cNvSpPr/>
              <p:nvPr/>
            </p:nvSpPr>
            <p:spPr>
              <a:xfrm flipH="1">
                <a:off x="3252370" y="2651444"/>
                <a:ext cx="89909" cy="9094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8" name="Google Shape;2197;p53"/>
              <p:cNvSpPr/>
              <p:nvPr/>
            </p:nvSpPr>
            <p:spPr>
              <a:xfrm flipH="1">
                <a:off x="3307131" y="2706241"/>
                <a:ext cx="104405" cy="10436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39" name="Google Shape;2198;p53"/>
              <p:cNvSpPr/>
              <p:nvPr/>
            </p:nvSpPr>
            <p:spPr>
              <a:xfrm flipH="1">
                <a:off x="3400152" y="2621487"/>
                <a:ext cx="108521" cy="10852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0" name="Google Shape;2199;p53"/>
              <p:cNvSpPr/>
              <p:nvPr/>
            </p:nvSpPr>
            <p:spPr>
              <a:xfrm flipH="1">
                <a:off x="3557239" y="2664902"/>
                <a:ext cx="39302" cy="4030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1" name="Google Shape;2200;p53"/>
              <p:cNvSpPr/>
              <p:nvPr/>
            </p:nvSpPr>
            <p:spPr>
              <a:xfrm flipH="1">
                <a:off x="3489057" y="2855060"/>
                <a:ext cx="60953" cy="6095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2" name="Google Shape;2201;p53"/>
              <p:cNvSpPr/>
              <p:nvPr/>
            </p:nvSpPr>
            <p:spPr>
              <a:xfrm flipH="1">
                <a:off x="2842098" y="559776"/>
                <a:ext cx="63030" cy="6302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3" name="Google Shape;2202;p53"/>
              <p:cNvSpPr/>
              <p:nvPr/>
            </p:nvSpPr>
            <p:spPr>
              <a:xfrm flipH="1">
                <a:off x="384467" y="692811"/>
                <a:ext cx="113674" cy="1136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4" name="Google Shape;2203;p53"/>
              <p:cNvSpPr/>
              <p:nvPr/>
            </p:nvSpPr>
            <p:spPr>
              <a:xfrm flipH="1">
                <a:off x="451647" y="761029"/>
                <a:ext cx="77526" cy="7752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5" name="Google Shape;2204;p53"/>
              <p:cNvSpPr/>
              <p:nvPr/>
            </p:nvSpPr>
            <p:spPr>
              <a:xfrm flipH="1">
                <a:off x="954941" y="3044179"/>
                <a:ext cx="103368" cy="10336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6" name="Google Shape;2205;p53"/>
              <p:cNvSpPr/>
              <p:nvPr/>
            </p:nvSpPr>
            <p:spPr>
              <a:xfrm flipH="1">
                <a:off x="1154405" y="3158889"/>
                <a:ext cx="42379" cy="4237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7" name="Google Shape;2206;p53"/>
              <p:cNvSpPr/>
              <p:nvPr/>
            </p:nvSpPr>
            <p:spPr>
              <a:xfrm flipH="1">
                <a:off x="1180246" y="2918087"/>
                <a:ext cx="77526" cy="7752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8" name="Google Shape;2207;p53"/>
              <p:cNvSpPr/>
              <p:nvPr/>
            </p:nvSpPr>
            <p:spPr>
              <a:xfrm flipH="1">
                <a:off x="1237082" y="2975961"/>
                <a:ext cx="62029" cy="6202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49" name="Google Shape;2208;p53"/>
              <p:cNvSpPr/>
              <p:nvPr/>
            </p:nvSpPr>
            <p:spPr>
              <a:xfrm flipH="1">
                <a:off x="1322874" y="2924279"/>
                <a:ext cx="40302" cy="403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50" name="Google Shape;2209;p53"/>
              <p:cNvSpPr/>
              <p:nvPr/>
            </p:nvSpPr>
            <p:spPr>
              <a:xfrm flipH="1">
                <a:off x="1147175" y="2871595"/>
                <a:ext cx="25844" cy="2584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sp>
        <p:nvSpPr>
          <p:cNvPr id="2253" name="Google Shape;1970;p52"/>
          <p:cNvSpPr/>
          <p:nvPr/>
        </p:nvSpPr>
        <p:spPr>
          <a:xfrm rot="10800000">
            <a:off x="4045772" y="3249334"/>
            <a:ext cx="462361" cy="46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latin typeface="+mn-lt"/>
                <a:ea typeface="+mn-ea"/>
                <a:cs typeface="+mn-cs"/>
                <a:sym typeface="Arial"/>
              </a:defRPr>
            </a:pPr>
          </a:p>
        </p:txBody>
      </p:sp>
      <p:grpSp>
        <p:nvGrpSpPr>
          <p:cNvPr id="2258" name="Google Shape;1971;p52"/>
          <p:cNvGrpSpPr/>
          <p:nvPr/>
        </p:nvGrpSpPr>
        <p:grpSpPr>
          <a:xfrm>
            <a:off x="3119096" y="3114775"/>
            <a:ext cx="609542" cy="583576"/>
            <a:chOff x="0" y="0"/>
            <a:chExt cx="609541" cy="583575"/>
          </a:xfrm>
        </p:grpSpPr>
        <p:sp>
          <p:nvSpPr>
            <p:cNvPr id="2254" name="Google Shape;1972;p52"/>
            <p:cNvSpPr/>
            <p:nvPr/>
          </p:nvSpPr>
          <p:spPr>
            <a:xfrm rot="10800000">
              <a:off x="287859" y="80172"/>
              <a:ext cx="260682" cy="2606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55" name="Google Shape;1973;p52"/>
            <p:cNvSpPr/>
            <p:nvPr/>
          </p:nvSpPr>
          <p:spPr>
            <a:xfrm rot="10800000">
              <a:off x="203180" y="-1"/>
              <a:ext cx="176064"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56" name="Google Shape;1974;p52"/>
            <p:cNvSpPr/>
            <p:nvPr/>
          </p:nvSpPr>
          <p:spPr>
            <a:xfrm rot="10800000">
              <a:off x="0" y="279919"/>
              <a:ext cx="163662" cy="1636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sp>
          <p:nvSpPr>
            <p:cNvPr id="2257" name="Google Shape;1975;p52"/>
            <p:cNvSpPr/>
            <p:nvPr/>
          </p:nvSpPr>
          <p:spPr>
            <a:xfrm rot="10800000">
              <a:off x="524862" y="498893"/>
              <a:ext cx="84680"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latin typeface="+mn-lt"/>
                  <a:ea typeface="+mn-ea"/>
                  <a:cs typeface="+mn-cs"/>
                  <a:sym typeface="Arial"/>
                </a:defRPr>
              </a:pPr>
            </a:p>
          </p:txBody>
        </p:sp>
      </p:grpSp>
      <p:grpSp>
        <p:nvGrpSpPr>
          <p:cNvPr id="2261" name="Group"/>
          <p:cNvGrpSpPr/>
          <p:nvPr/>
        </p:nvGrpSpPr>
        <p:grpSpPr>
          <a:xfrm>
            <a:off x="370246" y="4392236"/>
            <a:ext cx="229275" cy="220082"/>
            <a:chOff x="0" y="0"/>
            <a:chExt cx="229274" cy="220080"/>
          </a:xfrm>
        </p:grpSpPr>
        <p:pic>
          <p:nvPicPr>
            <p:cNvPr id="2259" name="Google Shape;1954;p51" descr="Google Shape;1954;p51"/>
            <p:cNvPicPr>
              <a:picLocks noChangeAspect="1"/>
            </p:cNvPicPr>
            <p:nvPr/>
          </p:nvPicPr>
          <p:blipFill>
            <a:blip r:embed="rId2">
              <a:extLst/>
            </a:blip>
            <a:stretch>
              <a:fillRect/>
            </a:stretch>
          </p:blipFill>
          <p:spPr>
            <a:xfrm>
              <a:off x="-1" y="0"/>
              <a:ext cx="69046" cy="69072"/>
            </a:xfrm>
            <a:prstGeom prst="rect">
              <a:avLst/>
            </a:prstGeom>
            <a:ln w="12700" cap="flat">
              <a:noFill/>
              <a:miter lim="400000"/>
            </a:ln>
            <a:effectLst/>
          </p:spPr>
        </p:pic>
        <p:pic>
          <p:nvPicPr>
            <p:cNvPr id="2260" name="Google Shape;1955;p51" descr="Google Shape;1955;p51"/>
            <p:cNvPicPr>
              <a:picLocks noChangeAspect="1"/>
            </p:cNvPicPr>
            <p:nvPr/>
          </p:nvPicPr>
          <p:blipFill>
            <a:blip r:embed="rId3">
              <a:extLst/>
            </a:blip>
            <a:stretch>
              <a:fillRect/>
            </a:stretch>
          </p:blipFill>
          <p:spPr>
            <a:xfrm>
              <a:off x="143639" y="134445"/>
              <a:ext cx="85636" cy="85637"/>
            </a:xfrm>
            <a:prstGeom prst="rect">
              <a:avLst/>
            </a:prstGeom>
            <a:ln w="12700" cap="flat">
              <a:noFill/>
              <a:miter lim="400000"/>
            </a:ln>
            <a:effectLst/>
          </p:spPr>
        </p:pic>
      </p:grpSp>
      <p:grpSp>
        <p:nvGrpSpPr>
          <p:cNvPr id="2272" name="Group"/>
          <p:cNvGrpSpPr/>
          <p:nvPr/>
        </p:nvGrpSpPr>
        <p:grpSpPr>
          <a:xfrm>
            <a:off x="294524" y="-16144"/>
            <a:ext cx="8846493" cy="5010808"/>
            <a:chOff x="0" y="0"/>
            <a:chExt cx="8846492" cy="5010807"/>
          </a:xfrm>
        </p:grpSpPr>
        <p:pic>
          <p:nvPicPr>
            <p:cNvPr id="2262" name="Google Shape;1951;p51" descr="Google Shape;1951;p51"/>
            <p:cNvPicPr>
              <a:picLocks noChangeAspect="1"/>
            </p:cNvPicPr>
            <p:nvPr/>
          </p:nvPicPr>
          <p:blipFill>
            <a:blip r:embed="rId4">
              <a:extLst/>
            </a:blip>
            <a:stretch>
              <a:fillRect/>
            </a:stretch>
          </p:blipFill>
          <p:spPr>
            <a:xfrm>
              <a:off x="8462690" y="4925171"/>
              <a:ext cx="84726" cy="85637"/>
            </a:xfrm>
            <a:prstGeom prst="rect">
              <a:avLst/>
            </a:prstGeom>
            <a:ln w="12700" cap="flat">
              <a:noFill/>
              <a:miter lim="400000"/>
            </a:ln>
            <a:effectLst/>
          </p:spPr>
        </p:pic>
        <p:pic>
          <p:nvPicPr>
            <p:cNvPr id="2263" name="Google Shape;1950;p51" descr="Google Shape;1950;p51"/>
            <p:cNvPicPr>
              <a:picLocks noChangeAspect="1"/>
            </p:cNvPicPr>
            <p:nvPr/>
          </p:nvPicPr>
          <p:blipFill>
            <a:blip r:embed="rId5">
              <a:extLst/>
            </a:blip>
            <a:stretch>
              <a:fillRect/>
            </a:stretch>
          </p:blipFill>
          <p:spPr>
            <a:xfrm>
              <a:off x="4240054" y="0"/>
              <a:ext cx="4606439" cy="4790305"/>
            </a:xfrm>
            <a:prstGeom prst="rect">
              <a:avLst/>
            </a:prstGeom>
            <a:ln w="12700" cap="flat">
              <a:noFill/>
              <a:miter lim="400000"/>
            </a:ln>
            <a:effectLst/>
          </p:spPr>
        </p:pic>
        <p:sp>
          <p:nvSpPr>
            <p:cNvPr id="2264" name="Google Shape;1952;p51"/>
            <p:cNvSpPr/>
            <p:nvPr/>
          </p:nvSpPr>
          <p:spPr>
            <a:xfrm>
              <a:off x="0" y="421092"/>
              <a:ext cx="212710" cy="2127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193"/>
                  </a:moveTo>
                  <a:lnTo>
                    <a:pt x="21319" y="9913"/>
                  </a:lnTo>
                  <a:lnTo>
                    <a:pt x="11688" y="9913"/>
                  </a:lnTo>
                  <a:lnTo>
                    <a:pt x="11688" y="281"/>
                  </a:lnTo>
                  <a:lnTo>
                    <a:pt x="11314" y="0"/>
                  </a:lnTo>
                  <a:lnTo>
                    <a:pt x="10379" y="0"/>
                  </a:lnTo>
                  <a:lnTo>
                    <a:pt x="10098" y="281"/>
                  </a:lnTo>
                  <a:lnTo>
                    <a:pt x="10098" y="9913"/>
                  </a:lnTo>
                  <a:lnTo>
                    <a:pt x="372" y="9913"/>
                  </a:lnTo>
                  <a:lnTo>
                    <a:pt x="0" y="10286"/>
                  </a:lnTo>
                  <a:lnTo>
                    <a:pt x="0" y="11223"/>
                  </a:lnTo>
                  <a:lnTo>
                    <a:pt x="372" y="11502"/>
                  </a:lnTo>
                  <a:lnTo>
                    <a:pt x="10098" y="11502"/>
                  </a:lnTo>
                  <a:lnTo>
                    <a:pt x="10098" y="21227"/>
                  </a:lnTo>
                  <a:lnTo>
                    <a:pt x="10379" y="21600"/>
                  </a:lnTo>
                  <a:lnTo>
                    <a:pt x="11219" y="21600"/>
                  </a:lnTo>
                  <a:lnTo>
                    <a:pt x="11595" y="21227"/>
                  </a:lnTo>
                  <a:lnTo>
                    <a:pt x="11688" y="20760"/>
                  </a:lnTo>
                  <a:lnTo>
                    <a:pt x="11688" y="11502"/>
                  </a:lnTo>
                  <a:lnTo>
                    <a:pt x="21319" y="11502"/>
                  </a:lnTo>
                  <a:lnTo>
                    <a:pt x="21600" y="11223"/>
                  </a:lnTo>
                  <a:lnTo>
                    <a:pt x="21600" y="10193"/>
                  </a:lnTo>
                  <a:close/>
                </a:path>
              </a:pathLst>
            </a:custGeom>
            <a:solidFill>
              <a:srgbClr val="FFFFFF"/>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nvGrpSpPr>
            <p:cNvPr id="2267" name="Group"/>
            <p:cNvGrpSpPr/>
            <p:nvPr/>
          </p:nvGrpSpPr>
          <p:grpSpPr>
            <a:xfrm>
              <a:off x="75721" y="4408380"/>
              <a:ext cx="229276" cy="220081"/>
              <a:chOff x="0" y="0"/>
              <a:chExt cx="229275" cy="220080"/>
            </a:xfrm>
          </p:grpSpPr>
          <p:pic>
            <p:nvPicPr>
              <p:cNvPr id="2265" name="Google Shape;1954;p51" descr="Google Shape;1954;p51"/>
              <p:cNvPicPr>
                <a:picLocks noChangeAspect="1"/>
              </p:cNvPicPr>
              <p:nvPr/>
            </p:nvPicPr>
            <p:blipFill>
              <a:blip r:embed="rId2">
                <a:extLst/>
              </a:blip>
              <a:stretch>
                <a:fillRect/>
              </a:stretch>
            </p:blipFill>
            <p:spPr>
              <a:xfrm>
                <a:off x="0" y="-1"/>
                <a:ext cx="69045" cy="69073"/>
              </a:xfrm>
              <a:prstGeom prst="rect">
                <a:avLst/>
              </a:prstGeom>
              <a:ln w="12700" cap="flat">
                <a:noFill/>
                <a:miter lim="400000"/>
              </a:ln>
              <a:effectLst/>
            </p:spPr>
          </p:pic>
          <p:pic>
            <p:nvPicPr>
              <p:cNvPr id="2266" name="Google Shape;1955;p51" descr="Google Shape;1955;p51"/>
              <p:cNvPicPr>
                <a:picLocks noChangeAspect="1"/>
              </p:cNvPicPr>
              <p:nvPr/>
            </p:nvPicPr>
            <p:blipFill>
              <a:blip r:embed="rId3">
                <a:extLst/>
              </a:blip>
              <a:stretch>
                <a:fillRect/>
              </a:stretch>
            </p:blipFill>
            <p:spPr>
              <a:xfrm>
                <a:off x="143639" y="134444"/>
                <a:ext cx="85637" cy="85637"/>
              </a:xfrm>
              <a:prstGeom prst="rect">
                <a:avLst/>
              </a:prstGeom>
              <a:ln w="12700" cap="flat">
                <a:noFill/>
                <a:miter lim="400000"/>
              </a:ln>
              <a:effectLst/>
            </p:spPr>
          </p:pic>
        </p:grpSp>
        <p:grpSp>
          <p:nvGrpSpPr>
            <p:cNvPr id="2271" name="Google Shape;1956;p51"/>
            <p:cNvGrpSpPr/>
            <p:nvPr/>
          </p:nvGrpSpPr>
          <p:grpSpPr>
            <a:xfrm>
              <a:off x="3333190" y="4341986"/>
              <a:ext cx="609128" cy="583187"/>
              <a:chOff x="0" y="0"/>
              <a:chExt cx="609126" cy="583185"/>
            </a:xfrm>
          </p:grpSpPr>
          <p:sp>
            <p:nvSpPr>
              <p:cNvPr id="2268" name="Square"/>
              <p:cNvSpPr/>
              <p:nvPr/>
            </p:nvSpPr>
            <p:spPr>
              <a:xfrm>
                <a:off x="0" y="-1"/>
                <a:ext cx="84685" cy="84685"/>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269" name="Shape"/>
              <p:cNvSpPr/>
              <p:nvPr/>
            </p:nvSpPr>
            <p:spPr>
              <a:xfrm>
                <a:off x="60956" y="242545"/>
                <a:ext cx="345133" cy="340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sp>
            <p:nvSpPr>
              <p:cNvPr id="2270" name="Square"/>
              <p:cNvSpPr/>
              <p:nvPr/>
            </p:nvSpPr>
            <p:spPr>
              <a:xfrm>
                <a:off x="445583" y="139897"/>
                <a:ext cx="163544" cy="163557"/>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latin typeface="+mn-lt"/>
                    <a:ea typeface="+mn-ea"/>
                    <a:cs typeface="+mn-cs"/>
                    <a:sym typeface="Arial"/>
                  </a:defRPr>
                </a:pPr>
              </a:p>
            </p:txBody>
          </p:sp>
        </p:grpSp>
      </p:grpSp>
      <p:sp>
        <p:nvSpPr>
          <p:cNvPr id="2273" name="Thank You!"/>
          <p:cNvSpPr txBox="1"/>
          <p:nvPr/>
        </p:nvSpPr>
        <p:spPr>
          <a:xfrm>
            <a:off x="2616394" y="381868"/>
            <a:ext cx="3911212" cy="9423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nSpc>
                <a:spcPct val="100000"/>
              </a:lnSpc>
              <a:defRPr sz="5600">
                <a:latin typeface="Orbitron"/>
                <a:ea typeface="Orbitron"/>
                <a:cs typeface="Orbitron"/>
                <a:sym typeface="Orbitron"/>
              </a:defRPr>
            </a:lvl1pPr>
          </a:lstStyle>
          <a:p>
            <a:pPr/>
            <a:r>
              <a:t>Thank You!</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Virtual Metaverse Project Proposal by Slidesgo">
  <a:themeElements>
    <a:clrScheme name="Virtual Metaverse Project Proposal by Slidesgo">
      <a:dk1>
        <a:srgbClr val="FF786D"/>
      </a:dk1>
      <a:lt1>
        <a:srgbClr val="92F7FF"/>
      </a:lt1>
      <a:dk2>
        <a:srgbClr val="A7A7A7"/>
      </a:dk2>
      <a:lt2>
        <a:srgbClr val="535353"/>
      </a:lt2>
      <a:accent1>
        <a:srgbClr val="92F7FF"/>
      </a:accent1>
      <a:accent2>
        <a:srgbClr val="3F3FD8"/>
      </a:accent2>
      <a:accent3>
        <a:srgbClr val="A6ABFF"/>
      </a:accent3>
      <a:accent4>
        <a:srgbClr val="0F89A5"/>
      </a:accent4>
      <a:accent5>
        <a:srgbClr val="EDDEFF"/>
      </a:accent5>
      <a:accent6>
        <a:srgbClr val="09066A"/>
      </a:accent6>
      <a:hlink>
        <a:srgbClr val="0000FF"/>
      </a:hlink>
      <a:folHlink>
        <a:srgbClr val="FF00FF"/>
      </a:folHlink>
    </a:clrScheme>
    <a:fontScheme name="Virtual Metaverse Project Proposal by Slidesgo">
      <a:majorFont>
        <a:latin typeface="Helvetica"/>
        <a:ea typeface="Helvetica"/>
        <a:cs typeface="Helvetica"/>
      </a:majorFont>
      <a:minorFont>
        <a:latin typeface="Arial"/>
        <a:ea typeface="Arial"/>
        <a:cs typeface="Arial"/>
      </a:minorFont>
    </a:fontScheme>
    <a:fmtScheme name="Virtual Metaverse Project Proposa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Virtual Metaverse Project Proposal by Slidesgo">
  <a:themeElements>
    <a:clrScheme name="Virtual Metaverse Project Proposal by Slidesgo">
      <a:dk1>
        <a:srgbClr val="000000"/>
      </a:dk1>
      <a:lt1>
        <a:srgbClr val="FFFFFF"/>
      </a:lt1>
      <a:dk2>
        <a:srgbClr val="A7A7A7"/>
      </a:dk2>
      <a:lt2>
        <a:srgbClr val="535353"/>
      </a:lt2>
      <a:accent1>
        <a:srgbClr val="92F7FF"/>
      </a:accent1>
      <a:accent2>
        <a:srgbClr val="3F3FD8"/>
      </a:accent2>
      <a:accent3>
        <a:srgbClr val="A6ABFF"/>
      </a:accent3>
      <a:accent4>
        <a:srgbClr val="0F89A5"/>
      </a:accent4>
      <a:accent5>
        <a:srgbClr val="EDDEFF"/>
      </a:accent5>
      <a:accent6>
        <a:srgbClr val="09066A"/>
      </a:accent6>
      <a:hlink>
        <a:srgbClr val="0000FF"/>
      </a:hlink>
      <a:folHlink>
        <a:srgbClr val="FF00FF"/>
      </a:folHlink>
    </a:clrScheme>
    <a:fontScheme name="Virtual Metaverse Project Proposal by Slidesgo">
      <a:majorFont>
        <a:latin typeface="Helvetica"/>
        <a:ea typeface="Helvetica"/>
        <a:cs typeface="Helvetica"/>
      </a:majorFont>
      <a:minorFont>
        <a:latin typeface="Arial"/>
        <a:ea typeface="Arial"/>
        <a:cs typeface="Arial"/>
      </a:minorFont>
    </a:fontScheme>
    <a:fmtScheme name="Virtual Metaverse Project Proposa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chemeClr val="accent1"/>
            </a:solidFill>
            <a:effectLst/>
            <a:uFillTx/>
            <a:latin typeface="Archivo"/>
            <a:ea typeface="Archivo"/>
            <a:cs typeface="Archivo"/>
            <a:sym typeface="Archiv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