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Default Extension="jpg" ContentType="image/jpg"/>
  <Default Extension="png" ContentType="image/png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</p:sldIdLst>
  <p:sldSz cx="20104100" cy="11309350"/>
  <p:notesSz cx="20104100" cy="1130935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507807" y="3505898"/>
            <a:ext cx="17088486" cy="237496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150" b="0" i="0">
                <a:solidFill>
                  <a:srgbClr val="262626"/>
                </a:solidFill>
                <a:latin typeface="Arial Black"/>
                <a:cs typeface="Arial Black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3015615" y="6333236"/>
            <a:ext cx="14072870" cy="28273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150" b="0" i="0">
                <a:solidFill>
                  <a:srgbClr val="262626"/>
                </a:solidFill>
                <a:latin typeface="Arial Black"/>
                <a:cs typeface="Arial Black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150" b="0" i="0">
                <a:solidFill>
                  <a:srgbClr val="262626"/>
                </a:solidFill>
                <a:latin typeface="Arial Black"/>
                <a:cs typeface="Arial Black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1005205" y="2601150"/>
            <a:ext cx="8745284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10353611" y="2601150"/>
            <a:ext cx="8745284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150" b="0" i="0">
                <a:solidFill>
                  <a:srgbClr val="262626"/>
                </a:solidFill>
                <a:latin typeface="Arial Black"/>
                <a:cs typeface="Arial Black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51904" y="499612"/>
            <a:ext cx="19600290" cy="8172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150" b="0" i="0">
                <a:solidFill>
                  <a:srgbClr val="262626"/>
                </a:solidFill>
                <a:latin typeface="Arial Black"/>
                <a:cs typeface="Arial Black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005205" y="2601150"/>
            <a:ext cx="18093690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6835394" y="10517696"/>
            <a:ext cx="6433312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1005205" y="10517696"/>
            <a:ext cx="4623943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14474953" y="10517696"/>
            <a:ext cx="4623943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5.jpg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6.jpg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9.jpg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.jpg"/><Relationship Id="rId3" Type="http://schemas.openxmlformats.org/officeDocument/2006/relationships/image" Target="../media/image13.png"/><Relationship Id="rId4" Type="http://schemas.openxmlformats.org/officeDocument/2006/relationships/image" Target="../media/image14.png"/><Relationship Id="rId5" Type="http://schemas.openxmlformats.org/officeDocument/2006/relationships/image" Target="../media/image15.jpg"/><Relationship Id="rId6" Type="http://schemas.openxmlformats.org/officeDocument/2006/relationships/image" Target="../media/image16.jpg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7.jpg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8.png"/><Relationship Id="rId3" Type="http://schemas.openxmlformats.org/officeDocument/2006/relationships/image" Target="../media/image19.png"/><Relationship Id="rId4" Type="http://schemas.openxmlformats.org/officeDocument/2006/relationships/image" Target="../media/image20.png"/><Relationship Id="rId5" Type="http://schemas.openxmlformats.org/officeDocument/2006/relationships/image" Target="../media/image21.jpg"/><Relationship Id="rId6" Type="http://schemas.openxmlformats.org/officeDocument/2006/relationships/image" Target="../media/image22.jpg"/><Relationship Id="rId7" Type="http://schemas.openxmlformats.org/officeDocument/2006/relationships/image" Target="../media/image23.png"/><Relationship Id="rId8" Type="http://schemas.openxmlformats.org/officeDocument/2006/relationships/image" Target="../media/image24.png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5.jpg"/></Relationships>
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6.jpg"/></Relationships>
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7.jpg"/></Relationships>
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8.png"/><Relationship Id="rId3" Type="http://schemas.openxmlformats.org/officeDocument/2006/relationships/image" Target="../media/image29.png"/><Relationship Id="rId4" Type="http://schemas.openxmlformats.org/officeDocument/2006/relationships/image" Target="../media/image13.png"/></Relationships>
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30.jpg"/></Relationships>
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1.png"/><Relationship Id="rId3" Type="http://schemas.openxmlformats.org/officeDocument/2006/relationships/image" Target="../media/image32.png"/><Relationship Id="rId4" Type="http://schemas.openxmlformats.org/officeDocument/2006/relationships/image" Target="../media/image33.png"/><Relationship Id="rId5" Type="http://schemas.openxmlformats.org/officeDocument/2006/relationships/image" Target="../media/image34.png"/><Relationship Id="rId6" Type="http://schemas.openxmlformats.org/officeDocument/2006/relationships/image" Target="../media/image35.png"/><Relationship Id="rId7" Type="http://schemas.openxmlformats.org/officeDocument/2006/relationships/image" Target="../media/image36.png"/><Relationship Id="rId8" Type="http://schemas.openxmlformats.org/officeDocument/2006/relationships/image" Target="../media/image37.png"/><Relationship Id="rId9" Type="http://schemas.openxmlformats.org/officeDocument/2006/relationships/image" Target="../media/image38.png"/><Relationship Id="rId10" Type="http://schemas.openxmlformats.org/officeDocument/2006/relationships/image" Target="../media/image39.png"/></Relationships>
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0.jpg"/></Relationships>
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1.jpg"/></Relationships>

</file>

<file path=ppt/slides/_rels/slide1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2.jpg"/></Relationships>

</file>

<file path=ppt/slides/_rels/slide2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3.png"/><Relationship Id="rId3" Type="http://schemas.openxmlformats.org/officeDocument/2006/relationships/image" Target="../media/image44.png"/><Relationship Id="rId4" Type="http://schemas.openxmlformats.org/officeDocument/2006/relationships/image" Target="../media/image36.png"/><Relationship Id="rId5" Type="http://schemas.openxmlformats.org/officeDocument/2006/relationships/image" Target="../media/image45.png"/></Relationships>

</file>

<file path=ppt/slides/_rels/slide2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6.jp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0" y="0"/>
            <a:ext cx="20104100" cy="11308715"/>
            <a:chOff x="0" y="0"/>
            <a:chExt cx="20104100" cy="11308715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20104100" cy="11308556"/>
            </a:xfrm>
            <a:prstGeom prst="rect">
              <a:avLst/>
            </a:prstGeom>
          </p:spPr>
        </p:pic>
        <p:pic>
          <p:nvPicPr>
            <p:cNvPr id="4" name="object 4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8493447" y="50790"/>
              <a:ext cx="1470232" cy="1456231"/>
            </a:xfrm>
            <a:prstGeom prst="rect">
              <a:avLst/>
            </a:prstGeom>
          </p:spPr>
        </p:pic>
        <p:pic>
          <p:nvPicPr>
            <p:cNvPr id="5" name="object 5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6823582" y="50790"/>
              <a:ext cx="1417908" cy="1456231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104099" cy="11298682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016336" y="1539337"/>
            <a:ext cx="2197100" cy="584835"/>
          </a:xfrm>
          <a:prstGeom prst="rect"/>
        </p:spPr>
        <p:txBody>
          <a:bodyPr wrap="square" lIns="0" tIns="14604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14"/>
              </a:spcBef>
            </a:pPr>
            <a:r>
              <a:rPr dirty="0" sz="3650" spc="-305">
                <a:latin typeface="Lucida Sans Unicode"/>
                <a:cs typeface="Lucida Sans Unicode"/>
              </a:rPr>
              <a:t>uo¡s</a:t>
            </a:r>
            <a:r>
              <a:rPr dirty="0" sz="3650" spc="-305">
                <a:latin typeface="Lucida Sans Unicode"/>
                <a:cs typeface="Lucida Sans Unicode"/>
              </a:rPr>
              <a:t>n</a:t>
            </a:r>
            <a:r>
              <a:rPr dirty="0" baseline="-8371" sz="5475" spc="-457">
                <a:latin typeface="Lucida Sans Unicode"/>
                <a:cs typeface="Lucida Sans Unicode"/>
              </a:rPr>
              <a:t>i»</a:t>
            </a:r>
            <a:r>
              <a:rPr dirty="0" sz="3650" spc="-305">
                <a:latin typeface="Lucida Sans Unicode"/>
                <a:cs typeface="Lucida Sans Unicode"/>
              </a:rPr>
              <a:t>uog</a:t>
            </a:r>
            <a:endParaRPr sz="3650">
              <a:latin typeface="Lucida Sans Unicode"/>
              <a:cs typeface="Lucida Sans Unicode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3101596" y="3080715"/>
            <a:ext cx="8149590" cy="19431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r" marR="90170">
              <a:lnSpc>
                <a:spcPct val="100000"/>
              </a:lnSpc>
              <a:spcBef>
                <a:spcPts val="100"/>
              </a:spcBef>
            </a:pPr>
            <a:r>
              <a:rPr dirty="0" sz="3050" spc="-305">
                <a:solidFill>
                  <a:srgbClr val="262626"/>
                </a:solidFill>
                <a:latin typeface="Lucida Sans Unicode"/>
                <a:cs typeface="Lucida Sans Unicode"/>
              </a:rPr>
              <a:t>6ÂOSț§</a:t>
            </a:r>
            <a:r>
              <a:rPr dirty="0" sz="3050" spc="-60">
                <a:solidFill>
                  <a:srgbClr val="262626"/>
                </a:solidFill>
                <a:latin typeface="Lucida Sans Unicode"/>
                <a:cs typeface="Lucida Sans Unicode"/>
              </a:rPr>
              <a:t> </a:t>
            </a:r>
            <a:r>
              <a:rPr dirty="0" baseline="-8196" sz="4575" spc="-179">
                <a:solidFill>
                  <a:srgbClr val="262626"/>
                </a:solidFill>
                <a:latin typeface="Lucida Sans Unicode"/>
                <a:cs typeface="Lucida Sans Unicode"/>
              </a:rPr>
              <a:t>*h1i</a:t>
            </a:r>
            <a:r>
              <a:rPr dirty="0" baseline="1821" sz="4575" spc="-179">
                <a:solidFill>
                  <a:srgbClr val="262626"/>
                </a:solidFill>
                <a:latin typeface="Lucida Sans Unicode"/>
                <a:cs typeface="Lucida Sans Unicode"/>
              </a:rPr>
              <a:t>Oâ</a:t>
            </a:r>
            <a:r>
              <a:rPr dirty="0" baseline="-4553" sz="4575" spc="-179">
                <a:solidFill>
                  <a:srgbClr val="262626"/>
                </a:solidFill>
                <a:latin typeface="Lucida Sans Unicode"/>
                <a:cs typeface="Lucida Sans Unicode"/>
              </a:rPr>
              <a:t>H</a:t>
            </a:r>
            <a:r>
              <a:rPr dirty="0" baseline="-4553" sz="4575" spc="-82">
                <a:solidFill>
                  <a:srgbClr val="262626"/>
                </a:solidFill>
                <a:latin typeface="Lucida Sans Unicode"/>
                <a:cs typeface="Lucida Sans Unicode"/>
              </a:rPr>
              <a:t> </a:t>
            </a:r>
            <a:r>
              <a:rPr dirty="0" sz="3050" spc="-280">
                <a:solidFill>
                  <a:srgbClr val="262626"/>
                </a:solidFill>
                <a:latin typeface="Lucida Sans Unicode"/>
                <a:cs typeface="Lucida Sans Unicode"/>
              </a:rPr>
              <a:t>JO}</a:t>
            </a:r>
            <a:r>
              <a:rPr dirty="0" sz="3050" spc="-15">
                <a:solidFill>
                  <a:srgbClr val="262626"/>
                </a:solidFill>
                <a:latin typeface="Lucida Sans Unicode"/>
                <a:cs typeface="Lucida Sans Unicode"/>
              </a:rPr>
              <a:t> </a:t>
            </a:r>
            <a:r>
              <a:rPr dirty="0" baseline="1821" sz="4575" spc="-89">
                <a:solidFill>
                  <a:srgbClr val="262626"/>
                </a:solidFill>
                <a:latin typeface="Lucida Sans Unicode"/>
                <a:cs typeface="Lucida Sans Unicode"/>
              </a:rPr>
              <a:t>Sâțda\o‹</a:t>
            </a:r>
            <a:r>
              <a:rPr dirty="0" baseline="-5464" sz="4575" spc="-89">
                <a:solidFill>
                  <a:srgbClr val="262626"/>
                </a:solidFill>
                <a:latin typeface="Lucida Sans Unicode"/>
                <a:cs typeface="Lucida Sans Unicode"/>
              </a:rPr>
              <a:t>ts</a:t>
            </a:r>
            <a:r>
              <a:rPr dirty="0" baseline="-5464" sz="4575" spc="-202">
                <a:solidFill>
                  <a:srgbClr val="262626"/>
                </a:solidFill>
                <a:latin typeface="Lucida Sans Unicode"/>
                <a:cs typeface="Lucida Sans Unicode"/>
              </a:rPr>
              <a:t> </a:t>
            </a:r>
            <a:r>
              <a:rPr dirty="0" sz="3050" spc="70">
                <a:solidFill>
                  <a:srgbClr val="262626"/>
                </a:solidFill>
                <a:latin typeface="Lucida Sans Unicode"/>
                <a:cs typeface="Lucida Sans Unicode"/>
              </a:rPr>
              <a:t>puo</a:t>
            </a:r>
            <a:r>
              <a:rPr dirty="0" sz="3050" spc="-140">
                <a:solidFill>
                  <a:srgbClr val="262626"/>
                </a:solidFill>
                <a:latin typeface="Lucida Sans Unicode"/>
                <a:cs typeface="Lucida Sans Unicode"/>
              </a:rPr>
              <a:t> </a:t>
            </a:r>
            <a:r>
              <a:rPr dirty="0" sz="3050" spc="-25">
                <a:solidFill>
                  <a:srgbClr val="262626"/>
                </a:solidFill>
                <a:latin typeface="Lucida Sans Unicode"/>
                <a:cs typeface="Lucida Sans Unicode"/>
              </a:rPr>
              <a:t>suo¡</a:t>
            </a:r>
            <a:r>
              <a:rPr dirty="0" baseline="1821" sz="4575" spc="-37">
                <a:solidFill>
                  <a:srgbClr val="262626"/>
                </a:solidFill>
                <a:latin typeface="Lucida Sans Unicode"/>
                <a:cs typeface="Lucida Sans Unicode"/>
              </a:rPr>
              <a:t>\m</a:t>
            </a:r>
            <a:r>
              <a:rPr dirty="0" sz="3050" spc="-25">
                <a:solidFill>
                  <a:srgbClr val="262626"/>
                </a:solidFill>
                <a:latin typeface="Lucida Sans Unicode"/>
                <a:cs typeface="Lucida Sans Unicode"/>
              </a:rPr>
              <a:t>o</a:t>
            </a:r>
            <a:r>
              <a:rPr dirty="0" baseline="-5464" sz="4575" spc="-37">
                <a:solidFill>
                  <a:srgbClr val="262626"/>
                </a:solidFill>
                <a:latin typeface="Lucida Sans Unicode"/>
                <a:cs typeface="Lucida Sans Unicode"/>
              </a:rPr>
              <a:t>s</a:t>
            </a:r>
            <a:endParaRPr baseline="-5464" sz="4575">
              <a:latin typeface="Lucida Sans Unicode"/>
              <a:cs typeface="Lucida Sans Unicode"/>
            </a:endParaRPr>
          </a:p>
          <a:p>
            <a:pPr>
              <a:lnSpc>
                <a:spcPct val="100000"/>
              </a:lnSpc>
              <a:spcBef>
                <a:spcPts val="2960"/>
              </a:spcBef>
            </a:pPr>
            <a:endParaRPr sz="3050">
              <a:latin typeface="Lucida Sans Unicode"/>
              <a:cs typeface="Lucida Sans Unicode"/>
            </a:endParaRPr>
          </a:p>
          <a:p>
            <a:pPr algn="r" marR="43180">
              <a:lnSpc>
                <a:spcPct val="100000"/>
              </a:lnSpc>
            </a:pPr>
            <a:r>
              <a:rPr dirty="0" sz="3150" spc="-250">
                <a:solidFill>
                  <a:srgbClr val="262626"/>
                </a:solidFill>
                <a:latin typeface="Lucida Sans Unicode"/>
                <a:cs typeface="Lucida Sans Unicode"/>
              </a:rPr>
              <a:t>suo¡țoc</a:t>
            </a:r>
            <a:r>
              <a:rPr dirty="0" baseline="-9700" sz="4725" spc="-375">
                <a:solidFill>
                  <a:srgbClr val="262626"/>
                </a:solidFill>
                <a:latin typeface="Lucida Sans Unicode"/>
                <a:cs typeface="Lucida Sans Unicode"/>
              </a:rPr>
              <a:t>!i</a:t>
            </a:r>
            <a:r>
              <a:rPr dirty="0" sz="3150" spc="-250">
                <a:solidFill>
                  <a:srgbClr val="262626"/>
                </a:solidFill>
                <a:latin typeface="Lucida Sans Unicode"/>
                <a:cs typeface="Lucida Sans Unicode"/>
              </a:rPr>
              <a:t>d\</a:t>
            </a:r>
            <a:r>
              <a:rPr dirty="0" baseline="-7054" sz="4725" spc="-375">
                <a:solidFill>
                  <a:srgbClr val="262626"/>
                </a:solidFill>
                <a:latin typeface="Lucida Sans Unicode"/>
                <a:cs typeface="Lucida Sans Unicode"/>
              </a:rPr>
              <a:t>+*I</a:t>
            </a:r>
            <a:r>
              <a:rPr dirty="0" baseline="-7054" sz="4725" spc="-630">
                <a:solidFill>
                  <a:srgbClr val="262626"/>
                </a:solidFill>
                <a:latin typeface="Lucida Sans Unicode"/>
                <a:cs typeface="Lucida Sans Unicode"/>
              </a:rPr>
              <a:t> </a:t>
            </a:r>
            <a:r>
              <a:rPr dirty="0" baseline="-4409" sz="4725" spc="-179">
                <a:solidFill>
                  <a:srgbClr val="262626"/>
                </a:solidFill>
                <a:latin typeface="Lucida Sans Unicode"/>
                <a:cs typeface="Lucida Sans Unicode"/>
              </a:rPr>
              <a:t>u</a:t>
            </a:r>
            <a:r>
              <a:rPr dirty="0" baseline="-7054" sz="4725" spc="-179">
                <a:solidFill>
                  <a:srgbClr val="262626"/>
                </a:solidFill>
                <a:latin typeface="Lucida Sans Unicode"/>
                <a:cs typeface="Lucida Sans Unicode"/>
              </a:rPr>
              <a:t>Ji</a:t>
            </a:r>
            <a:r>
              <a:rPr dirty="0" baseline="2645" sz="4725" spc="-179">
                <a:solidFill>
                  <a:srgbClr val="262626"/>
                </a:solidFill>
                <a:latin typeface="Lucida Sans Unicode"/>
                <a:cs typeface="Lucida Sans Unicode"/>
              </a:rPr>
              <a:t>O6</a:t>
            </a:r>
            <a:r>
              <a:rPr dirty="0" baseline="-4409" sz="4725" spc="-179">
                <a:solidFill>
                  <a:srgbClr val="262626"/>
                </a:solidFill>
                <a:latin typeface="Lucida Sans Unicode"/>
                <a:cs typeface="Lucida Sans Unicode"/>
              </a:rPr>
              <a:t>H</a:t>
            </a:r>
            <a:r>
              <a:rPr dirty="0" baseline="-9700" sz="4725" spc="-179">
                <a:solidFill>
                  <a:srgbClr val="262626"/>
                </a:solidFill>
                <a:latin typeface="Lucida Sans Unicode"/>
                <a:cs typeface="Lucida Sans Unicode"/>
              </a:rPr>
              <a:t>i</a:t>
            </a:r>
            <a:r>
              <a:rPr dirty="0" sz="3150" spc="-120">
                <a:solidFill>
                  <a:srgbClr val="262626"/>
                </a:solidFill>
                <a:latin typeface="Lucida Sans Unicode"/>
                <a:cs typeface="Lucida Sans Unicode"/>
              </a:rPr>
              <a:t>OCjS/t</a:t>
            </a:r>
            <a:r>
              <a:rPr dirty="0" baseline="-7054" sz="4725" spc="-179">
                <a:solidFill>
                  <a:srgbClr val="262626"/>
                </a:solidFill>
                <a:latin typeface="Lucida Sans Unicode"/>
                <a:cs typeface="Lucida Sans Unicode"/>
              </a:rPr>
              <a:t>(Jd</a:t>
            </a:r>
            <a:endParaRPr baseline="-7054" sz="4725">
              <a:latin typeface="Lucida Sans Unicode"/>
              <a:cs typeface="Lucida Sans Unicode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4839908" y="6038236"/>
            <a:ext cx="6365240" cy="42799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35"/>
              </a:spcBef>
            </a:pPr>
            <a:r>
              <a:rPr dirty="0" baseline="-9615" sz="3900" spc="172">
                <a:solidFill>
                  <a:srgbClr val="262626"/>
                </a:solidFill>
                <a:latin typeface="Lucida Sans Unicode"/>
                <a:cs typeface="Lucida Sans Unicode"/>
              </a:rPr>
              <a:t>VJI</a:t>
            </a:r>
            <a:r>
              <a:rPr dirty="0" baseline="2136" sz="3900" spc="172">
                <a:solidFill>
                  <a:srgbClr val="262626"/>
                </a:solidFill>
                <a:latin typeface="Lucida Sans Unicode"/>
                <a:cs typeface="Lucida Sans Unicode"/>
              </a:rPr>
              <a:t>Oâ</a:t>
            </a:r>
            <a:r>
              <a:rPr dirty="0" baseline="-5341" sz="3900" spc="172">
                <a:solidFill>
                  <a:srgbClr val="262626"/>
                </a:solidFill>
                <a:latin typeface="Lucida Sans Unicode"/>
                <a:cs typeface="Lucida Sans Unicode"/>
              </a:rPr>
              <a:t>H</a:t>
            </a:r>
            <a:r>
              <a:rPr dirty="0" baseline="-5341" sz="3900" spc="15">
                <a:solidFill>
                  <a:srgbClr val="262626"/>
                </a:solidFill>
                <a:latin typeface="Lucida Sans Unicode"/>
                <a:cs typeface="Lucida Sans Unicode"/>
              </a:rPr>
              <a:t> </a:t>
            </a:r>
            <a:r>
              <a:rPr dirty="0" baseline="-9615" sz="3900" spc="-337">
                <a:solidFill>
                  <a:srgbClr val="262626"/>
                </a:solidFill>
                <a:latin typeface="Lucida Sans Unicode"/>
                <a:cs typeface="Lucida Sans Unicode"/>
              </a:rPr>
              <a:t>I</a:t>
            </a:r>
            <a:r>
              <a:rPr dirty="0" baseline="1068" sz="3900" spc="-337">
                <a:solidFill>
                  <a:srgbClr val="262626"/>
                </a:solidFill>
                <a:latin typeface="Lucida Sans Unicode"/>
                <a:cs typeface="Lucida Sans Unicode"/>
              </a:rPr>
              <a:t>OțU6|/'\}</a:t>
            </a:r>
            <a:r>
              <a:rPr dirty="0" baseline="1068" sz="3900" spc="-247">
                <a:solidFill>
                  <a:srgbClr val="262626"/>
                </a:solidFill>
                <a:latin typeface="Lucida Sans Unicode"/>
                <a:cs typeface="Lucida Sans Unicode"/>
              </a:rPr>
              <a:t> </a:t>
            </a:r>
            <a:r>
              <a:rPr dirty="0" sz="2600">
                <a:solidFill>
                  <a:srgbClr val="262626"/>
                </a:solidFill>
                <a:latin typeface="Lucida Sans Unicode"/>
                <a:cs typeface="Lucida Sans Unicode"/>
              </a:rPr>
              <a:t>UO</a:t>
            </a:r>
            <a:r>
              <a:rPr dirty="0" sz="2600" spc="125">
                <a:solidFill>
                  <a:srgbClr val="262626"/>
                </a:solidFill>
                <a:latin typeface="Lucida Sans Unicode"/>
                <a:cs typeface="Lucida Sans Unicode"/>
              </a:rPr>
              <a:t> </a:t>
            </a:r>
            <a:r>
              <a:rPr dirty="0" sz="2600" spc="80">
                <a:solidFill>
                  <a:srgbClr val="262626"/>
                </a:solidFill>
                <a:latin typeface="Lucida Sans Unicode"/>
                <a:cs typeface="Lucida Sans Unicode"/>
              </a:rPr>
              <a:t>SțC6jjȘ</a:t>
            </a:r>
            <a:r>
              <a:rPr dirty="0" sz="2600" spc="250">
                <a:solidFill>
                  <a:srgbClr val="262626"/>
                </a:solidFill>
                <a:latin typeface="Lucida Sans Unicode"/>
                <a:cs typeface="Lucida Sans Unicode"/>
              </a:rPr>
              <a:t> </a:t>
            </a:r>
            <a:r>
              <a:rPr dirty="0" baseline="1068" sz="3900" spc="82">
                <a:solidFill>
                  <a:srgbClr val="262626"/>
                </a:solidFill>
                <a:latin typeface="Lucida Sans Unicode"/>
                <a:cs typeface="Lucida Sans Unicode"/>
              </a:rPr>
              <a:t>âAjțO@â</a:t>
            </a:r>
            <a:r>
              <a:rPr dirty="0" baseline="-6410" sz="3900" spc="82">
                <a:solidFill>
                  <a:srgbClr val="262626"/>
                </a:solidFill>
                <a:latin typeface="Lucida Sans Unicode"/>
                <a:cs typeface="Lucida Sans Unicode"/>
              </a:rPr>
              <a:t>N</a:t>
            </a:r>
            <a:endParaRPr baseline="-6410" sz="3900">
              <a:latin typeface="Lucida Sans Unicode"/>
              <a:cs typeface="Lucida Sans Unicode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5073452" y="7490827"/>
            <a:ext cx="6217285" cy="189865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50800">
              <a:lnSpc>
                <a:spcPct val="100000"/>
              </a:lnSpc>
              <a:spcBef>
                <a:spcPts val="135"/>
              </a:spcBef>
            </a:pPr>
            <a:r>
              <a:rPr dirty="0" baseline="-9615" sz="3900" spc="150">
                <a:solidFill>
                  <a:srgbClr val="262626"/>
                </a:solidFill>
                <a:latin typeface="Lucida Sans Unicode"/>
                <a:cs typeface="Lucida Sans Unicode"/>
              </a:rPr>
              <a:t>flJi</a:t>
            </a:r>
            <a:r>
              <a:rPr dirty="0" baseline="2136" sz="3900" spc="150">
                <a:solidFill>
                  <a:srgbClr val="262626"/>
                </a:solidFill>
                <a:latin typeface="Lucida Sans Unicode"/>
                <a:cs typeface="Lucida Sans Unicode"/>
              </a:rPr>
              <a:t>Oâ</a:t>
            </a:r>
            <a:r>
              <a:rPr dirty="0" baseline="-5341" sz="3900" spc="150">
                <a:solidFill>
                  <a:srgbClr val="262626"/>
                </a:solidFill>
                <a:latin typeface="Lucida Sans Unicode"/>
                <a:cs typeface="Lucida Sans Unicode"/>
              </a:rPr>
              <a:t>H</a:t>
            </a:r>
            <a:r>
              <a:rPr dirty="0" baseline="-5341" sz="3900" spc="22">
                <a:solidFill>
                  <a:srgbClr val="262626"/>
                </a:solidFill>
                <a:latin typeface="Lucida Sans Unicode"/>
                <a:cs typeface="Lucida Sans Unicode"/>
              </a:rPr>
              <a:t> </a:t>
            </a:r>
            <a:r>
              <a:rPr dirty="0" baseline="-9615" sz="3900" spc="-135">
                <a:solidFill>
                  <a:srgbClr val="262626"/>
                </a:solidFill>
                <a:latin typeface="Lucida Sans Unicode"/>
                <a:cs typeface="Lucida Sans Unicode"/>
              </a:rPr>
              <a:t>i</a:t>
            </a:r>
            <a:r>
              <a:rPr dirty="0" baseline="1068" sz="3900" spc="-135">
                <a:solidFill>
                  <a:srgbClr val="262626"/>
                </a:solidFill>
                <a:latin typeface="Lucida Sans Unicode"/>
                <a:cs typeface="Lucida Sans Unicode"/>
              </a:rPr>
              <a:t>OțU6ț'\j</a:t>
            </a:r>
            <a:r>
              <a:rPr dirty="0" baseline="1068" sz="3900" spc="-262">
                <a:solidFill>
                  <a:srgbClr val="262626"/>
                </a:solidFill>
                <a:latin typeface="Lucida Sans Unicode"/>
                <a:cs typeface="Lucida Sans Unicode"/>
              </a:rPr>
              <a:t> </a:t>
            </a:r>
            <a:r>
              <a:rPr dirty="0" sz="2600">
                <a:solidFill>
                  <a:srgbClr val="262626"/>
                </a:solidFill>
                <a:latin typeface="Lucida Sans Unicode"/>
                <a:cs typeface="Lucida Sans Unicode"/>
              </a:rPr>
              <a:t>UO</a:t>
            </a:r>
            <a:r>
              <a:rPr dirty="0" sz="2600" spc="135">
                <a:solidFill>
                  <a:srgbClr val="262626"/>
                </a:solidFill>
                <a:latin typeface="Lucida Sans Unicode"/>
                <a:cs typeface="Lucida Sans Unicode"/>
              </a:rPr>
              <a:t> </a:t>
            </a:r>
            <a:r>
              <a:rPr dirty="0" sz="2600" spc="80">
                <a:solidFill>
                  <a:srgbClr val="262626"/>
                </a:solidFill>
                <a:latin typeface="Lucida Sans Unicode"/>
                <a:cs typeface="Lucida Sans Unicode"/>
              </a:rPr>
              <a:t>SțC6jjȘ</a:t>
            </a:r>
            <a:r>
              <a:rPr dirty="0" sz="2600" spc="260">
                <a:solidFill>
                  <a:srgbClr val="262626"/>
                </a:solidFill>
                <a:latin typeface="Lucida Sans Unicode"/>
                <a:cs typeface="Lucida Sans Unicode"/>
              </a:rPr>
              <a:t> </a:t>
            </a:r>
            <a:r>
              <a:rPr dirty="0" baseline="1068" sz="3900" spc="-15">
                <a:solidFill>
                  <a:srgbClr val="262626"/>
                </a:solidFill>
                <a:latin typeface="Lucida Sans Unicode"/>
                <a:cs typeface="Lucida Sans Unicode"/>
              </a:rPr>
              <a:t>âAjțjSO</a:t>
            </a:r>
            <a:r>
              <a:rPr dirty="0" baseline="-6410" sz="3900" spc="-15">
                <a:solidFill>
                  <a:srgbClr val="262626"/>
                </a:solidFill>
                <a:latin typeface="Lucida Sans Unicode"/>
                <a:cs typeface="Lucida Sans Unicode"/>
              </a:rPr>
              <a:t>d</a:t>
            </a:r>
            <a:endParaRPr baseline="-6410" sz="3900">
              <a:latin typeface="Lucida Sans Unicode"/>
              <a:cs typeface="Lucida Sans Unicode"/>
            </a:endParaRPr>
          </a:p>
          <a:p>
            <a:pPr>
              <a:lnSpc>
                <a:spcPct val="100000"/>
              </a:lnSpc>
              <a:spcBef>
                <a:spcPts val="3270"/>
              </a:spcBef>
            </a:pPr>
            <a:endParaRPr sz="2600">
              <a:latin typeface="Lucida Sans Unicode"/>
              <a:cs typeface="Lucida Sans Unicode"/>
            </a:endParaRPr>
          </a:p>
          <a:p>
            <a:pPr marL="3810000">
              <a:lnSpc>
                <a:spcPct val="100000"/>
              </a:lnSpc>
            </a:pPr>
            <a:r>
              <a:rPr dirty="0" sz="3600" spc="-210">
                <a:solidFill>
                  <a:srgbClr val="262626"/>
                </a:solidFill>
                <a:latin typeface="Lucida Sans Unicode"/>
                <a:cs typeface="Lucida Sans Unicode"/>
              </a:rPr>
              <a:t>uo¡ț</a:t>
            </a:r>
            <a:r>
              <a:rPr dirty="0" baseline="1543" sz="5400" spc="-315">
                <a:solidFill>
                  <a:srgbClr val="262626"/>
                </a:solidFill>
                <a:latin typeface="Lucida Sans Unicode"/>
                <a:cs typeface="Lucida Sans Unicode"/>
              </a:rPr>
              <a:t>cn</a:t>
            </a:r>
            <a:r>
              <a:rPr dirty="0" sz="3600" spc="-210">
                <a:solidFill>
                  <a:srgbClr val="262626"/>
                </a:solidFill>
                <a:latin typeface="Lucida Sans Unicode"/>
                <a:cs typeface="Lucida Sans Unicode"/>
              </a:rPr>
              <a:t>po‹ț</a:t>
            </a:r>
            <a:r>
              <a:rPr dirty="0" baseline="-4629" sz="5400" spc="-315">
                <a:solidFill>
                  <a:srgbClr val="262626"/>
                </a:solidFill>
                <a:latin typeface="Lucida Sans Unicode"/>
                <a:cs typeface="Lucida Sans Unicode"/>
              </a:rPr>
              <a:t>ui</a:t>
            </a:r>
            <a:endParaRPr baseline="-4629" sz="5400">
              <a:latin typeface="Lucida Sans Unicode"/>
              <a:cs typeface="Lucida Sans Unicode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104100" cy="1130855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7471" y="0"/>
            <a:ext cx="20076628" cy="1130855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54900" y="8251820"/>
            <a:ext cx="3034452" cy="418073"/>
          </a:xfrm>
          <a:prstGeom prst="rect">
            <a:avLst/>
          </a:prstGeom>
        </p:spPr>
      </p:pic>
      <p:pic>
        <p:nvPicPr>
          <p:cNvPr id="3" name="object 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918412" y="3029322"/>
            <a:ext cx="9836282" cy="466049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5200">
                <a:solidFill>
                  <a:srgbClr val="803BE2"/>
                </a:solidFill>
              </a:rPr>
              <a:t>Q,</a:t>
            </a:r>
            <a:r>
              <a:rPr dirty="0" sz="5200" spc="-815">
                <a:solidFill>
                  <a:srgbClr val="803BE2"/>
                </a:solidFill>
              </a:rPr>
              <a:t> </a:t>
            </a:r>
            <a:r>
              <a:rPr dirty="0" sz="5200" spc="-565"/>
              <a:t>Purpose</a:t>
            </a:r>
            <a:r>
              <a:rPr dirty="0" sz="5200" spc="190"/>
              <a:t> </a:t>
            </a:r>
            <a:r>
              <a:rPr dirty="0" sz="5200" spc="-285"/>
              <a:t>ond</a:t>
            </a:r>
            <a:r>
              <a:rPr dirty="0" sz="5200" spc="-55"/>
              <a:t> </a:t>
            </a:r>
            <a:r>
              <a:rPr dirty="0" sz="5200" spc="-695"/>
              <a:t>Scope</a:t>
            </a:r>
            <a:endParaRPr sz="5200"/>
          </a:p>
        </p:txBody>
      </p:sp>
      <p:sp>
        <p:nvSpPr>
          <p:cNvPr id="5" name="object 5" descr=""/>
          <p:cNvSpPr txBox="1"/>
          <p:nvPr/>
        </p:nvSpPr>
        <p:spPr>
          <a:xfrm>
            <a:off x="1356356" y="4316647"/>
            <a:ext cx="7378065" cy="2096770"/>
          </a:xfrm>
          <a:prstGeom prst="rect">
            <a:avLst/>
          </a:prstGeom>
        </p:spPr>
        <p:txBody>
          <a:bodyPr wrap="square" lIns="0" tIns="21209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670"/>
              </a:spcBef>
            </a:pPr>
            <a:r>
              <a:rPr dirty="0" sz="2900" spc="-305">
                <a:solidFill>
                  <a:srgbClr val="803BE2"/>
                </a:solidFill>
                <a:latin typeface="Arial Black"/>
                <a:cs typeface="Arial Black"/>
              </a:rPr>
              <a:t>Research</a:t>
            </a:r>
            <a:r>
              <a:rPr dirty="0" sz="2900" spc="80">
                <a:solidFill>
                  <a:srgbClr val="803BE2"/>
                </a:solidFill>
                <a:latin typeface="Arial Black"/>
                <a:cs typeface="Arial Black"/>
              </a:rPr>
              <a:t> </a:t>
            </a:r>
            <a:r>
              <a:rPr dirty="0" sz="2900" spc="-270">
                <a:solidFill>
                  <a:srgbClr val="803BE2"/>
                </a:solidFill>
                <a:latin typeface="Arial Black"/>
                <a:cs typeface="Arial Black"/>
              </a:rPr>
              <a:t>Objectives</a:t>
            </a:r>
            <a:endParaRPr sz="2900">
              <a:latin typeface="Arial Black"/>
              <a:cs typeface="Arial Black"/>
            </a:endParaRPr>
          </a:p>
          <a:p>
            <a:pPr marL="23495" marR="5080" indent="8255">
              <a:lnSpc>
                <a:spcPct val="115100"/>
              </a:lnSpc>
              <a:spcBef>
                <a:spcPts val="890"/>
              </a:spcBef>
            </a:pPr>
            <a:r>
              <a:rPr dirty="0" sz="2500" spc="-35">
                <a:solidFill>
                  <a:srgbClr val="262626"/>
                </a:solidFill>
                <a:latin typeface="Lucida Sans Unicode"/>
                <a:cs typeface="Lucida Sans Unicode"/>
              </a:rPr>
              <a:t>Set</a:t>
            </a:r>
            <a:r>
              <a:rPr dirty="0" sz="2500" spc="-165">
                <a:solidFill>
                  <a:srgbClr val="262626"/>
                </a:solidFill>
                <a:latin typeface="Lucida Sans Unicode"/>
                <a:cs typeface="Lucida Sans Unicode"/>
              </a:rPr>
              <a:t> </a:t>
            </a:r>
            <a:r>
              <a:rPr dirty="0" sz="2500" spc="-55">
                <a:solidFill>
                  <a:srgbClr val="262626"/>
                </a:solidFill>
                <a:latin typeface="Lucida Sans Unicode"/>
                <a:cs typeface="Lucida Sans Unicode"/>
              </a:rPr>
              <a:t>cleor</a:t>
            </a:r>
            <a:r>
              <a:rPr dirty="0" sz="2500" spc="-140">
                <a:solidFill>
                  <a:srgbClr val="262626"/>
                </a:solidFill>
                <a:latin typeface="Lucida Sans Unicode"/>
                <a:cs typeface="Lucida Sans Unicode"/>
              </a:rPr>
              <a:t> </a:t>
            </a:r>
            <a:r>
              <a:rPr dirty="0" sz="2500" spc="-25">
                <a:solidFill>
                  <a:srgbClr val="262626"/>
                </a:solidFill>
                <a:latin typeface="Lucida Sans Unicode"/>
                <a:cs typeface="Lucida Sans Unicode"/>
              </a:rPr>
              <a:t>research</a:t>
            </a:r>
            <a:r>
              <a:rPr dirty="0" sz="2500" spc="-150">
                <a:solidFill>
                  <a:srgbClr val="262626"/>
                </a:solidFill>
                <a:latin typeface="Lucida Sans Unicode"/>
                <a:cs typeface="Lucida Sans Unicode"/>
              </a:rPr>
              <a:t> </a:t>
            </a:r>
            <a:r>
              <a:rPr dirty="0" sz="2500" spc="-50">
                <a:solidFill>
                  <a:srgbClr val="262626"/>
                </a:solidFill>
                <a:latin typeface="Lucida Sans Unicode"/>
                <a:cs typeface="Lucida Sans Unicode"/>
              </a:rPr>
              <a:t>objectives</a:t>
            </a:r>
            <a:r>
              <a:rPr dirty="0" sz="2500" spc="-40">
                <a:solidFill>
                  <a:srgbClr val="262626"/>
                </a:solidFill>
                <a:latin typeface="Lucida Sans Unicode"/>
                <a:cs typeface="Lucida Sans Unicode"/>
              </a:rPr>
              <a:t> </a:t>
            </a:r>
            <a:r>
              <a:rPr dirty="0" sz="2500" spc="-95">
                <a:solidFill>
                  <a:srgbClr val="262626"/>
                </a:solidFill>
                <a:latin typeface="Lucida Sans Unicode"/>
                <a:cs typeface="Lucida Sans Unicode"/>
              </a:rPr>
              <a:t>to</a:t>
            </a:r>
            <a:r>
              <a:rPr dirty="0" sz="2500" spc="-135">
                <a:solidFill>
                  <a:srgbClr val="262626"/>
                </a:solidFill>
                <a:latin typeface="Lucida Sans Unicode"/>
                <a:cs typeface="Lucida Sans Unicode"/>
              </a:rPr>
              <a:t> </a:t>
            </a:r>
            <a:r>
              <a:rPr dirty="0" sz="2500" spc="-65">
                <a:solidFill>
                  <a:srgbClr val="262626"/>
                </a:solidFill>
                <a:latin typeface="Lucida Sans Unicode"/>
                <a:cs typeface="Lucida Sans Unicode"/>
              </a:rPr>
              <a:t>guide</a:t>
            </a:r>
            <a:r>
              <a:rPr dirty="0" sz="2500" spc="-135">
                <a:solidFill>
                  <a:srgbClr val="262626"/>
                </a:solidFill>
                <a:latin typeface="Lucida Sans Unicode"/>
                <a:cs typeface="Lucida Sans Unicode"/>
              </a:rPr>
              <a:t> </a:t>
            </a:r>
            <a:r>
              <a:rPr dirty="0" sz="2500" spc="-55">
                <a:solidFill>
                  <a:srgbClr val="262626"/>
                </a:solidFill>
                <a:latin typeface="Lucida Sans Unicode"/>
                <a:cs typeface="Lucida Sans Unicode"/>
              </a:rPr>
              <a:t>the</a:t>
            </a:r>
            <a:r>
              <a:rPr dirty="0" sz="2500" spc="-165">
                <a:solidFill>
                  <a:srgbClr val="262626"/>
                </a:solidFill>
                <a:latin typeface="Lucida Sans Unicode"/>
                <a:cs typeface="Lucida Sans Unicode"/>
              </a:rPr>
              <a:t> </a:t>
            </a:r>
            <a:r>
              <a:rPr dirty="0" sz="2500" spc="-45">
                <a:solidFill>
                  <a:srgbClr val="262626"/>
                </a:solidFill>
                <a:latin typeface="Lucida Sans Unicode"/>
                <a:cs typeface="Lucida Sans Unicode"/>
              </a:rPr>
              <a:t>onolysis </a:t>
            </a:r>
            <a:r>
              <a:rPr dirty="0" sz="2500" spc="-165">
                <a:solidFill>
                  <a:srgbClr val="262626"/>
                </a:solidFill>
                <a:latin typeface="Lucida Sans Unicode"/>
                <a:cs typeface="Lucida Sans Unicode"/>
              </a:rPr>
              <a:t>of</a:t>
            </a:r>
            <a:r>
              <a:rPr dirty="0" sz="2500" spc="-35">
                <a:solidFill>
                  <a:srgbClr val="262626"/>
                </a:solidFill>
                <a:latin typeface="Lucida Sans Unicode"/>
                <a:cs typeface="Lucida Sans Unicode"/>
              </a:rPr>
              <a:t> </a:t>
            </a:r>
            <a:r>
              <a:rPr dirty="0" sz="2500" spc="-65">
                <a:solidFill>
                  <a:srgbClr val="262626"/>
                </a:solidFill>
                <a:latin typeface="Lucida Sans Unicode"/>
                <a:cs typeface="Lucida Sans Unicode"/>
              </a:rPr>
              <a:t>sociol</a:t>
            </a:r>
            <a:r>
              <a:rPr dirty="0" sz="2500" spc="-130">
                <a:solidFill>
                  <a:srgbClr val="262626"/>
                </a:solidFill>
                <a:latin typeface="Lucida Sans Unicode"/>
                <a:cs typeface="Lucida Sans Unicode"/>
              </a:rPr>
              <a:t> </a:t>
            </a:r>
            <a:r>
              <a:rPr dirty="0" sz="2500" spc="-30">
                <a:solidFill>
                  <a:srgbClr val="262626"/>
                </a:solidFill>
                <a:latin typeface="Lucida Sans Unicode"/>
                <a:cs typeface="Lucida Sans Unicode"/>
              </a:rPr>
              <a:t>medio</a:t>
            </a:r>
            <a:r>
              <a:rPr dirty="0" sz="2500" spc="-120">
                <a:solidFill>
                  <a:srgbClr val="262626"/>
                </a:solidFill>
                <a:latin typeface="Lucida Sans Unicode"/>
                <a:cs typeface="Lucida Sans Unicode"/>
              </a:rPr>
              <a:t> </a:t>
            </a:r>
            <a:r>
              <a:rPr dirty="0" sz="2500" spc="-65">
                <a:solidFill>
                  <a:srgbClr val="262626"/>
                </a:solidFill>
                <a:latin typeface="Lucida Sans Unicode"/>
                <a:cs typeface="Lucida Sans Unicode"/>
              </a:rPr>
              <a:t>usage,</a:t>
            </a:r>
            <a:r>
              <a:rPr dirty="0" sz="2500" spc="-135">
                <a:solidFill>
                  <a:srgbClr val="262626"/>
                </a:solidFill>
                <a:latin typeface="Lucida Sans Unicode"/>
                <a:cs typeface="Lucida Sans Unicode"/>
              </a:rPr>
              <a:t> </a:t>
            </a:r>
            <a:r>
              <a:rPr dirty="0" sz="2500" spc="-85">
                <a:solidFill>
                  <a:srgbClr val="262626"/>
                </a:solidFill>
                <a:latin typeface="Lucida Sans Unicode"/>
                <a:cs typeface="Lucida Sans Unicode"/>
              </a:rPr>
              <a:t>focusing</a:t>
            </a:r>
            <a:r>
              <a:rPr dirty="0" sz="2500" spc="-5">
                <a:solidFill>
                  <a:srgbClr val="262626"/>
                </a:solidFill>
                <a:latin typeface="Lucida Sans Unicode"/>
                <a:cs typeface="Lucida Sans Unicode"/>
              </a:rPr>
              <a:t> </a:t>
            </a:r>
            <a:r>
              <a:rPr dirty="0" sz="2500" spc="-70">
                <a:solidFill>
                  <a:srgbClr val="262626"/>
                </a:solidFill>
                <a:latin typeface="Lucida Sans Unicode"/>
                <a:cs typeface="Lucida Sans Unicode"/>
              </a:rPr>
              <a:t>on</a:t>
            </a:r>
            <a:r>
              <a:rPr dirty="0" sz="2500" spc="-210">
                <a:solidFill>
                  <a:srgbClr val="262626"/>
                </a:solidFill>
                <a:latin typeface="Lucida Sans Unicode"/>
                <a:cs typeface="Lucida Sans Unicode"/>
              </a:rPr>
              <a:t> </a:t>
            </a:r>
            <a:r>
              <a:rPr dirty="0" sz="2500" spc="-80">
                <a:solidFill>
                  <a:srgbClr val="262626"/>
                </a:solidFill>
                <a:latin typeface="Lucida Sans Unicode"/>
                <a:cs typeface="Lucida Sans Unicode"/>
              </a:rPr>
              <a:t>key</a:t>
            </a:r>
            <a:r>
              <a:rPr dirty="0" sz="2500" spc="-75">
                <a:solidFill>
                  <a:srgbClr val="262626"/>
                </a:solidFill>
                <a:latin typeface="Lucida Sans Unicode"/>
                <a:cs typeface="Lucida Sans Unicode"/>
              </a:rPr>
              <a:t> </a:t>
            </a:r>
            <a:r>
              <a:rPr dirty="0" sz="2500" spc="-10">
                <a:solidFill>
                  <a:srgbClr val="262626"/>
                </a:solidFill>
                <a:latin typeface="Lucida Sans Unicode"/>
                <a:cs typeface="Lucida Sans Unicode"/>
              </a:rPr>
              <a:t>questions </a:t>
            </a:r>
            <a:r>
              <a:rPr dirty="0" sz="2500" spc="-35">
                <a:solidFill>
                  <a:srgbClr val="262626"/>
                </a:solidFill>
                <a:latin typeface="Lucida Sans Unicode"/>
                <a:cs typeface="Lucida Sans Unicode"/>
              </a:rPr>
              <a:t>ond</a:t>
            </a:r>
            <a:r>
              <a:rPr dirty="0" sz="2500" spc="-160">
                <a:solidFill>
                  <a:srgbClr val="262626"/>
                </a:solidFill>
                <a:latin typeface="Lucida Sans Unicode"/>
                <a:cs typeface="Lucida Sans Unicode"/>
              </a:rPr>
              <a:t> </a:t>
            </a:r>
            <a:r>
              <a:rPr dirty="0" sz="2500" spc="-65">
                <a:solidFill>
                  <a:srgbClr val="262626"/>
                </a:solidFill>
                <a:latin typeface="Lucida Sans Unicode"/>
                <a:cs typeface="Lucida Sans Unicode"/>
              </a:rPr>
              <a:t>desired</a:t>
            </a:r>
            <a:r>
              <a:rPr dirty="0" sz="2500" spc="-75">
                <a:solidFill>
                  <a:srgbClr val="262626"/>
                </a:solidFill>
                <a:latin typeface="Lucida Sans Unicode"/>
                <a:cs typeface="Lucida Sans Unicode"/>
              </a:rPr>
              <a:t> </a:t>
            </a:r>
            <a:r>
              <a:rPr dirty="0" sz="2500" spc="-10">
                <a:solidFill>
                  <a:srgbClr val="262626"/>
                </a:solidFill>
                <a:latin typeface="Lucida Sans Unicode"/>
                <a:cs typeface="Lucida Sans Unicode"/>
              </a:rPr>
              <a:t>outcomes.</a:t>
            </a:r>
            <a:endParaRPr sz="2500">
              <a:latin typeface="Lucida Sans Unicode"/>
              <a:cs typeface="Lucida Sans Unicode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10663027" y="4316647"/>
            <a:ext cx="7676515" cy="2096770"/>
          </a:xfrm>
          <a:prstGeom prst="rect">
            <a:avLst/>
          </a:prstGeom>
        </p:spPr>
        <p:txBody>
          <a:bodyPr wrap="square" lIns="0" tIns="21209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670"/>
              </a:spcBef>
            </a:pPr>
            <a:r>
              <a:rPr dirty="0" sz="2900" spc="-204">
                <a:solidFill>
                  <a:srgbClr val="803BE2"/>
                </a:solidFill>
                <a:latin typeface="Arial Black"/>
                <a:cs typeface="Arial Black"/>
              </a:rPr>
              <a:t>Importance</a:t>
            </a:r>
            <a:r>
              <a:rPr dirty="0" sz="2900" spc="25">
                <a:solidFill>
                  <a:srgbClr val="803BE2"/>
                </a:solidFill>
                <a:latin typeface="Arial Black"/>
                <a:cs typeface="Arial Black"/>
              </a:rPr>
              <a:t> </a:t>
            </a:r>
            <a:r>
              <a:rPr dirty="0" sz="2900" spc="-295">
                <a:solidFill>
                  <a:srgbClr val="803BE2"/>
                </a:solidFill>
                <a:latin typeface="Arial Black"/>
                <a:cs typeface="Arial Black"/>
              </a:rPr>
              <a:t>of</a:t>
            </a:r>
            <a:r>
              <a:rPr dirty="0" sz="2900" spc="-50">
                <a:solidFill>
                  <a:srgbClr val="803BE2"/>
                </a:solidFill>
                <a:latin typeface="Arial Black"/>
                <a:cs typeface="Arial Black"/>
              </a:rPr>
              <a:t> </a:t>
            </a:r>
            <a:r>
              <a:rPr dirty="0" sz="2900" spc="-235">
                <a:solidFill>
                  <a:srgbClr val="803BE2"/>
                </a:solidFill>
                <a:latin typeface="Arial Black"/>
                <a:cs typeface="Arial Black"/>
              </a:rPr>
              <a:t>the</a:t>
            </a:r>
            <a:r>
              <a:rPr dirty="0" sz="2900" spc="-10">
                <a:solidFill>
                  <a:srgbClr val="803BE2"/>
                </a:solidFill>
                <a:latin typeface="Arial Black"/>
                <a:cs typeface="Arial Black"/>
              </a:rPr>
              <a:t> Study</a:t>
            </a:r>
            <a:endParaRPr sz="2900">
              <a:latin typeface="Arial Black"/>
              <a:cs typeface="Arial Black"/>
            </a:endParaRPr>
          </a:p>
          <a:p>
            <a:pPr marL="26034" marR="5080" indent="635">
              <a:lnSpc>
                <a:spcPct val="115100"/>
              </a:lnSpc>
              <a:spcBef>
                <a:spcPts val="890"/>
              </a:spcBef>
            </a:pPr>
            <a:r>
              <a:rPr dirty="0" sz="2500" spc="-95">
                <a:solidFill>
                  <a:srgbClr val="262626"/>
                </a:solidFill>
                <a:latin typeface="Lucida Sans Unicode"/>
                <a:cs typeface="Lucida Sans Unicode"/>
              </a:rPr>
              <a:t>Discuss</a:t>
            </a:r>
            <a:r>
              <a:rPr dirty="0" sz="2500" spc="-105">
                <a:solidFill>
                  <a:srgbClr val="262626"/>
                </a:solidFill>
                <a:latin typeface="Lucida Sans Unicode"/>
                <a:cs typeface="Lucida Sans Unicode"/>
              </a:rPr>
              <a:t> </a:t>
            </a:r>
            <a:r>
              <a:rPr dirty="0" sz="2500" spc="-50">
                <a:solidFill>
                  <a:srgbClr val="262626"/>
                </a:solidFill>
                <a:latin typeface="Lucida Sans Unicode"/>
                <a:cs typeface="Lucida Sans Unicode"/>
              </a:rPr>
              <a:t>the</a:t>
            </a:r>
            <a:r>
              <a:rPr dirty="0" sz="2500" spc="-204">
                <a:solidFill>
                  <a:srgbClr val="262626"/>
                </a:solidFill>
                <a:latin typeface="Lucida Sans Unicode"/>
                <a:cs typeface="Lucida Sans Unicode"/>
              </a:rPr>
              <a:t> </a:t>
            </a:r>
            <a:r>
              <a:rPr dirty="0" sz="2500" spc="-65">
                <a:solidFill>
                  <a:srgbClr val="262626"/>
                </a:solidFill>
                <a:latin typeface="Lucida Sans Unicode"/>
                <a:cs typeface="Lucida Sans Unicode"/>
              </a:rPr>
              <a:t>significonce</a:t>
            </a:r>
            <a:r>
              <a:rPr dirty="0" sz="2500" spc="-5">
                <a:solidFill>
                  <a:srgbClr val="262626"/>
                </a:solidFill>
                <a:latin typeface="Lucida Sans Unicode"/>
                <a:cs typeface="Lucida Sans Unicode"/>
              </a:rPr>
              <a:t> </a:t>
            </a:r>
            <a:r>
              <a:rPr dirty="0" sz="2500" spc="-165">
                <a:solidFill>
                  <a:srgbClr val="262626"/>
                </a:solidFill>
                <a:latin typeface="Lucida Sans Unicode"/>
                <a:cs typeface="Lucida Sans Unicode"/>
              </a:rPr>
              <a:t>of</a:t>
            </a:r>
            <a:r>
              <a:rPr dirty="0" sz="2500" spc="-10">
                <a:solidFill>
                  <a:srgbClr val="262626"/>
                </a:solidFill>
                <a:latin typeface="Lucida Sans Unicode"/>
                <a:cs typeface="Lucida Sans Unicode"/>
              </a:rPr>
              <a:t> </a:t>
            </a:r>
            <a:r>
              <a:rPr dirty="0" sz="2500" spc="-50">
                <a:solidFill>
                  <a:srgbClr val="262626"/>
                </a:solidFill>
                <a:latin typeface="Lucida Sans Unicode"/>
                <a:cs typeface="Lucida Sans Unicode"/>
              </a:rPr>
              <a:t>the</a:t>
            </a:r>
            <a:r>
              <a:rPr dirty="0" sz="2500" spc="-204">
                <a:solidFill>
                  <a:srgbClr val="262626"/>
                </a:solidFill>
                <a:latin typeface="Lucida Sans Unicode"/>
                <a:cs typeface="Lucida Sans Unicode"/>
              </a:rPr>
              <a:t> </a:t>
            </a:r>
            <a:r>
              <a:rPr dirty="0" sz="2500" spc="-85">
                <a:solidFill>
                  <a:srgbClr val="262626"/>
                </a:solidFill>
                <a:latin typeface="Lucida Sans Unicode"/>
                <a:cs typeface="Lucida Sans Unicode"/>
              </a:rPr>
              <a:t>study</a:t>
            </a:r>
            <a:r>
              <a:rPr dirty="0" sz="2500" spc="-110">
                <a:solidFill>
                  <a:srgbClr val="262626"/>
                </a:solidFill>
                <a:latin typeface="Lucida Sans Unicode"/>
                <a:cs typeface="Lucida Sans Unicode"/>
              </a:rPr>
              <a:t> </a:t>
            </a:r>
            <a:r>
              <a:rPr dirty="0" sz="2500" spc="-25">
                <a:solidFill>
                  <a:srgbClr val="262626"/>
                </a:solidFill>
                <a:latin typeface="Lucida Sans Unicode"/>
                <a:cs typeface="Lucida Sans Unicode"/>
              </a:rPr>
              <a:t>in </a:t>
            </a:r>
            <a:r>
              <a:rPr dirty="0" sz="2500" spc="-85">
                <a:solidFill>
                  <a:srgbClr val="262626"/>
                </a:solidFill>
                <a:latin typeface="Lucida Sans Unicode"/>
                <a:cs typeface="Lucida Sans Unicode"/>
              </a:rPr>
              <a:t>understonding</a:t>
            </a:r>
            <a:r>
              <a:rPr dirty="0" sz="2500" spc="-50">
                <a:solidFill>
                  <a:srgbClr val="262626"/>
                </a:solidFill>
                <a:latin typeface="Lucida Sans Unicode"/>
                <a:cs typeface="Lucida Sans Unicode"/>
              </a:rPr>
              <a:t> </a:t>
            </a:r>
            <a:r>
              <a:rPr dirty="0" sz="2500" spc="-65">
                <a:solidFill>
                  <a:srgbClr val="262626"/>
                </a:solidFill>
                <a:latin typeface="Lucida Sans Unicode"/>
                <a:cs typeface="Lucida Sans Unicode"/>
              </a:rPr>
              <a:t>sociol</a:t>
            </a:r>
            <a:r>
              <a:rPr dirty="0" sz="2500" spc="-130">
                <a:solidFill>
                  <a:srgbClr val="262626"/>
                </a:solidFill>
                <a:latin typeface="Lucida Sans Unicode"/>
                <a:cs typeface="Lucida Sans Unicode"/>
              </a:rPr>
              <a:t> </a:t>
            </a:r>
            <a:r>
              <a:rPr dirty="0" sz="2500" spc="-20">
                <a:solidFill>
                  <a:srgbClr val="262626"/>
                </a:solidFill>
                <a:latin typeface="Lucida Sans Unicode"/>
                <a:cs typeface="Lucida Sans Unicode"/>
              </a:rPr>
              <a:t>medio</a:t>
            </a:r>
            <a:r>
              <a:rPr dirty="0" sz="2500" spc="-100">
                <a:solidFill>
                  <a:srgbClr val="262626"/>
                </a:solidFill>
                <a:latin typeface="Lucida Sans Unicode"/>
                <a:cs typeface="Lucida Sans Unicode"/>
              </a:rPr>
              <a:t> </a:t>
            </a:r>
            <a:r>
              <a:rPr dirty="0" sz="2500" spc="-10">
                <a:solidFill>
                  <a:srgbClr val="262626"/>
                </a:solidFill>
                <a:latin typeface="Lucida Sans Unicode"/>
                <a:cs typeface="Lucida Sans Unicode"/>
              </a:rPr>
              <a:t>dynamics</a:t>
            </a:r>
            <a:r>
              <a:rPr dirty="0" sz="2500" spc="-80">
                <a:solidFill>
                  <a:srgbClr val="262626"/>
                </a:solidFill>
                <a:latin typeface="Lucida Sans Unicode"/>
                <a:cs typeface="Lucida Sans Unicode"/>
              </a:rPr>
              <a:t> </a:t>
            </a:r>
            <a:r>
              <a:rPr dirty="0" sz="2500">
                <a:solidFill>
                  <a:srgbClr val="262626"/>
                </a:solidFill>
                <a:latin typeface="Lucida Sans Unicode"/>
                <a:cs typeface="Lucida Sans Unicode"/>
              </a:rPr>
              <a:t>and</a:t>
            </a:r>
            <a:r>
              <a:rPr dirty="0" sz="2500" spc="-285">
                <a:solidFill>
                  <a:srgbClr val="262626"/>
                </a:solidFill>
                <a:latin typeface="Lucida Sans Unicode"/>
                <a:cs typeface="Lucida Sans Unicode"/>
              </a:rPr>
              <a:t> </a:t>
            </a:r>
            <a:r>
              <a:rPr dirty="0" sz="2500" spc="-25">
                <a:solidFill>
                  <a:srgbClr val="262626"/>
                </a:solidFill>
                <a:latin typeface="Lucida Sans Unicode"/>
                <a:cs typeface="Lucida Sans Unicode"/>
              </a:rPr>
              <a:t>its impoct</a:t>
            </a:r>
            <a:r>
              <a:rPr dirty="0" sz="2500" spc="-10">
                <a:solidFill>
                  <a:srgbClr val="262626"/>
                </a:solidFill>
                <a:latin typeface="Lucida Sans Unicode"/>
                <a:cs typeface="Lucida Sans Unicode"/>
              </a:rPr>
              <a:t> </a:t>
            </a:r>
            <a:r>
              <a:rPr dirty="0" sz="2500" spc="-70">
                <a:solidFill>
                  <a:srgbClr val="262626"/>
                </a:solidFill>
                <a:latin typeface="Lucida Sans Unicode"/>
                <a:cs typeface="Lucida Sans Unicode"/>
              </a:rPr>
              <a:t>on</a:t>
            </a:r>
            <a:r>
              <a:rPr dirty="0" sz="2500" spc="-150">
                <a:solidFill>
                  <a:srgbClr val="262626"/>
                </a:solidFill>
                <a:latin typeface="Lucida Sans Unicode"/>
                <a:cs typeface="Lucida Sans Unicode"/>
              </a:rPr>
              <a:t> </a:t>
            </a:r>
            <a:r>
              <a:rPr dirty="0" sz="2500" spc="-70">
                <a:solidFill>
                  <a:srgbClr val="262626"/>
                </a:solidFill>
                <a:latin typeface="Lucida Sans Unicode"/>
                <a:cs typeface="Lucida Sans Unicode"/>
              </a:rPr>
              <a:t>communicotion,</a:t>
            </a:r>
            <a:r>
              <a:rPr dirty="0" sz="2500" spc="-385">
                <a:solidFill>
                  <a:srgbClr val="262626"/>
                </a:solidFill>
                <a:latin typeface="Lucida Sans Unicode"/>
                <a:cs typeface="Lucida Sans Unicode"/>
              </a:rPr>
              <a:t> </a:t>
            </a:r>
            <a:r>
              <a:rPr dirty="0" sz="2500" spc="-114">
                <a:solidFill>
                  <a:srgbClr val="262626"/>
                </a:solidFill>
                <a:latin typeface="Lucida Sans Unicode"/>
                <a:cs typeface="Lucida Sans Unicode"/>
              </a:rPr>
              <a:t>marketing,</a:t>
            </a:r>
            <a:r>
              <a:rPr dirty="0" sz="2500" spc="-55">
                <a:solidFill>
                  <a:srgbClr val="262626"/>
                </a:solidFill>
                <a:latin typeface="Lucida Sans Unicode"/>
                <a:cs typeface="Lucida Sans Unicode"/>
              </a:rPr>
              <a:t> </a:t>
            </a:r>
            <a:r>
              <a:rPr dirty="0" sz="2500" spc="-35">
                <a:solidFill>
                  <a:srgbClr val="262626"/>
                </a:solidFill>
                <a:latin typeface="Lucida Sans Unicode"/>
                <a:cs typeface="Lucida Sans Unicode"/>
              </a:rPr>
              <a:t>ond</a:t>
            </a:r>
            <a:r>
              <a:rPr dirty="0" sz="2500" spc="-140">
                <a:solidFill>
                  <a:srgbClr val="262626"/>
                </a:solidFill>
                <a:latin typeface="Lucida Sans Unicode"/>
                <a:cs typeface="Lucida Sans Unicode"/>
              </a:rPr>
              <a:t> </a:t>
            </a:r>
            <a:r>
              <a:rPr dirty="0" sz="2500" spc="-45">
                <a:solidFill>
                  <a:srgbClr val="262626"/>
                </a:solidFill>
                <a:latin typeface="Lucida Sans Unicode"/>
                <a:cs typeface="Lucida Sans Unicode"/>
              </a:rPr>
              <a:t>daily</a:t>
            </a:r>
            <a:r>
              <a:rPr dirty="0" sz="2500" spc="-80">
                <a:solidFill>
                  <a:srgbClr val="262626"/>
                </a:solidFill>
                <a:latin typeface="Lucida Sans Unicode"/>
                <a:cs typeface="Lucida Sans Unicode"/>
              </a:rPr>
              <a:t> </a:t>
            </a:r>
            <a:r>
              <a:rPr dirty="0" sz="2500" spc="-60">
                <a:solidFill>
                  <a:srgbClr val="262626"/>
                </a:solidFill>
                <a:latin typeface="Lucida Sans Unicode"/>
                <a:cs typeface="Lucida Sans Unicode"/>
              </a:rPr>
              <a:t>life.</a:t>
            </a:r>
            <a:endParaRPr sz="2500">
              <a:latin typeface="Lucida Sans Unicode"/>
              <a:cs typeface="Lucida Sans Unicode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10841681" y="8004761"/>
            <a:ext cx="632460" cy="79248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5000" spc="-85">
                <a:solidFill>
                  <a:srgbClr val="803BE2"/>
                </a:solidFill>
                <a:latin typeface="Times New Roman"/>
                <a:cs typeface="Times New Roman"/>
              </a:rPr>
              <a:t>02</a:t>
            </a:r>
            <a:endParaRPr sz="5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104100" cy="11308556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626268" y="4181460"/>
            <a:ext cx="12739370" cy="106235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211955" algn="l"/>
              </a:tabLst>
            </a:pPr>
            <a:r>
              <a:rPr dirty="0" sz="6800" spc="-795">
                <a:solidFill>
                  <a:srgbClr val="000000"/>
                </a:solidFill>
              </a:rPr>
              <a:t>Positive</a:t>
            </a:r>
            <a:r>
              <a:rPr dirty="0" sz="6800" spc="60">
                <a:solidFill>
                  <a:srgbClr val="000000"/>
                </a:solidFill>
              </a:rPr>
              <a:t> </a:t>
            </a:r>
            <a:r>
              <a:rPr dirty="0" sz="6800" spc="-2115">
                <a:solidFill>
                  <a:srgbClr val="000000"/>
                </a:solidFill>
              </a:rPr>
              <a:t>E</a:t>
            </a:r>
            <a:r>
              <a:rPr dirty="0" sz="6800">
                <a:solidFill>
                  <a:srgbClr val="000000"/>
                </a:solidFill>
              </a:rPr>
              <a:t>	</a:t>
            </a:r>
            <a:r>
              <a:rPr dirty="0" sz="6800" spc="-980">
                <a:solidFill>
                  <a:srgbClr val="000000"/>
                </a:solidFill>
              </a:rPr>
              <a:t>ects</a:t>
            </a:r>
            <a:r>
              <a:rPr dirty="0" sz="6800" spc="-135">
                <a:solidFill>
                  <a:srgbClr val="000000"/>
                </a:solidFill>
              </a:rPr>
              <a:t> </a:t>
            </a:r>
            <a:r>
              <a:rPr dirty="0" sz="6800" spc="-780">
                <a:solidFill>
                  <a:srgbClr val="000000"/>
                </a:solidFill>
              </a:rPr>
              <a:t>on</a:t>
            </a:r>
            <a:r>
              <a:rPr dirty="0" sz="6800" spc="-350">
                <a:solidFill>
                  <a:srgbClr val="000000"/>
                </a:solidFill>
              </a:rPr>
              <a:t> </a:t>
            </a:r>
            <a:r>
              <a:rPr dirty="0" sz="6800" spc="-720">
                <a:solidFill>
                  <a:srgbClr val="000000"/>
                </a:solidFill>
              </a:rPr>
              <a:t>Mentol</a:t>
            </a:r>
            <a:r>
              <a:rPr dirty="0" sz="6800" spc="-90">
                <a:solidFill>
                  <a:srgbClr val="000000"/>
                </a:solidFill>
              </a:rPr>
              <a:t> </a:t>
            </a:r>
            <a:r>
              <a:rPr dirty="0" sz="6800" spc="-800">
                <a:solidFill>
                  <a:srgbClr val="000000"/>
                </a:solidFill>
              </a:rPr>
              <a:t>Heolth</a:t>
            </a:r>
            <a:endParaRPr sz="68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11707381" y="692179"/>
            <a:ext cx="40640" cy="0"/>
          </a:xfrm>
          <a:custGeom>
            <a:avLst/>
            <a:gdLst/>
            <a:ahLst/>
            <a:cxnLst/>
            <a:rect l="l" t="t" r="r" b="b"/>
            <a:pathLst>
              <a:path w="40640" h="0">
                <a:moveTo>
                  <a:pt x="0" y="0"/>
                </a:moveTo>
                <a:lnTo>
                  <a:pt x="40240" y="0"/>
                </a:lnTo>
              </a:path>
            </a:pathLst>
          </a:custGeom>
          <a:ln w="502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122637" y="8805449"/>
            <a:ext cx="480138" cy="411469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8320729" y="8778018"/>
            <a:ext cx="480138" cy="480047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6510" rIns="0" bIns="0" rtlCol="0" vert="horz">
            <a:spAutoFit/>
          </a:bodyPr>
          <a:lstStyle/>
          <a:p>
            <a:pPr marL="1270">
              <a:lnSpc>
                <a:spcPct val="100000"/>
              </a:lnSpc>
              <a:spcBef>
                <a:spcPts val="130"/>
              </a:spcBef>
            </a:pPr>
            <a:r>
              <a:rPr dirty="0" sz="5250" spc="-765">
                <a:solidFill>
                  <a:srgbClr val="803BE2"/>
                </a:solidFill>
              </a:rPr>
              <a:t>'M,</a:t>
            </a:r>
            <a:r>
              <a:rPr dirty="0" sz="5250" spc="240">
                <a:solidFill>
                  <a:srgbClr val="803BE2"/>
                </a:solidFill>
              </a:rPr>
              <a:t> </a:t>
            </a:r>
            <a:r>
              <a:rPr dirty="0" sz="5250" spc="-515"/>
              <a:t>Emotionol</a:t>
            </a:r>
            <a:r>
              <a:rPr dirty="0" sz="5250" spc="480"/>
              <a:t> </a:t>
            </a:r>
            <a:r>
              <a:rPr dirty="0" sz="5250" spc="-520"/>
              <a:t>Support</a:t>
            </a:r>
            <a:r>
              <a:rPr dirty="0" sz="5250" spc="155"/>
              <a:t> </a:t>
            </a:r>
            <a:r>
              <a:rPr dirty="0" sz="5250" spc="-355"/>
              <a:t>ond</a:t>
            </a:r>
            <a:r>
              <a:rPr dirty="0" sz="5250" spc="-175"/>
              <a:t> </a:t>
            </a:r>
            <a:r>
              <a:rPr dirty="0" sz="5250" spc="-405"/>
              <a:t>Community</a:t>
            </a:r>
            <a:r>
              <a:rPr dirty="0" sz="5250" spc="229"/>
              <a:t> </a:t>
            </a:r>
            <a:r>
              <a:rPr dirty="0" sz="5250" spc="-455"/>
              <a:t>Building</a:t>
            </a:r>
            <a:endParaRPr sz="5250"/>
          </a:p>
        </p:txBody>
      </p:sp>
      <p:sp>
        <p:nvSpPr>
          <p:cNvPr id="6" name="object 6" descr=""/>
          <p:cNvSpPr txBox="1"/>
          <p:nvPr/>
        </p:nvSpPr>
        <p:spPr>
          <a:xfrm>
            <a:off x="1966266" y="4467271"/>
            <a:ext cx="6945630" cy="288163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algn="ctr" marL="64135">
              <a:lnSpc>
                <a:spcPct val="100000"/>
              </a:lnSpc>
              <a:spcBef>
                <a:spcPts val="125"/>
              </a:spcBef>
            </a:pPr>
            <a:r>
              <a:rPr dirty="0" sz="2900" spc="-185">
                <a:solidFill>
                  <a:srgbClr val="803BE2"/>
                </a:solidFill>
                <a:latin typeface="Arial Black"/>
                <a:cs typeface="Arial Black"/>
              </a:rPr>
              <a:t>Online</a:t>
            </a:r>
            <a:r>
              <a:rPr dirty="0" sz="2900" spc="-15">
                <a:solidFill>
                  <a:srgbClr val="803BE2"/>
                </a:solidFill>
                <a:latin typeface="Arial Black"/>
                <a:cs typeface="Arial Black"/>
              </a:rPr>
              <a:t> </a:t>
            </a:r>
            <a:r>
              <a:rPr dirty="0" sz="2900" spc="-229">
                <a:solidFill>
                  <a:srgbClr val="803BE2"/>
                </a:solidFill>
                <a:latin typeface="Arial Black"/>
                <a:cs typeface="Arial Black"/>
              </a:rPr>
              <a:t>Support</a:t>
            </a:r>
            <a:r>
              <a:rPr dirty="0" sz="2900" spc="-10">
                <a:solidFill>
                  <a:srgbClr val="803BE2"/>
                </a:solidFill>
                <a:latin typeface="Arial Black"/>
                <a:cs typeface="Arial Black"/>
              </a:rPr>
              <a:t> </a:t>
            </a:r>
            <a:r>
              <a:rPr dirty="0" sz="2900" spc="-55">
                <a:solidFill>
                  <a:srgbClr val="803BE2"/>
                </a:solidFill>
                <a:latin typeface="Arial Black"/>
                <a:cs typeface="Arial Black"/>
              </a:rPr>
              <a:t>Groups</a:t>
            </a:r>
            <a:endParaRPr sz="2900">
              <a:latin typeface="Arial Black"/>
              <a:cs typeface="Arial Black"/>
            </a:endParaRPr>
          </a:p>
          <a:p>
            <a:pPr>
              <a:lnSpc>
                <a:spcPct val="100000"/>
              </a:lnSpc>
              <a:spcBef>
                <a:spcPts val="935"/>
              </a:spcBef>
            </a:pPr>
            <a:endParaRPr sz="2900">
              <a:latin typeface="Arial Black"/>
              <a:cs typeface="Arial Black"/>
            </a:endParaRPr>
          </a:p>
          <a:p>
            <a:pPr algn="ctr" marL="12065" marR="5080" indent="1905">
              <a:lnSpc>
                <a:spcPct val="117900"/>
              </a:lnSpc>
            </a:pPr>
            <a:r>
              <a:rPr dirty="0" sz="2500" spc="-130">
                <a:solidFill>
                  <a:srgbClr val="262626"/>
                </a:solidFill>
                <a:latin typeface="Lucida Sans Unicode"/>
                <a:cs typeface="Lucida Sans Unicode"/>
              </a:rPr>
              <a:t>Online</a:t>
            </a:r>
            <a:r>
              <a:rPr dirty="0" sz="2500" spc="-75">
                <a:solidFill>
                  <a:srgbClr val="262626"/>
                </a:solidFill>
                <a:latin typeface="Lucida Sans Unicode"/>
                <a:cs typeface="Lucida Sans Unicode"/>
              </a:rPr>
              <a:t> </a:t>
            </a:r>
            <a:r>
              <a:rPr dirty="0" sz="2500" spc="-95">
                <a:solidFill>
                  <a:srgbClr val="262626"/>
                </a:solidFill>
                <a:latin typeface="Lucida Sans Unicode"/>
                <a:cs typeface="Lucida Sans Unicode"/>
              </a:rPr>
              <a:t>support</a:t>
            </a:r>
            <a:r>
              <a:rPr dirty="0" sz="2500" spc="-25">
                <a:solidFill>
                  <a:srgbClr val="262626"/>
                </a:solidFill>
                <a:latin typeface="Lucida Sans Unicode"/>
                <a:cs typeface="Lucida Sans Unicode"/>
              </a:rPr>
              <a:t> </a:t>
            </a:r>
            <a:r>
              <a:rPr dirty="0" sz="2500" spc="-90">
                <a:solidFill>
                  <a:srgbClr val="262626"/>
                </a:solidFill>
                <a:latin typeface="Lucida Sans Unicode"/>
                <a:cs typeface="Lucida Sans Unicode"/>
              </a:rPr>
              <a:t>groups</a:t>
            </a:r>
            <a:r>
              <a:rPr dirty="0" sz="2500" spc="-80">
                <a:solidFill>
                  <a:srgbClr val="262626"/>
                </a:solidFill>
                <a:latin typeface="Lucida Sans Unicode"/>
                <a:cs typeface="Lucida Sans Unicode"/>
              </a:rPr>
              <a:t> </a:t>
            </a:r>
            <a:r>
              <a:rPr dirty="0" sz="2500" spc="-75">
                <a:solidFill>
                  <a:srgbClr val="262626"/>
                </a:solidFill>
                <a:latin typeface="Lucida Sans Unicode"/>
                <a:cs typeface="Lucida Sans Unicode"/>
              </a:rPr>
              <a:t>provide</a:t>
            </a:r>
            <a:r>
              <a:rPr dirty="0" sz="2500" spc="-100">
                <a:solidFill>
                  <a:srgbClr val="262626"/>
                </a:solidFill>
                <a:latin typeface="Lucida Sans Unicode"/>
                <a:cs typeface="Lucida Sans Unicode"/>
              </a:rPr>
              <a:t> </a:t>
            </a:r>
            <a:r>
              <a:rPr dirty="0" sz="2500" spc="60">
                <a:solidFill>
                  <a:srgbClr val="262626"/>
                </a:solidFill>
                <a:latin typeface="Lucida Sans Unicode"/>
                <a:cs typeface="Lucida Sans Unicode"/>
              </a:rPr>
              <a:t>o</a:t>
            </a:r>
            <a:r>
              <a:rPr dirty="0" sz="2500" spc="-125">
                <a:solidFill>
                  <a:srgbClr val="262626"/>
                </a:solidFill>
                <a:latin typeface="Lucida Sans Unicode"/>
                <a:cs typeface="Lucida Sans Unicode"/>
              </a:rPr>
              <a:t> </a:t>
            </a:r>
            <a:r>
              <a:rPr dirty="0" sz="2500" spc="-45">
                <a:solidFill>
                  <a:srgbClr val="262626"/>
                </a:solidFill>
                <a:latin typeface="Lucida Sans Unicode"/>
                <a:cs typeface="Lucida Sans Unicode"/>
              </a:rPr>
              <a:t>sofe</a:t>
            </a:r>
            <a:r>
              <a:rPr dirty="0" sz="2500" spc="-165">
                <a:solidFill>
                  <a:srgbClr val="262626"/>
                </a:solidFill>
                <a:latin typeface="Lucida Sans Unicode"/>
                <a:cs typeface="Lucida Sans Unicode"/>
              </a:rPr>
              <a:t> </a:t>
            </a:r>
            <a:r>
              <a:rPr dirty="0" sz="2500" spc="-10">
                <a:solidFill>
                  <a:srgbClr val="262626"/>
                </a:solidFill>
                <a:latin typeface="Lucida Sans Unicode"/>
                <a:cs typeface="Lucida Sans Unicode"/>
              </a:rPr>
              <a:t>spoce</a:t>
            </a:r>
            <a:r>
              <a:rPr dirty="0" sz="2500" spc="-10">
                <a:solidFill>
                  <a:srgbClr val="262626"/>
                </a:solidFill>
                <a:latin typeface="Lucida Sans Unicode"/>
                <a:cs typeface="Lucida Sans Unicode"/>
              </a:rPr>
              <a:t>  </a:t>
            </a:r>
            <a:r>
              <a:rPr dirty="0" sz="2450" spc="-135">
                <a:solidFill>
                  <a:srgbClr val="262626"/>
                </a:solidFill>
                <a:latin typeface="Lucida Sans Unicode"/>
                <a:cs typeface="Lucida Sans Unicode"/>
              </a:rPr>
              <a:t>for</a:t>
            </a:r>
            <a:r>
              <a:rPr dirty="0" sz="2450" spc="-125">
                <a:solidFill>
                  <a:srgbClr val="262626"/>
                </a:solidFill>
                <a:latin typeface="Lucida Sans Unicode"/>
                <a:cs typeface="Lucida Sans Unicode"/>
              </a:rPr>
              <a:t> </a:t>
            </a:r>
            <a:r>
              <a:rPr dirty="0" sz="2450" spc="-55">
                <a:solidFill>
                  <a:srgbClr val="262626"/>
                </a:solidFill>
                <a:latin typeface="Lucida Sans Unicode"/>
                <a:cs typeface="Lucida Sans Unicode"/>
              </a:rPr>
              <a:t>individuals</a:t>
            </a:r>
            <a:r>
              <a:rPr dirty="0" sz="2450" spc="-125">
                <a:solidFill>
                  <a:srgbClr val="262626"/>
                </a:solidFill>
                <a:latin typeface="Lucida Sans Unicode"/>
                <a:cs typeface="Lucida Sans Unicode"/>
              </a:rPr>
              <a:t> </a:t>
            </a:r>
            <a:r>
              <a:rPr dirty="0" sz="2450" spc="-35">
                <a:solidFill>
                  <a:srgbClr val="262626"/>
                </a:solidFill>
                <a:latin typeface="Lucida Sans Unicode"/>
                <a:cs typeface="Lucida Sans Unicode"/>
              </a:rPr>
              <a:t>to</a:t>
            </a:r>
            <a:r>
              <a:rPr dirty="0" sz="2450" spc="-180">
                <a:solidFill>
                  <a:srgbClr val="262626"/>
                </a:solidFill>
                <a:latin typeface="Lucida Sans Unicode"/>
                <a:cs typeface="Lucida Sans Unicode"/>
              </a:rPr>
              <a:t> </a:t>
            </a:r>
            <a:r>
              <a:rPr dirty="0" sz="2450" spc="-20">
                <a:solidFill>
                  <a:srgbClr val="262626"/>
                </a:solidFill>
                <a:latin typeface="Lucida Sans Unicode"/>
                <a:cs typeface="Lucida Sans Unicode"/>
              </a:rPr>
              <a:t>shore</a:t>
            </a:r>
            <a:r>
              <a:rPr dirty="0" sz="2450" spc="-170">
                <a:solidFill>
                  <a:srgbClr val="262626"/>
                </a:solidFill>
                <a:latin typeface="Lucida Sans Unicode"/>
                <a:cs typeface="Lucida Sans Unicode"/>
              </a:rPr>
              <a:t> </a:t>
            </a:r>
            <a:r>
              <a:rPr dirty="0" sz="2450" spc="-70">
                <a:solidFill>
                  <a:srgbClr val="262626"/>
                </a:solidFill>
                <a:latin typeface="Lucida Sans Unicode"/>
                <a:cs typeface="Lucida Sans Unicode"/>
              </a:rPr>
              <a:t>experiences,</a:t>
            </a:r>
            <a:r>
              <a:rPr dirty="0" sz="2450">
                <a:solidFill>
                  <a:srgbClr val="262626"/>
                </a:solidFill>
                <a:latin typeface="Lucida Sans Unicode"/>
                <a:cs typeface="Lucida Sans Unicode"/>
              </a:rPr>
              <a:t> </a:t>
            </a:r>
            <a:r>
              <a:rPr dirty="0" sz="2450" spc="-10">
                <a:solidFill>
                  <a:srgbClr val="262626"/>
                </a:solidFill>
                <a:latin typeface="Lucida Sans Unicode"/>
                <a:cs typeface="Lucida Sans Unicode"/>
              </a:rPr>
              <a:t>receive </a:t>
            </a:r>
            <a:r>
              <a:rPr dirty="0" sz="2450" spc="-35">
                <a:solidFill>
                  <a:srgbClr val="262626"/>
                </a:solidFill>
                <a:latin typeface="Lucida Sans Unicode"/>
                <a:cs typeface="Lucida Sans Unicode"/>
              </a:rPr>
              <a:t>empothy,</a:t>
            </a:r>
            <a:r>
              <a:rPr dirty="0" sz="2450" spc="-160">
                <a:solidFill>
                  <a:srgbClr val="262626"/>
                </a:solidFill>
                <a:latin typeface="Lucida Sans Unicode"/>
                <a:cs typeface="Lucida Sans Unicode"/>
              </a:rPr>
              <a:t> </a:t>
            </a:r>
            <a:r>
              <a:rPr dirty="0" sz="2450" spc="55">
                <a:solidFill>
                  <a:srgbClr val="262626"/>
                </a:solidFill>
                <a:latin typeface="Lucida Sans Unicode"/>
                <a:cs typeface="Lucida Sans Unicode"/>
              </a:rPr>
              <a:t>and</a:t>
            </a:r>
            <a:r>
              <a:rPr dirty="0" sz="2450" spc="-195">
                <a:solidFill>
                  <a:srgbClr val="262626"/>
                </a:solidFill>
                <a:latin typeface="Lucida Sans Unicode"/>
                <a:cs typeface="Lucida Sans Unicode"/>
              </a:rPr>
              <a:t> </a:t>
            </a:r>
            <a:r>
              <a:rPr dirty="0" sz="2450" spc="-90">
                <a:solidFill>
                  <a:srgbClr val="262626"/>
                </a:solidFill>
                <a:latin typeface="Lucida Sans Unicode"/>
                <a:cs typeface="Lucida Sans Unicode"/>
              </a:rPr>
              <a:t>find</a:t>
            </a:r>
            <a:r>
              <a:rPr dirty="0" sz="2450" spc="-125">
                <a:solidFill>
                  <a:srgbClr val="262626"/>
                </a:solidFill>
                <a:latin typeface="Lucida Sans Unicode"/>
                <a:cs typeface="Lucida Sans Unicode"/>
              </a:rPr>
              <a:t> </a:t>
            </a:r>
            <a:r>
              <a:rPr dirty="0" sz="2450" spc="-25">
                <a:solidFill>
                  <a:srgbClr val="262626"/>
                </a:solidFill>
                <a:latin typeface="Lucida Sans Unicode"/>
                <a:cs typeface="Lucida Sans Unicode"/>
              </a:rPr>
              <a:t>comoroderie,</a:t>
            </a:r>
            <a:r>
              <a:rPr dirty="0" sz="2450" spc="25">
                <a:solidFill>
                  <a:srgbClr val="262626"/>
                </a:solidFill>
                <a:latin typeface="Lucida Sans Unicode"/>
                <a:cs typeface="Lucida Sans Unicode"/>
              </a:rPr>
              <a:t> </a:t>
            </a:r>
            <a:r>
              <a:rPr dirty="0" sz="2450" spc="-60">
                <a:solidFill>
                  <a:srgbClr val="262626"/>
                </a:solidFill>
                <a:latin typeface="Lucida Sans Unicode"/>
                <a:cs typeface="Lucida Sans Unicode"/>
              </a:rPr>
              <a:t>which</a:t>
            </a:r>
            <a:r>
              <a:rPr dirty="0" sz="2450" spc="-135">
                <a:solidFill>
                  <a:srgbClr val="262626"/>
                </a:solidFill>
                <a:latin typeface="Lucida Sans Unicode"/>
                <a:cs typeface="Lucida Sans Unicode"/>
              </a:rPr>
              <a:t> </a:t>
            </a:r>
            <a:r>
              <a:rPr dirty="0" sz="2450" spc="-45">
                <a:solidFill>
                  <a:srgbClr val="262626"/>
                </a:solidFill>
                <a:latin typeface="Lucida Sans Unicode"/>
                <a:cs typeface="Lucida Sans Unicode"/>
              </a:rPr>
              <a:t>helps</a:t>
            </a:r>
            <a:r>
              <a:rPr dirty="0" sz="2450" spc="-170">
                <a:solidFill>
                  <a:srgbClr val="262626"/>
                </a:solidFill>
                <a:latin typeface="Lucida Sans Unicode"/>
                <a:cs typeface="Lucida Sans Unicode"/>
              </a:rPr>
              <a:t> </a:t>
            </a:r>
            <a:r>
              <a:rPr dirty="0" sz="2450" spc="-25">
                <a:solidFill>
                  <a:srgbClr val="262626"/>
                </a:solidFill>
                <a:latin typeface="Lucida Sans Unicode"/>
                <a:cs typeface="Lucida Sans Unicode"/>
              </a:rPr>
              <a:t>in </a:t>
            </a:r>
            <a:r>
              <a:rPr dirty="0" sz="2450" spc="-20">
                <a:solidFill>
                  <a:srgbClr val="262626"/>
                </a:solidFill>
                <a:latin typeface="Lucida Sans Unicode"/>
                <a:cs typeface="Lucida Sans Unicode"/>
              </a:rPr>
              <a:t>reducing</a:t>
            </a:r>
            <a:r>
              <a:rPr dirty="0" sz="2450" spc="-170">
                <a:solidFill>
                  <a:srgbClr val="262626"/>
                </a:solidFill>
                <a:latin typeface="Lucida Sans Unicode"/>
                <a:cs typeface="Lucida Sans Unicode"/>
              </a:rPr>
              <a:t> </a:t>
            </a:r>
            <a:r>
              <a:rPr dirty="0" sz="2450" spc="-60">
                <a:solidFill>
                  <a:srgbClr val="262626"/>
                </a:solidFill>
                <a:latin typeface="Lucida Sans Unicode"/>
                <a:cs typeface="Lucida Sans Unicode"/>
              </a:rPr>
              <a:t>feelings</a:t>
            </a:r>
            <a:r>
              <a:rPr dirty="0" sz="2450" spc="-125">
                <a:solidFill>
                  <a:srgbClr val="262626"/>
                </a:solidFill>
                <a:latin typeface="Lucida Sans Unicode"/>
                <a:cs typeface="Lucida Sans Unicode"/>
              </a:rPr>
              <a:t> </a:t>
            </a:r>
            <a:r>
              <a:rPr dirty="0" sz="2450" spc="-75">
                <a:solidFill>
                  <a:srgbClr val="262626"/>
                </a:solidFill>
                <a:latin typeface="Lucida Sans Unicode"/>
                <a:cs typeface="Lucida Sans Unicode"/>
              </a:rPr>
              <a:t>of</a:t>
            </a:r>
            <a:r>
              <a:rPr dirty="0" sz="2450" spc="-90">
                <a:solidFill>
                  <a:srgbClr val="262626"/>
                </a:solidFill>
                <a:latin typeface="Lucida Sans Unicode"/>
                <a:cs typeface="Lucida Sans Unicode"/>
              </a:rPr>
              <a:t> </a:t>
            </a:r>
            <a:r>
              <a:rPr dirty="0" sz="2450" spc="-10">
                <a:solidFill>
                  <a:srgbClr val="262626"/>
                </a:solidFill>
                <a:latin typeface="Lucida Sans Unicode"/>
                <a:cs typeface="Lucida Sans Unicode"/>
              </a:rPr>
              <a:t>loneliness.</a:t>
            </a:r>
            <a:endParaRPr sz="2450">
              <a:latin typeface="Lucida Sans Unicode"/>
              <a:cs typeface="Lucida Sans Unicode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11274097" y="4467271"/>
            <a:ext cx="6802755" cy="288163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algn="ctr" marR="45085">
              <a:lnSpc>
                <a:spcPct val="100000"/>
              </a:lnSpc>
              <a:spcBef>
                <a:spcPts val="125"/>
              </a:spcBef>
            </a:pPr>
            <a:r>
              <a:rPr dirty="0" sz="2900" spc="-145">
                <a:solidFill>
                  <a:srgbClr val="803BE2"/>
                </a:solidFill>
                <a:latin typeface="Arial Black"/>
                <a:cs typeface="Arial Black"/>
              </a:rPr>
              <a:t>Community</a:t>
            </a:r>
            <a:r>
              <a:rPr dirty="0" sz="2900" spc="-95">
                <a:solidFill>
                  <a:srgbClr val="803BE2"/>
                </a:solidFill>
                <a:latin typeface="Arial Black"/>
                <a:cs typeface="Arial Black"/>
              </a:rPr>
              <a:t> </a:t>
            </a:r>
            <a:r>
              <a:rPr dirty="0" sz="2900" spc="-125">
                <a:solidFill>
                  <a:srgbClr val="803BE2"/>
                </a:solidFill>
                <a:latin typeface="Arial Black"/>
                <a:cs typeface="Arial Black"/>
              </a:rPr>
              <a:t>Engagement</a:t>
            </a:r>
            <a:endParaRPr sz="2900">
              <a:latin typeface="Arial Black"/>
              <a:cs typeface="Arial Black"/>
            </a:endParaRPr>
          </a:p>
          <a:p>
            <a:pPr>
              <a:lnSpc>
                <a:spcPct val="100000"/>
              </a:lnSpc>
              <a:spcBef>
                <a:spcPts val="985"/>
              </a:spcBef>
            </a:pPr>
            <a:endParaRPr sz="2900">
              <a:latin typeface="Arial Black"/>
              <a:cs typeface="Arial Black"/>
            </a:endParaRPr>
          </a:p>
          <a:p>
            <a:pPr algn="ctr" marL="12065" marR="5080" indent="-71755">
              <a:lnSpc>
                <a:spcPct val="118200"/>
              </a:lnSpc>
            </a:pPr>
            <a:r>
              <a:rPr dirty="0" sz="2450" spc="-30">
                <a:solidFill>
                  <a:srgbClr val="262626"/>
                </a:solidFill>
                <a:latin typeface="Lucida Sans Unicode"/>
                <a:cs typeface="Lucida Sans Unicode"/>
              </a:rPr>
              <a:t>Engoging</a:t>
            </a:r>
            <a:r>
              <a:rPr dirty="0" sz="2450" spc="-10">
                <a:solidFill>
                  <a:srgbClr val="262626"/>
                </a:solidFill>
                <a:latin typeface="Lucida Sans Unicode"/>
                <a:cs typeface="Lucida Sans Unicode"/>
              </a:rPr>
              <a:t> </a:t>
            </a:r>
            <a:r>
              <a:rPr dirty="0" sz="2450" spc="-110">
                <a:solidFill>
                  <a:srgbClr val="262626"/>
                </a:solidFill>
                <a:latin typeface="Lucida Sans Unicode"/>
                <a:cs typeface="Lucida Sans Unicode"/>
              </a:rPr>
              <a:t>with</a:t>
            </a:r>
            <a:r>
              <a:rPr dirty="0" sz="2450" spc="-114">
                <a:solidFill>
                  <a:srgbClr val="262626"/>
                </a:solidFill>
                <a:latin typeface="Lucida Sans Unicode"/>
                <a:cs typeface="Lucida Sans Unicode"/>
              </a:rPr>
              <a:t> </a:t>
            </a:r>
            <a:r>
              <a:rPr dirty="0" sz="2450" spc="-70">
                <a:solidFill>
                  <a:srgbClr val="262626"/>
                </a:solidFill>
                <a:latin typeface="Lucida Sans Unicode"/>
                <a:cs typeface="Lucida Sans Unicode"/>
              </a:rPr>
              <a:t>communities,</a:t>
            </a:r>
            <a:r>
              <a:rPr dirty="0" sz="2450" spc="-125">
                <a:solidFill>
                  <a:srgbClr val="262626"/>
                </a:solidFill>
                <a:latin typeface="Lucida Sans Unicode"/>
                <a:cs typeface="Lucida Sans Unicode"/>
              </a:rPr>
              <a:t> </a:t>
            </a:r>
            <a:r>
              <a:rPr dirty="0" sz="2450" spc="-20">
                <a:solidFill>
                  <a:srgbClr val="262626"/>
                </a:solidFill>
                <a:latin typeface="Lucida Sans Unicode"/>
                <a:cs typeface="Lucida Sans Unicode"/>
              </a:rPr>
              <a:t>both</a:t>
            </a:r>
            <a:r>
              <a:rPr dirty="0" sz="2450" spc="-165">
                <a:solidFill>
                  <a:srgbClr val="262626"/>
                </a:solidFill>
                <a:latin typeface="Lucida Sans Unicode"/>
                <a:cs typeface="Lucida Sans Unicode"/>
              </a:rPr>
              <a:t> </a:t>
            </a:r>
            <a:r>
              <a:rPr dirty="0" sz="2450" spc="-85">
                <a:solidFill>
                  <a:srgbClr val="262626"/>
                </a:solidFill>
                <a:latin typeface="Lucida Sans Unicode"/>
                <a:cs typeface="Lucida Sans Unicode"/>
              </a:rPr>
              <a:t>online</a:t>
            </a:r>
            <a:r>
              <a:rPr dirty="0" sz="2450" spc="-105">
                <a:solidFill>
                  <a:srgbClr val="262626"/>
                </a:solidFill>
                <a:latin typeface="Lucida Sans Unicode"/>
                <a:cs typeface="Lucida Sans Unicode"/>
              </a:rPr>
              <a:t> </a:t>
            </a:r>
            <a:r>
              <a:rPr dirty="0" sz="2450" spc="-25">
                <a:solidFill>
                  <a:srgbClr val="262626"/>
                </a:solidFill>
                <a:latin typeface="Lucida Sans Unicode"/>
                <a:cs typeface="Lucida Sans Unicode"/>
              </a:rPr>
              <a:t>ond </a:t>
            </a:r>
            <a:r>
              <a:rPr dirty="0" sz="2450" spc="-145">
                <a:solidFill>
                  <a:srgbClr val="262626"/>
                </a:solidFill>
                <a:latin typeface="Lucida Sans Unicode"/>
                <a:cs typeface="Lucida Sans Unicode"/>
              </a:rPr>
              <a:t>offline,</a:t>
            </a:r>
            <a:r>
              <a:rPr dirty="0" sz="2450" spc="-55">
                <a:solidFill>
                  <a:srgbClr val="262626"/>
                </a:solidFill>
                <a:latin typeface="Lucida Sans Unicode"/>
                <a:cs typeface="Lucida Sans Unicode"/>
              </a:rPr>
              <a:t> </a:t>
            </a:r>
            <a:r>
              <a:rPr dirty="0" sz="2450" spc="-65">
                <a:solidFill>
                  <a:srgbClr val="262626"/>
                </a:solidFill>
                <a:latin typeface="Lucida Sans Unicode"/>
                <a:cs typeface="Lucida Sans Unicode"/>
              </a:rPr>
              <a:t>fosters</a:t>
            </a:r>
            <a:r>
              <a:rPr dirty="0" sz="2450" spc="-130">
                <a:solidFill>
                  <a:srgbClr val="262626"/>
                </a:solidFill>
                <a:latin typeface="Lucida Sans Unicode"/>
                <a:cs typeface="Lucida Sans Unicode"/>
              </a:rPr>
              <a:t> </a:t>
            </a:r>
            <a:r>
              <a:rPr dirty="0" sz="2450">
                <a:solidFill>
                  <a:srgbClr val="262626"/>
                </a:solidFill>
                <a:latin typeface="Lucida Sans Unicode"/>
                <a:cs typeface="Lucida Sans Unicode"/>
              </a:rPr>
              <a:t>a</a:t>
            </a:r>
            <a:r>
              <a:rPr dirty="0" sz="2450" spc="85">
                <a:solidFill>
                  <a:srgbClr val="262626"/>
                </a:solidFill>
                <a:latin typeface="Lucida Sans Unicode"/>
                <a:cs typeface="Lucida Sans Unicode"/>
              </a:rPr>
              <a:t> </a:t>
            </a:r>
            <a:r>
              <a:rPr dirty="0" sz="2450">
                <a:solidFill>
                  <a:srgbClr val="262626"/>
                </a:solidFill>
                <a:latin typeface="Lucida Sans Unicode"/>
                <a:cs typeface="Lucida Sans Unicode"/>
              </a:rPr>
              <a:t>sense</a:t>
            </a:r>
            <a:r>
              <a:rPr dirty="0" sz="2450" spc="-125">
                <a:solidFill>
                  <a:srgbClr val="262626"/>
                </a:solidFill>
                <a:latin typeface="Lucida Sans Unicode"/>
                <a:cs typeface="Lucida Sans Unicode"/>
              </a:rPr>
              <a:t> </a:t>
            </a:r>
            <a:r>
              <a:rPr dirty="0" sz="2450" spc="-75">
                <a:solidFill>
                  <a:srgbClr val="262626"/>
                </a:solidFill>
                <a:latin typeface="Lucida Sans Unicode"/>
                <a:cs typeface="Lucida Sans Unicode"/>
              </a:rPr>
              <a:t>of</a:t>
            </a:r>
            <a:r>
              <a:rPr dirty="0" sz="2450" spc="-30">
                <a:solidFill>
                  <a:srgbClr val="262626"/>
                </a:solidFill>
                <a:latin typeface="Lucida Sans Unicode"/>
                <a:cs typeface="Lucida Sans Unicode"/>
              </a:rPr>
              <a:t> </a:t>
            </a:r>
            <a:r>
              <a:rPr dirty="0" sz="2450" spc="-60">
                <a:solidFill>
                  <a:srgbClr val="262626"/>
                </a:solidFill>
                <a:latin typeface="Lucida Sans Unicode"/>
                <a:cs typeface="Lucida Sans Unicode"/>
              </a:rPr>
              <a:t>belonging</a:t>
            </a:r>
            <a:r>
              <a:rPr dirty="0" sz="2450" spc="-30">
                <a:solidFill>
                  <a:srgbClr val="262626"/>
                </a:solidFill>
                <a:latin typeface="Lucida Sans Unicode"/>
                <a:cs typeface="Lucida Sans Unicode"/>
              </a:rPr>
              <a:t> </a:t>
            </a:r>
            <a:r>
              <a:rPr dirty="0" sz="2450" spc="-25">
                <a:solidFill>
                  <a:srgbClr val="262626"/>
                </a:solidFill>
                <a:latin typeface="Lucida Sans Unicode"/>
                <a:cs typeface="Lucida Sans Unicode"/>
              </a:rPr>
              <a:t>ond </a:t>
            </a:r>
            <a:r>
              <a:rPr dirty="0" sz="2450" spc="-30">
                <a:solidFill>
                  <a:srgbClr val="262626"/>
                </a:solidFill>
                <a:latin typeface="Lucida Sans Unicode"/>
                <a:cs typeface="Lucida Sans Unicode"/>
              </a:rPr>
              <a:t>collective</a:t>
            </a:r>
            <a:r>
              <a:rPr dirty="0" sz="2450" spc="-60">
                <a:solidFill>
                  <a:srgbClr val="262626"/>
                </a:solidFill>
                <a:latin typeface="Lucida Sans Unicode"/>
                <a:cs typeface="Lucida Sans Unicode"/>
              </a:rPr>
              <a:t> </a:t>
            </a:r>
            <a:r>
              <a:rPr dirty="0" sz="2450" spc="-85">
                <a:solidFill>
                  <a:srgbClr val="262626"/>
                </a:solidFill>
                <a:latin typeface="Lucida Sans Unicode"/>
                <a:cs typeface="Lucida Sans Unicode"/>
              </a:rPr>
              <a:t>identity,</a:t>
            </a:r>
            <a:r>
              <a:rPr dirty="0" sz="2450" spc="-100">
                <a:solidFill>
                  <a:srgbClr val="262626"/>
                </a:solidFill>
                <a:latin typeface="Lucida Sans Unicode"/>
                <a:cs typeface="Lucida Sans Unicode"/>
              </a:rPr>
              <a:t> </a:t>
            </a:r>
            <a:r>
              <a:rPr dirty="0" sz="2450" spc="-50">
                <a:solidFill>
                  <a:srgbClr val="262626"/>
                </a:solidFill>
                <a:latin typeface="Lucida Sans Unicode"/>
                <a:cs typeface="Lucida Sans Unicode"/>
              </a:rPr>
              <a:t>which</a:t>
            </a:r>
            <a:r>
              <a:rPr dirty="0" sz="2450" spc="-90">
                <a:solidFill>
                  <a:srgbClr val="262626"/>
                </a:solidFill>
                <a:latin typeface="Lucida Sans Unicode"/>
                <a:cs typeface="Lucida Sans Unicode"/>
              </a:rPr>
              <a:t> </a:t>
            </a:r>
            <a:r>
              <a:rPr dirty="0" sz="2450" spc="50">
                <a:solidFill>
                  <a:srgbClr val="262626"/>
                </a:solidFill>
                <a:latin typeface="Lucida Sans Unicode"/>
                <a:cs typeface="Lucida Sans Unicode"/>
              </a:rPr>
              <a:t>con</a:t>
            </a:r>
            <a:r>
              <a:rPr dirty="0" sz="2450" spc="-170">
                <a:solidFill>
                  <a:srgbClr val="262626"/>
                </a:solidFill>
                <a:latin typeface="Lucida Sans Unicode"/>
                <a:cs typeface="Lucida Sans Unicode"/>
              </a:rPr>
              <a:t> </a:t>
            </a:r>
            <a:r>
              <a:rPr dirty="0" sz="2450" spc="-10">
                <a:solidFill>
                  <a:srgbClr val="262626"/>
                </a:solidFill>
                <a:latin typeface="Lucida Sans Unicode"/>
                <a:cs typeface="Lucida Sans Unicode"/>
              </a:rPr>
              <a:t>significontly </a:t>
            </a:r>
            <a:r>
              <a:rPr dirty="0" sz="2450">
                <a:solidFill>
                  <a:srgbClr val="262626"/>
                </a:solidFill>
                <a:latin typeface="Lucida Sans Unicode"/>
                <a:cs typeface="Lucida Sans Unicode"/>
              </a:rPr>
              <a:t>enhonce</a:t>
            </a:r>
            <a:r>
              <a:rPr dirty="0" sz="2450" spc="-195">
                <a:solidFill>
                  <a:srgbClr val="262626"/>
                </a:solidFill>
                <a:latin typeface="Lucida Sans Unicode"/>
                <a:cs typeface="Lucida Sans Unicode"/>
              </a:rPr>
              <a:t> </a:t>
            </a:r>
            <a:r>
              <a:rPr dirty="0" sz="2450" spc="-30">
                <a:solidFill>
                  <a:srgbClr val="262626"/>
                </a:solidFill>
                <a:latin typeface="Lucida Sans Unicode"/>
                <a:cs typeface="Lucida Sans Unicode"/>
              </a:rPr>
              <a:t>emotionol</a:t>
            </a:r>
            <a:r>
              <a:rPr dirty="0" sz="2450" spc="35">
                <a:solidFill>
                  <a:srgbClr val="262626"/>
                </a:solidFill>
                <a:latin typeface="Lucida Sans Unicode"/>
                <a:cs typeface="Lucida Sans Unicode"/>
              </a:rPr>
              <a:t> </a:t>
            </a:r>
            <a:r>
              <a:rPr dirty="0" sz="2450" spc="-100">
                <a:solidFill>
                  <a:srgbClr val="262626"/>
                </a:solidFill>
                <a:latin typeface="Lucida Sans Unicode"/>
                <a:cs typeface="Lucida Sans Unicode"/>
              </a:rPr>
              <a:t>well-</a:t>
            </a:r>
            <a:r>
              <a:rPr dirty="0" sz="2450" spc="-80">
                <a:solidFill>
                  <a:srgbClr val="262626"/>
                </a:solidFill>
                <a:latin typeface="Lucida Sans Unicode"/>
                <a:cs typeface="Lucida Sans Unicode"/>
              </a:rPr>
              <a:t> </a:t>
            </a:r>
            <a:r>
              <a:rPr dirty="0" sz="2450" spc="-10">
                <a:solidFill>
                  <a:srgbClr val="262626"/>
                </a:solidFill>
                <a:latin typeface="Lucida Sans Unicode"/>
                <a:cs typeface="Lucida Sans Unicode"/>
              </a:rPr>
              <a:t>being</a:t>
            </a:r>
            <a:r>
              <a:rPr dirty="0" sz="2450" spc="-130">
                <a:solidFill>
                  <a:srgbClr val="262626"/>
                </a:solidFill>
                <a:latin typeface="Lucida Sans Unicode"/>
                <a:cs typeface="Lucida Sans Unicode"/>
              </a:rPr>
              <a:t> </a:t>
            </a:r>
            <a:r>
              <a:rPr dirty="0" sz="2450" spc="55">
                <a:solidFill>
                  <a:srgbClr val="262626"/>
                </a:solidFill>
                <a:latin typeface="Lucida Sans Unicode"/>
                <a:cs typeface="Lucida Sans Unicode"/>
              </a:rPr>
              <a:t>and</a:t>
            </a:r>
            <a:r>
              <a:rPr dirty="0" sz="2450" spc="-190">
                <a:solidFill>
                  <a:srgbClr val="262626"/>
                </a:solidFill>
                <a:latin typeface="Lucida Sans Unicode"/>
                <a:cs typeface="Lucida Sans Unicode"/>
              </a:rPr>
              <a:t> </a:t>
            </a:r>
            <a:r>
              <a:rPr dirty="0" sz="2450" spc="-60">
                <a:solidFill>
                  <a:srgbClr val="262626"/>
                </a:solidFill>
                <a:latin typeface="Lucida Sans Unicode"/>
                <a:cs typeface="Lucida Sans Unicode"/>
              </a:rPr>
              <a:t>resilience.</a:t>
            </a:r>
            <a:endParaRPr sz="2450">
              <a:latin typeface="Lucida Sans Unicode"/>
              <a:cs typeface="Lucida Sans Unicode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647817" y="3826562"/>
            <a:ext cx="5182987" cy="4168832"/>
          </a:xfrm>
          <a:prstGeom prst="rect">
            <a:avLst/>
          </a:prstGeom>
        </p:spPr>
      </p:pic>
      <p:pic>
        <p:nvPicPr>
          <p:cNvPr id="3" name="object 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94410" y="739296"/>
            <a:ext cx="705215" cy="513402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601389" y="773526"/>
            <a:ext cx="602513" cy="431258"/>
          </a:xfrm>
          <a:prstGeom prst="rect">
            <a:avLst/>
          </a:prstGeom>
        </p:spPr>
      </p:pic>
      <p:pic>
        <p:nvPicPr>
          <p:cNvPr id="5" name="object 5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7246961" y="5031349"/>
            <a:ext cx="1547365" cy="4216749"/>
          </a:xfrm>
          <a:prstGeom prst="rect">
            <a:avLst/>
          </a:prstGeom>
        </p:spPr>
      </p:pic>
      <p:pic>
        <p:nvPicPr>
          <p:cNvPr id="6" name="object 6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3741424" y="8666241"/>
            <a:ext cx="342337" cy="581856"/>
          </a:xfrm>
          <a:prstGeom prst="rect">
            <a:avLst/>
          </a:prstGeom>
        </p:spPr>
      </p:pic>
      <p:sp>
        <p:nvSpPr>
          <p:cNvPr id="7" name="object 7" descr=""/>
          <p:cNvSpPr txBox="1"/>
          <p:nvPr/>
        </p:nvSpPr>
        <p:spPr>
          <a:xfrm>
            <a:off x="16329378" y="4958752"/>
            <a:ext cx="1591945" cy="1812289"/>
          </a:xfrm>
          <a:prstGeom prst="rect">
            <a:avLst/>
          </a:prstGeom>
        </p:spPr>
        <p:txBody>
          <a:bodyPr wrap="square" lIns="0" tIns="39370" rIns="0" bIns="0" rtlCol="0" vert="horz">
            <a:spAutoFit/>
          </a:bodyPr>
          <a:lstStyle/>
          <a:p>
            <a:pPr marL="81280">
              <a:lnSpc>
                <a:spcPct val="100000"/>
              </a:lnSpc>
              <a:spcBef>
                <a:spcPts val="310"/>
              </a:spcBef>
            </a:pPr>
            <a:r>
              <a:rPr dirty="0" sz="2200" spc="-10">
                <a:solidFill>
                  <a:srgbClr val="FFFFFF"/>
                </a:solidFill>
                <a:latin typeface="Lucida Sans Unicode"/>
                <a:cs typeface="Lucida Sans Unicode"/>
              </a:rPr>
              <a:t>assistance</a:t>
            </a:r>
            <a:endParaRPr sz="2200">
              <a:latin typeface="Lucida Sans Unicode"/>
              <a:cs typeface="Lucida Sans Unicode"/>
            </a:endParaRPr>
          </a:p>
          <a:p>
            <a:pPr marL="657225" marR="5080" indent="-165100">
              <a:lnSpc>
                <a:spcPct val="104099"/>
              </a:lnSpc>
              <a:spcBef>
                <a:spcPts val="110"/>
              </a:spcBef>
            </a:pPr>
            <a:r>
              <a:rPr dirty="0" sz="2200" spc="-10">
                <a:solidFill>
                  <a:srgbClr val="FFFFFF"/>
                </a:solidFill>
                <a:latin typeface="Lucida Sans Unicode"/>
                <a:cs typeface="Lucida Sans Unicode"/>
              </a:rPr>
              <a:t>acute </a:t>
            </a:r>
            <a:r>
              <a:rPr dirty="0" sz="2200" spc="-114">
                <a:solidFill>
                  <a:srgbClr val="FFFFFF"/>
                </a:solidFill>
                <a:latin typeface="Lucida Sans Unicode"/>
                <a:cs typeface="Lucida Sans Unicode"/>
              </a:rPr>
              <a:t>helping</a:t>
            </a:r>
            <a:endParaRPr sz="2200">
              <a:latin typeface="Lucida Sans Unicode"/>
              <a:cs typeface="Lucida Sans Unicode"/>
            </a:endParaRPr>
          </a:p>
          <a:p>
            <a:pPr marL="12700">
              <a:lnSpc>
                <a:spcPct val="100000"/>
              </a:lnSpc>
              <a:spcBef>
                <a:spcPts val="215"/>
              </a:spcBef>
            </a:pPr>
            <a:r>
              <a:rPr dirty="0" sz="2200" spc="-25">
                <a:solidFill>
                  <a:srgbClr val="FFFFFF"/>
                </a:solidFill>
                <a:latin typeface="Lucida Sans Unicode"/>
                <a:cs typeface="Lucida Sans Unicode"/>
              </a:rPr>
              <a:t>situations</a:t>
            </a:r>
            <a:endParaRPr sz="2200">
              <a:latin typeface="Lucida Sans Unicode"/>
              <a:cs typeface="Lucida Sans Unicode"/>
            </a:endParaRPr>
          </a:p>
          <a:p>
            <a:pPr marL="1073150">
              <a:lnSpc>
                <a:spcPct val="100000"/>
              </a:lnSpc>
              <a:spcBef>
                <a:spcPts val="110"/>
              </a:spcBef>
            </a:pPr>
            <a:r>
              <a:rPr dirty="0" sz="2200" spc="-130">
                <a:solidFill>
                  <a:srgbClr val="FFFFFF"/>
                </a:solidFill>
                <a:latin typeface="Lucida Sans Unicode"/>
                <a:cs typeface="Lucida Sans Unicode"/>
              </a:rPr>
              <a:t>with</a:t>
            </a:r>
            <a:endParaRPr sz="2200">
              <a:latin typeface="Lucida Sans Unicode"/>
              <a:cs typeface="Lucida Sans Unicode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1253279" y="498612"/>
            <a:ext cx="2117725" cy="84137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5350" spc="-835"/>
              <a:t>Access</a:t>
            </a:r>
            <a:endParaRPr sz="5350"/>
          </a:p>
        </p:txBody>
      </p:sp>
      <p:sp>
        <p:nvSpPr>
          <p:cNvPr id="9" name="object 9" descr=""/>
          <p:cNvSpPr txBox="1"/>
          <p:nvPr/>
        </p:nvSpPr>
        <p:spPr>
          <a:xfrm>
            <a:off x="4369009" y="498612"/>
            <a:ext cx="7729855" cy="8413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5350" spc="-535">
                <a:solidFill>
                  <a:srgbClr val="262626"/>
                </a:solidFill>
                <a:latin typeface="Arial Black"/>
                <a:cs typeface="Arial Black"/>
              </a:rPr>
              <a:t>Mental</a:t>
            </a:r>
            <a:r>
              <a:rPr dirty="0" sz="5350" spc="20">
                <a:solidFill>
                  <a:srgbClr val="262626"/>
                </a:solidFill>
                <a:latin typeface="Arial Black"/>
                <a:cs typeface="Arial Black"/>
              </a:rPr>
              <a:t> </a:t>
            </a:r>
            <a:r>
              <a:rPr dirty="0" sz="5350" spc="-555">
                <a:solidFill>
                  <a:srgbClr val="262626"/>
                </a:solidFill>
                <a:latin typeface="Arial Black"/>
                <a:cs typeface="Arial Black"/>
              </a:rPr>
              <a:t>Health</a:t>
            </a:r>
            <a:r>
              <a:rPr dirty="0" sz="5350" spc="-60">
                <a:solidFill>
                  <a:srgbClr val="262626"/>
                </a:solidFill>
                <a:latin typeface="Arial Black"/>
                <a:cs typeface="Arial Black"/>
              </a:rPr>
              <a:t> </a:t>
            </a:r>
            <a:r>
              <a:rPr dirty="0" sz="5350" spc="-740">
                <a:solidFill>
                  <a:srgbClr val="262626"/>
                </a:solidFill>
                <a:latin typeface="Arial Black"/>
                <a:cs typeface="Arial Black"/>
              </a:rPr>
              <a:t>Resources</a:t>
            </a:r>
            <a:endParaRPr sz="5350">
              <a:latin typeface="Arial Black"/>
              <a:cs typeface="Arial Black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104100" cy="11308554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683733" y="3721292"/>
            <a:ext cx="10422255" cy="2014220"/>
          </a:xfrm>
          <a:prstGeom prst="rect"/>
        </p:spPr>
        <p:txBody>
          <a:bodyPr wrap="square" lIns="0" tIns="15240" rIns="0" bIns="0" rtlCol="0" vert="horz">
            <a:spAutoFit/>
          </a:bodyPr>
          <a:lstStyle/>
          <a:p>
            <a:pPr algn="ctr">
              <a:lnSpc>
                <a:spcPts val="7815"/>
              </a:lnSpc>
              <a:spcBef>
                <a:spcPts val="120"/>
              </a:spcBef>
              <a:tabLst>
                <a:tab pos="1555750" algn="l"/>
                <a:tab pos="4670425" algn="l"/>
              </a:tabLst>
            </a:pPr>
            <a:r>
              <a:rPr dirty="0" sz="6700" spc="-1090">
                <a:solidFill>
                  <a:srgbClr val="000000"/>
                </a:solidFill>
              </a:rPr>
              <a:t>Ne</a:t>
            </a:r>
            <a:r>
              <a:rPr dirty="0" sz="6700">
                <a:solidFill>
                  <a:srgbClr val="000000"/>
                </a:solidFill>
              </a:rPr>
              <a:t>	</a:t>
            </a:r>
            <a:r>
              <a:rPr dirty="0" sz="6700" spc="-630">
                <a:solidFill>
                  <a:srgbClr val="000000"/>
                </a:solidFill>
              </a:rPr>
              <a:t>otive</a:t>
            </a:r>
            <a:r>
              <a:rPr dirty="0" sz="6700" spc="-100">
                <a:solidFill>
                  <a:srgbClr val="000000"/>
                </a:solidFill>
              </a:rPr>
              <a:t> </a:t>
            </a:r>
            <a:r>
              <a:rPr dirty="0" sz="6700" spc="-2035">
                <a:solidFill>
                  <a:srgbClr val="000000"/>
                </a:solidFill>
              </a:rPr>
              <a:t>E</a:t>
            </a:r>
            <a:r>
              <a:rPr dirty="0" sz="6700">
                <a:solidFill>
                  <a:srgbClr val="000000"/>
                </a:solidFill>
              </a:rPr>
              <a:t>	</a:t>
            </a:r>
            <a:r>
              <a:rPr dirty="0" sz="6700" spc="-925">
                <a:solidFill>
                  <a:srgbClr val="000000"/>
                </a:solidFill>
              </a:rPr>
              <a:t>ects</a:t>
            </a:r>
            <a:r>
              <a:rPr dirty="0" sz="6700" spc="-120">
                <a:solidFill>
                  <a:srgbClr val="000000"/>
                </a:solidFill>
              </a:rPr>
              <a:t> </a:t>
            </a:r>
            <a:r>
              <a:rPr dirty="0" sz="6700" spc="-635">
                <a:solidFill>
                  <a:srgbClr val="000000"/>
                </a:solidFill>
              </a:rPr>
              <a:t>on</a:t>
            </a:r>
            <a:r>
              <a:rPr dirty="0" sz="6700" spc="-350">
                <a:solidFill>
                  <a:srgbClr val="000000"/>
                </a:solidFill>
              </a:rPr>
              <a:t> </a:t>
            </a:r>
            <a:r>
              <a:rPr dirty="0" sz="6700" spc="-680">
                <a:solidFill>
                  <a:srgbClr val="000000"/>
                </a:solidFill>
              </a:rPr>
              <a:t>Mentol</a:t>
            </a:r>
            <a:endParaRPr sz="6700"/>
          </a:p>
          <a:p>
            <a:pPr algn="ctr" marL="194945">
              <a:lnSpc>
                <a:spcPts val="7815"/>
              </a:lnSpc>
            </a:pPr>
            <a:r>
              <a:rPr dirty="0" sz="6700" spc="-750">
                <a:solidFill>
                  <a:srgbClr val="000000"/>
                </a:solidFill>
              </a:rPr>
              <a:t>Heolth</a:t>
            </a:r>
            <a:endParaRPr sz="67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05073" y="6344326"/>
            <a:ext cx="226505" cy="1998050"/>
          </a:xfrm>
          <a:prstGeom prst="rect">
            <a:avLst/>
          </a:prstGeom>
        </p:spPr>
      </p:pic>
      <p:pic>
        <p:nvPicPr>
          <p:cNvPr id="3" name="object 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05073" y="3302619"/>
            <a:ext cx="226505" cy="1998050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2958872" y="6632705"/>
            <a:ext cx="75501" cy="34330"/>
          </a:xfrm>
          <a:prstGeom prst="rect">
            <a:avLst/>
          </a:prstGeom>
        </p:spPr>
      </p:pic>
      <p:pic>
        <p:nvPicPr>
          <p:cNvPr id="5" name="object 5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3096146" y="4957363"/>
            <a:ext cx="2807297" cy="3604731"/>
          </a:xfrm>
          <a:prstGeom prst="rect">
            <a:avLst/>
          </a:prstGeom>
        </p:spPr>
      </p:pic>
      <p:pic>
        <p:nvPicPr>
          <p:cNvPr id="6" name="object 6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6136818" y="3597864"/>
            <a:ext cx="1290396" cy="1146647"/>
          </a:xfrm>
          <a:prstGeom prst="rect">
            <a:avLst/>
          </a:prstGeom>
        </p:spPr>
      </p:pic>
      <p:pic>
        <p:nvPicPr>
          <p:cNvPr id="7" name="object 7" descr="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3569181" y="837670"/>
            <a:ext cx="363781" cy="357040"/>
          </a:xfrm>
          <a:prstGeom prst="rect">
            <a:avLst/>
          </a:prstGeom>
        </p:spPr>
      </p:pic>
      <p:pic>
        <p:nvPicPr>
          <p:cNvPr id="8" name="object 8" descr="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4001600" y="734679"/>
            <a:ext cx="755019" cy="460032"/>
          </a:xfrm>
          <a:prstGeom prst="rect">
            <a:avLst/>
          </a:prstGeom>
        </p:spPr>
      </p:pic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263793" y="507411"/>
            <a:ext cx="3067685" cy="81851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5200" spc="-380"/>
              <a:t>@,Anxiety</a:t>
            </a:r>
            <a:endParaRPr sz="5200"/>
          </a:p>
        </p:txBody>
      </p:sp>
      <p:sp>
        <p:nvSpPr>
          <p:cNvPr id="10" name="object 10" descr=""/>
          <p:cNvSpPr txBox="1"/>
          <p:nvPr/>
        </p:nvSpPr>
        <p:spPr>
          <a:xfrm>
            <a:off x="4947558" y="507411"/>
            <a:ext cx="3411854" cy="8185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5200" spc="-525">
                <a:solidFill>
                  <a:srgbClr val="262626"/>
                </a:solidFill>
                <a:latin typeface="Arial Black"/>
                <a:cs typeface="Arial Black"/>
              </a:rPr>
              <a:t>Depression</a:t>
            </a:r>
            <a:endParaRPr sz="5200">
              <a:latin typeface="Arial Black"/>
              <a:cs typeface="Arial Black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1562072" y="3333013"/>
            <a:ext cx="8416290" cy="1772920"/>
          </a:xfrm>
          <a:prstGeom prst="rect">
            <a:avLst/>
          </a:prstGeom>
        </p:spPr>
        <p:txBody>
          <a:bodyPr wrap="square" lIns="0" tIns="160655" rIns="0" bIns="0" rtlCol="0" vert="horz">
            <a:spAutoFit/>
          </a:bodyPr>
          <a:lstStyle/>
          <a:p>
            <a:pPr algn="just" marL="12700">
              <a:lnSpc>
                <a:spcPct val="100000"/>
              </a:lnSpc>
              <a:spcBef>
                <a:spcPts val="1265"/>
              </a:spcBef>
            </a:pPr>
            <a:r>
              <a:rPr dirty="0" sz="2900" spc="-190">
                <a:solidFill>
                  <a:srgbClr val="9559E6"/>
                </a:solidFill>
                <a:latin typeface="Arial Black"/>
                <a:cs typeface="Arial Black"/>
              </a:rPr>
              <a:t>Comparison</a:t>
            </a:r>
            <a:r>
              <a:rPr dirty="0" sz="2900" spc="25">
                <a:solidFill>
                  <a:srgbClr val="9559E6"/>
                </a:solidFill>
                <a:latin typeface="Arial Black"/>
                <a:cs typeface="Arial Black"/>
              </a:rPr>
              <a:t> </a:t>
            </a:r>
            <a:r>
              <a:rPr dirty="0" sz="2900" spc="-114">
                <a:solidFill>
                  <a:srgbClr val="9052E6"/>
                </a:solidFill>
                <a:latin typeface="Arial Black"/>
                <a:cs typeface="Arial Black"/>
              </a:rPr>
              <a:t>and</a:t>
            </a:r>
            <a:r>
              <a:rPr dirty="0" sz="2900" spc="-125">
                <a:solidFill>
                  <a:srgbClr val="9052E6"/>
                </a:solidFill>
                <a:latin typeface="Arial Black"/>
                <a:cs typeface="Arial Black"/>
              </a:rPr>
              <a:t> </a:t>
            </a:r>
            <a:r>
              <a:rPr dirty="0" sz="2900" spc="-295">
                <a:solidFill>
                  <a:srgbClr val="8E4FE4"/>
                </a:solidFill>
                <a:latin typeface="Arial Black"/>
                <a:cs typeface="Arial Black"/>
              </a:rPr>
              <a:t>Envy</a:t>
            </a:r>
            <a:endParaRPr sz="2900">
              <a:latin typeface="Arial Black"/>
              <a:cs typeface="Arial Black"/>
            </a:endParaRPr>
          </a:p>
          <a:p>
            <a:pPr algn="just" marL="158750" marR="5080" indent="3175">
              <a:lnSpc>
                <a:spcPct val="106800"/>
              </a:lnSpc>
              <a:spcBef>
                <a:spcPts val="715"/>
              </a:spcBef>
            </a:pPr>
            <a:r>
              <a:rPr dirty="0" sz="2150" spc="-130">
                <a:solidFill>
                  <a:srgbClr val="3F3F3F"/>
                </a:solidFill>
                <a:latin typeface="Lucida Sans Unicode"/>
                <a:cs typeface="Lucida Sans Unicode"/>
              </a:rPr>
              <a:t>Individuols</a:t>
            </a:r>
            <a:r>
              <a:rPr dirty="0" sz="2150" spc="-25">
                <a:solidFill>
                  <a:srgbClr val="3F3F3F"/>
                </a:solidFill>
                <a:latin typeface="Lucida Sans Unicode"/>
                <a:cs typeface="Lucida Sans Unicode"/>
              </a:rPr>
              <a:t> </a:t>
            </a:r>
            <a:r>
              <a:rPr dirty="0" sz="2150" spc="-140">
                <a:solidFill>
                  <a:srgbClr val="3F3F3F"/>
                </a:solidFill>
                <a:latin typeface="Lucida Sans Unicode"/>
                <a:cs typeface="Lucida Sans Unicode"/>
              </a:rPr>
              <a:t>often</a:t>
            </a:r>
            <a:r>
              <a:rPr dirty="0" sz="2150" spc="-20">
                <a:solidFill>
                  <a:srgbClr val="3F3F3F"/>
                </a:solidFill>
                <a:latin typeface="Lucida Sans Unicode"/>
                <a:cs typeface="Lucida Sans Unicode"/>
              </a:rPr>
              <a:t> </a:t>
            </a:r>
            <a:r>
              <a:rPr dirty="0" sz="2150" spc="-75">
                <a:solidFill>
                  <a:srgbClr val="3F3F3F"/>
                </a:solidFill>
                <a:latin typeface="Lucida Sans Unicode"/>
                <a:cs typeface="Lucida Sans Unicode"/>
              </a:rPr>
              <a:t>compore</a:t>
            </a:r>
            <a:r>
              <a:rPr dirty="0" sz="2150" spc="15">
                <a:solidFill>
                  <a:srgbClr val="3F3F3F"/>
                </a:solidFill>
                <a:latin typeface="Lucida Sans Unicode"/>
                <a:cs typeface="Lucida Sans Unicode"/>
              </a:rPr>
              <a:t> </a:t>
            </a:r>
            <a:r>
              <a:rPr dirty="0" sz="2150" spc="-155">
                <a:solidFill>
                  <a:srgbClr val="3F3F3F"/>
                </a:solidFill>
                <a:latin typeface="Lucida Sans Unicode"/>
                <a:cs typeface="Lucida Sans Unicode"/>
              </a:rPr>
              <a:t>their</a:t>
            </a:r>
            <a:r>
              <a:rPr dirty="0" sz="2150">
                <a:solidFill>
                  <a:srgbClr val="3F3F3F"/>
                </a:solidFill>
                <a:latin typeface="Lucida Sans Unicode"/>
                <a:cs typeface="Lucida Sans Unicode"/>
              </a:rPr>
              <a:t> </a:t>
            </a:r>
            <a:r>
              <a:rPr dirty="0" sz="2150" spc="-110">
                <a:solidFill>
                  <a:srgbClr val="3F3F3F"/>
                </a:solidFill>
                <a:latin typeface="Lucida Sans Unicode"/>
                <a:cs typeface="Lucida Sans Unicode"/>
              </a:rPr>
              <a:t>lives</a:t>
            </a:r>
            <a:r>
              <a:rPr dirty="0" sz="2150" spc="-25">
                <a:solidFill>
                  <a:srgbClr val="3F3F3F"/>
                </a:solidFill>
                <a:latin typeface="Lucida Sans Unicode"/>
                <a:cs typeface="Lucida Sans Unicode"/>
              </a:rPr>
              <a:t> </a:t>
            </a:r>
            <a:r>
              <a:rPr dirty="0" sz="2150" spc="-215">
                <a:solidFill>
                  <a:srgbClr val="3F3F3F"/>
                </a:solidFill>
                <a:latin typeface="Lucida Sans Unicode"/>
                <a:cs typeface="Lucida Sans Unicode"/>
              </a:rPr>
              <a:t>to</a:t>
            </a:r>
            <a:r>
              <a:rPr dirty="0" sz="2150" spc="45">
                <a:solidFill>
                  <a:srgbClr val="3F3F3F"/>
                </a:solidFill>
                <a:latin typeface="Lucida Sans Unicode"/>
                <a:cs typeface="Lucida Sans Unicode"/>
              </a:rPr>
              <a:t> </a:t>
            </a:r>
            <a:r>
              <a:rPr dirty="0" sz="2150" spc="-140">
                <a:solidFill>
                  <a:srgbClr val="3F3F3F"/>
                </a:solidFill>
                <a:latin typeface="Lucida Sans Unicode"/>
                <a:cs typeface="Lucida Sans Unicode"/>
              </a:rPr>
              <a:t>others'</a:t>
            </a:r>
            <a:r>
              <a:rPr dirty="0" sz="2150" spc="-25">
                <a:solidFill>
                  <a:srgbClr val="3F3F3F"/>
                </a:solidFill>
                <a:latin typeface="Lucida Sans Unicode"/>
                <a:cs typeface="Lucida Sans Unicode"/>
              </a:rPr>
              <a:t> </a:t>
            </a:r>
            <a:r>
              <a:rPr dirty="0" sz="2150" spc="-90">
                <a:solidFill>
                  <a:srgbClr val="3F3F3F"/>
                </a:solidFill>
                <a:latin typeface="Lucida Sans Unicode"/>
                <a:cs typeface="Lucida Sans Unicode"/>
              </a:rPr>
              <a:t>curoted</a:t>
            </a:r>
            <a:r>
              <a:rPr dirty="0" sz="2150" spc="-20">
                <a:solidFill>
                  <a:srgbClr val="3F3F3F"/>
                </a:solidFill>
                <a:latin typeface="Lucida Sans Unicode"/>
                <a:cs typeface="Lucida Sans Unicode"/>
              </a:rPr>
              <a:t> </a:t>
            </a:r>
            <a:r>
              <a:rPr dirty="0" sz="2150" spc="-100">
                <a:solidFill>
                  <a:srgbClr val="3F3F3F"/>
                </a:solidFill>
                <a:latin typeface="Lucida Sans Unicode"/>
                <a:cs typeface="Lucida Sans Unicode"/>
              </a:rPr>
              <a:t>sociol</a:t>
            </a:r>
            <a:r>
              <a:rPr dirty="0" sz="2150" spc="-70">
                <a:solidFill>
                  <a:srgbClr val="3F3F3F"/>
                </a:solidFill>
                <a:latin typeface="Lucida Sans Unicode"/>
                <a:cs typeface="Lucida Sans Unicode"/>
              </a:rPr>
              <a:t> </a:t>
            </a:r>
            <a:r>
              <a:rPr dirty="0" sz="2150" spc="-10">
                <a:solidFill>
                  <a:srgbClr val="3F3F3F"/>
                </a:solidFill>
                <a:latin typeface="Lucida Sans Unicode"/>
                <a:cs typeface="Lucida Sans Unicode"/>
              </a:rPr>
              <a:t>medio </a:t>
            </a:r>
            <a:r>
              <a:rPr dirty="0" sz="2200" spc="-195">
                <a:solidFill>
                  <a:srgbClr val="3F3F3F"/>
                </a:solidFill>
                <a:latin typeface="Lucida Sans Unicode"/>
                <a:cs typeface="Lucida Sans Unicode"/>
              </a:rPr>
              <a:t>profiles,</a:t>
            </a:r>
            <a:r>
              <a:rPr dirty="0" sz="2200" spc="20">
                <a:solidFill>
                  <a:srgbClr val="3F3F3F"/>
                </a:solidFill>
                <a:latin typeface="Lucida Sans Unicode"/>
                <a:cs typeface="Lucida Sans Unicode"/>
              </a:rPr>
              <a:t> </a:t>
            </a:r>
            <a:r>
              <a:rPr dirty="0" sz="2200" spc="-135">
                <a:solidFill>
                  <a:srgbClr val="3F3F3F"/>
                </a:solidFill>
                <a:latin typeface="Lucida Sans Unicode"/>
                <a:cs typeface="Lucida Sans Unicode"/>
              </a:rPr>
              <a:t>leoding</a:t>
            </a:r>
            <a:r>
              <a:rPr dirty="0" sz="2200" spc="-40">
                <a:solidFill>
                  <a:srgbClr val="3F3F3F"/>
                </a:solidFill>
                <a:latin typeface="Lucida Sans Unicode"/>
                <a:cs typeface="Lucida Sans Unicode"/>
              </a:rPr>
              <a:t> </a:t>
            </a:r>
            <a:r>
              <a:rPr dirty="0" sz="2200" spc="-235">
                <a:solidFill>
                  <a:srgbClr val="3F3F3F"/>
                </a:solidFill>
                <a:latin typeface="Lucida Sans Unicode"/>
                <a:cs typeface="Lucida Sans Unicode"/>
              </a:rPr>
              <a:t>to</a:t>
            </a:r>
            <a:r>
              <a:rPr dirty="0" sz="2200" spc="60">
                <a:solidFill>
                  <a:srgbClr val="3F3F3F"/>
                </a:solidFill>
                <a:latin typeface="Lucida Sans Unicode"/>
                <a:cs typeface="Lucida Sans Unicode"/>
              </a:rPr>
              <a:t> </a:t>
            </a:r>
            <a:r>
              <a:rPr dirty="0" sz="2200" spc="-145">
                <a:solidFill>
                  <a:srgbClr val="3F3F3F"/>
                </a:solidFill>
                <a:latin typeface="Lucida Sans Unicode"/>
                <a:cs typeface="Lucida Sans Unicode"/>
              </a:rPr>
              <a:t>feelings</a:t>
            </a:r>
            <a:r>
              <a:rPr dirty="0" sz="2200" spc="-30">
                <a:solidFill>
                  <a:srgbClr val="3F3F3F"/>
                </a:solidFill>
                <a:latin typeface="Lucida Sans Unicode"/>
                <a:cs typeface="Lucida Sans Unicode"/>
              </a:rPr>
              <a:t> </a:t>
            </a:r>
            <a:r>
              <a:rPr dirty="0" sz="2200" spc="-305">
                <a:solidFill>
                  <a:srgbClr val="3F3F3F"/>
                </a:solidFill>
                <a:latin typeface="Lucida Sans Unicode"/>
                <a:cs typeface="Lucida Sans Unicode"/>
              </a:rPr>
              <a:t>of</a:t>
            </a:r>
            <a:r>
              <a:rPr dirty="0" sz="2200" spc="130">
                <a:solidFill>
                  <a:srgbClr val="3F3F3F"/>
                </a:solidFill>
                <a:latin typeface="Lucida Sans Unicode"/>
                <a:cs typeface="Lucida Sans Unicode"/>
              </a:rPr>
              <a:t> </a:t>
            </a:r>
            <a:r>
              <a:rPr dirty="0" sz="2200" spc="-105">
                <a:solidFill>
                  <a:srgbClr val="3F3F3F"/>
                </a:solidFill>
                <a:latin typeface="Lucida Sans Unicode"/>
                <a:cs typeface="Lucida Sans Unicode"/>
              </a:rPr>
              <a:t>inodequocy</a:t>
            </a:r>
            <a:r>
              <a:rPr dirty="0" sz="2200" spc="70">
                <a:solidFill>
                  <a:srgbClr val="3F3F3F"/>
                </a:solidFill>
                <a:latin typeface="Lucida Sans Unicode"/>
                <a:cs typeface="Lucida Sans Unicode"/>
              </a:rPr>
              <a:t> </a:t>
            </a:r>
            <a:r>
              <a:rPr dirty="0" sz="2200" spc="-135">
                <a:solidFill>
                  <a:srgbClr val="3F3F3F"/>
                </a:solidFill>
                <a:latin typeface="Lucida Sans Unicode"/>
                <a:cs typeface="Lucida Sans Unicode"/>
              </a:rPr>
              <a:t>ond</a:t>
            </a:r>
            <a:r>
              <a:rPr dirty="0" sz="2200" spc="-40">
                <a:solidFill>
                  <a:srgbClr val="3F3F3F"/>
                </a:solidFill>
                <a:latin typeface="Lucida Sans Unicode"/>
                <a:cs typeface="Lucida Sans Unicode"/>
              </a:rPr>
              <a:t> </a:t>
            </a:r>
            <a:r>
              <a:rPr dirty="0" sz="2200" spc="-125">
                <a:solidFill>
                  <a:srgbClr val="3F3F3F"/>
                </a:solidFill>
                <a:latin typeface="Lucida Sans Unicode"/>
                <a:cs typeface="Lucida Sans Unicode"/>
              </a:rPr>
              <a:t>envy</a:t>
            </a:r>
            <a:r>
              <a:rPr dirty="0" sz="2200" spc="40">
                <a:solidFill>
                  <a:srgbClr val="3F3F3F"/>
                </a:solidFill>
                <a:latin typeface="Lucida Sans Unicode"/>
                <a:cs typeface="Lucida Sans Unicode"/>
              </a:rPr>
              <a:t> </a:t>
            </a:r>
            <a:r>
              <a:rPr dirty="0" sz="2200" spc="-160">
                <a:solidFill>
                  <a:srgbClr val="3F3F3F"/>
                </a:solidFill>
                <a:latin typeface="Lucida Sans Unicode"/>
                <a:cs typeface="Lucida Sans Unicode"/>
              </a:rPr>
              <a:t>thot</a:t>
            </a:r>
            <a:r>
              <a:rPr dirty="0" sz="2200" spc="-15">
                <a:solidFill>
                  <a:srgbClr val="3F3F3F"/>
                </a:solidFill>
                <a:latin typeface="Lucida Sans Unicode"/>
                <a:cs typeface="Lucida Sans Unicode"/>
              </a:rPr>
              <a:t> </a:t>
            </a:r>
            <a:r>
              <a:rPr dirty="0" sz="2200" spc="-95">
                <a:solidFill>
                  <a:srgbClr val="3F3F3F"/>
                </a:solidFill>
                <a:latin typeface="Lucida Sans Unicode"/>
                <a:cs typeface="Lucida Sans Unicode"/>
              </a:rPr>
              <a:t>con</a:t>
            </a:r>
            <a:r>
              <a:rPr dirty="0" sz="2200" spc="-80">
                <a:solidFill>
                  <a:srgbClr val="3F3F3F"/>
                </a:solidFill>
                <a:latin typeface="Lucida Sans Unicode"/>
                <a:cs typeface="Lucida Sans Unicode"/>
              </a:rPr>
              <a:t> </a:t>
            </a:r>
            <a:r>
              <a:rPr dirty="0" sz="2200" spc="-100">
                <a:solidFill>
                  <a:srgbClr val="3F3F3F"/>
                </a:solidFill>
                <a:latin typeface="Lucida Sans Unicode"/>
                <a:cs typeface="Lucida Sans Unicode"/>
              </a:rPr>
              <a:t>trigger </a:t>
            </a:r>
            <a:r>
              <a:rPr dirty="0" sz="2200" spc="-180">
                <a:solidFill>
                  <a:srgbClr val="3F3F3F"/>
                </a:solidFill>
                <a:latin typeface="Lucida Sans Unicode"/>
                <a:cs typeface="Lucida Sans Unicode"/>
              </a:rPr>
              <a:t>onxiety</a:t>
            </a:r>
            <a:r>
              <a:rPr dirty="0" sz="2200" spc="10">
                <a:solidFill>
                  <a:srgbClr val="3F3F3F"/>
                </a:solidFill>
                <a:latin typeface="Lucida Sans Unicode"/>
                <a:cs typeface="Lucida Sans Unicode"/>
              </a:rPr>
              <a:t> </a:t>
            </a:r>
            <a:r>
              <a:rPr dirty="0" sz="2200" spc="-114">
                <a:solidFill>
                  <a:srgbClr val="3F3F3F"/>
                </a:solidFill>
                <a:latin typeface="Lucida Sans Unicode"/>
                <a:cs typeface="Lucida Sans Unicode"/>
              </a:rPr>
              <a:t>ond</a:t>
            </a:r>
            <a:r>
              <a:rPr dirty="0" sz="2200" spc="-130">
                <a:solidFill>
                  <a:srgbClr val="3F3F3F"/>
                </a:solidFill>
                <a:latin typeface="Lucida Sans Unicode"/>
                <a:cs typeface="Lucida Sans Unicode"/>
              </a:rPr>
              <a:t> </a:t>
            </a:r>
            <a:r>
              <a:rPr dirty="0" sz="2200" spc="-60">
                <a:solidFill>
                  <a:srgbClr val="3F3F3F"/>
                </a:solidFill>
                <a:latin typeface="Lucida Sans Unicode"/>
                <a:cs typeface="Lucida Sans Unicode"/>
              </a:rPr>
              <a:t>depression.</a:t>
            </a:r>
            <a:endParaRPr sz="2200">
              <a:latin typeface="Lucida Sans Unicode"/>
              <a:cs typeface="Lucida Sans Unicode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1560533" y="6337530"/>
            <a:ext cx="8717915" cy="1812925"/>
          </a:xfrm>
          <a:prstGeom prst="rect">
            <a:avLst/>
          </a:prstGeom>
        </p:spPr>
        <p:txBody>
          <a:bodyPr wrap="square" lIns="0" tIns="1917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510"/>
              </a:spcBef>
            </a:pPr>
            <a:r>
              <a:rPr dirty="0" sz="2950" spc="-10">
                <a:solidFill>
                  <a:srgbClr val="955BE8"/>
                </a:solidFill>
                <a:latin typeface="Lucida Sans Unicode"/>
                <a:cs typeface="Lucida Sans Unicode"/>
              </a:rPr>
              <a:t>Cyberbullying</a:t>
            </a:r>
            <a:endParaRPr sz="2950">
              <a:latin typeface="Lucida Sans Unicode"/>
              <a:cs typeface="Lucida Sans Unicode"/>
            </a:endParaRPr>
          </a:p>
          <a:p>
            <a:pPr marL="161290" marR="5080" indent="635">
              <a:lnSpc>
                <a:spcPct val="115399"/>
              </a:lnSpc>
              <a:spcBef>
                <a:spcPts val="600"/>
              </a:spcBef>
            </a:pPr>
            <a:r>
              <a:rPr dirty="0" sz="2050" spc="-55">
                <a:solidFill>
                  <a:srgbClr val="3F3F3F"/>
                </a:solidFill>
                <a:latin typeface="Lucida Sans Unicode"/>
                <a:cs typeface="Lucida Sans Unicode"/>
              </a:rPr>
              <a:t>Cyberbullying</a:t>
            </a:r>
            <a:r>
              <a:rPr dirty="0" sz="2050" spc="15">
                <a:solidFill>
                  <a:srgbClr val="3F3F3F"/>
                </a:solidFill>
                <a:latin typeface="Lucida Sans Unicode"/>
                <a:cs typeface="Lucida Sans Unicode"/>
              </a:rPr>
              <a:t> </a:t>
            </a:r>
            <a:r>
              <a:rPr dirty="0" sz="2050" spc="-50">
                <a:solidFill>
                  <a:srgbClr val="3F3F3F"/>
                </a:solidFill>
                <a:latin typeface="Lucida Sans Unicode"/>
                <a:cs typeface="Lucida Sans Unicode"/>
              </a:rPr>
              <a:t>on</a:t>
            </a:r>
            <a:r>
              <a:rPr dirty="0" sz="2050" spc="-145">
                <a:solidFill>
                  <a:srgbClr val="3F3F3F"/>
                </a:solidFill>
                <a:latin typeface="Lucida Sans Unicode"/>
                <a:cs typeface="Lucida Sans Unicode"/>
              </a:rPr>
              <a:t> </a:t>
            </a:r>
            <a:r>
              <a:rPr dirty="0" sz="2050" spc="-35">
                <a:solidFill>
                  <a:srgbClr val="3F3F3F"/>
                </a:solidFill>
                <a:latin typeface="Lucida Sans Unicode"/>
                <a:cs typeface="Lucida Sans Unicode"/>
              </a:rPr>
              <a:t>sociol</a:t>
            </a:r>
            <a:r>
              <a:rPr dirty="0" sz="2050" spc="-125">
                <a:solidFill>
                  <a:srgbClr val="3F3F3F"/>
                </a:solidFill>
                <a:latin typeface="Lucida Sans Unicode"/>
                <a:cs typeface="Lucida Sans Unicode"/>
              </a:rPr>
              <a:t> </a:t>
            </a:r>
            <a:r>
              <a:rPr dirty="0" sz="2050">
                <a:solidFill>
                  <a:srgbClr val="3F3F3F"/>
                </a:solidFill>
                <a:latin typeface="Lucida Sans Unicode"/>
                <a:cs typeface="Lucida Sans Unicode"/>
              </a:rPr>
              <a:t>media</a:t>
            </a:r>
            <a:r>
              <a:rPr dirty="0" sz="2050" spc="55">
                <a:solidFill>
                  <a:srgbClr val="3F3F3F"/>
                </a:solidFill>
                <a:latin typeface="Lucida Sans Unicode"/>
                <a:cs typeface="Lucida Sans Unicode"/>
              </a:rPr>
              <a:t> </a:t>
            </a:r>
            <a:r>
              <a:rPr dirty="0" sz="2050" spc="-40">
                <a:solidFill>
                  <a:srgbClr val="3F3F3F"/>
                </a:solidFill>
                <a:latin typeface="Lucida Sans Unicode"/>
                <a:cs typeface="Lucida Sans Unicode"/>
              </a:rPr>
              <a:t>plo0orms</a:t>
            </a:r>
            <a:r>
              <a:rPr dirty="0" sz="2050" spc="-65">
                <a:solidFill>
                  <a:srgbClr val="3F3F3F"/>
                </a:solidFill>
                <a:latin typeface="Lucida Sans Unicode"/>
                <a:cs typeface="Lucida Sans Unicode"/>
              </a:rPr>
              <a:t> </a:t>
            </a:r>
            <a:r>
              <a:rPr dirty="0" sz="2050">
                <a:solidFill>
                  <a:srgbClr val="3F3F3F"/>
                </a:solidFill>
                <a:latin typeface="Lucida Sans Unicode"/>
                <a:cs typeface="Lucida Sans Unicode"/>
              </a:rPr>
              <a:t>con</a:t>
            </a:r>
            <a:r>
              <a:rPr dirty="0" sz="2050" spc="-160">
                <a:solidFill>
                  <a:srgbClr val="3F3F3F"/>
                </a:solidFill>
                <a:latin typeface="Lucida Sans Unicode"/>
                <a:cs typeface="Lucida Sans Unicode"/>
              </a:rPr>
              <a:t> </a:t>
            </a:r>
            <a:r>
              <a:rPr dirty="0" sz="2050" spc="-35">
                <a:solidFill>
                  <a:srgbClr val="3F3F3F"/>
                </a:solidFill>
                <a:latin typeface="Lucida Sans Unicode"/>
                <a:cs typeface="Lucida Sans Unicode"/>
              </a:rPr>
              <a:t>severely</a:t>
            </a:r>
            <a:r>
              <a:rPr dirty="0" sz="2050" spc="-75">
                <a:solidFill>
                  <a:srgbClr val="3F3F3F"/>
                </a:solidFill>
                <a:latin typeface="Lucida Sans Unicode"/>
                <a:cs typeface="Lucida Sans Unicode"/>
              </a:rPr>
              <a:t> </a:t>
            </a:r>
            <a:r>
              <a:rPr dirty="0" sz="2050" spc="-10">
                <a:solidFill>
                  <a:srgbClr val="3F3F3F"/>
                </a:solidFill>
                <a:latin typeface="Lucida Sans Unicode"/>
                <a:cs typeface="Lucida Sans Unicode"/>
              </a:rPr>
              <a:t>impoct</a:t>
            </a:r>
            <a:r>
              <a:rPr dirty="0" sz="2050" spc="-145">
                <a:solidFill>
                  <a:srgbClr val="3F3F3F"/>
                </a:solidFill>
                <a:latin typeface="Lucida Sans Unicode"/>
                <a:cs typeface="Lucida Sans Unicode"/>
              </a:rPr>
              <a:t> </a:t>
            </a:r>
            <a:r>
              <a:rPr dirty="0" sz="2050" spc="-10">
                <a:solidFill>
                  <a:srgbClr val="3F3F3F"/>
                </a:solidFill>
                <a:latin typeface="Lucida Sans Unicode"/>
                <a:cs typeface="Lucida Sans Unicode"/>
              </a:rPr>
              <a:t>mentol </a:t>
            </a:r>
            <a:r>
              <a:rPr dirty="0" sz="2050" spc="-100">
                <a:solidFill>
                  <a:srgbClr val="3F3F3F"/>
                </a:solidFill>
                <a:latin typeface="Lucida Sans Unicode"/>
                <a:cs typeface="Lucida Sans Unicode"/>
              </a:rPr>
              <a:t>heolth,</a:t>
            </a:r>
            <a:r>
              <a:rPr dirty="0" sz="2050" spc="-70">
                <a:solidFill>
                  <a:srgbClr val="3F3F3F"/>
                </a:solidFill>
                <a:latin typeface="Lucida Sans Unicode"/>
                <a:cs typeface="Lucida Sans Unicode"/>
              </a:rPr>
              <a:t> </a:t>
            </a:r>
            <a:r>
              <a:rPr dirty="0" sz="2050" spc="-25">
                <a:solidFill>
                  <a:srgbClr val="3F3F3F"/>
                </a:solidFill>
                <a:latin typeface="Lucida Sans Unicode"/>
                <a:cs typeface="Lucida Sans Unicode"/>
              </a:rPr>
              <a:t>cousing</a:t>
            </a:r>
            <a:r>
              <a:rPr dirty="0" sz="2050" spc="-140">
                <a:solidFill>
                  <a:srgbClr val="3F3F3F"/>
                </a:solidFill>
                <a:latin typeface="Lucida Sans Unicode"/>
                <a:cs typeface="Lucida Sans Unicode"/>
              </a:rPr>
              <a:t> </a:t>
            </a:r>
            <a:r>
              <a:rPr dirty="0" sz="2050" spc="-55">
                <a:solidFill>
                  <a:srgbClr val="3F3F3F"/>
                </a:solidFill>
                <a:latin typeface="Lucida Sans Unicode"/>
                <a:cs typeface="Lucida Sans Unicode"/>
              </a:rPr>
              <a:t>emotionol</a:t>
            </a:r>
            <a:r>
              <a:rPr dirty="0" sz="2050" spc="-40">
                <a:solidFill>
                  <a:srgbClr val="3F3F3F"/>
                </a:solidFill>
                <a:latin typeface="Lucida Sans Unicode"/>
                <a:cs typeface="Lucida Sans Unicode"/>
              </a:rPr>
              <a:t> </a:t>
            </a:r>
            <a:r>
              <a:rPr dirty="0" sz="2050" spc="-90">
                <a:solidFill>
                  <a:srgbClr val="3F3F3F"/>
                </a:solidFill>
                <a:latin typeface="Lucida Sans Unicode"/>
                <a:cs typeface="Lucida Sans Unicode"/>
              </a:rPr>
              <a:t>distress,</a:t>
            </a:r>
            <a:r>
              <a:rPr dirty="0" sz="2050" spc="-85">
                <a:solidFill>
                  <a:srgbClr val="3F3F3F"/>
                </a:solidFill>
                <a:latin typeface="Lucida Sans Unicode"/>
                <a:cs typeface="Lucida Sans Unicode"/>
              </a:rPr>
              <a:t> </a:t>
            </a:r>
            <a:r>
              <a:rPr dirty="0" sz="2050" spc="-114">
                <a:solidFill>
                  <a:srgbClr val="3F3F3F"/>
                </a:solidFill>
                <a:latin typeface="Lucida Sans Unicode"/>
                <a:cs typeface="Lucida Sans Unicode"/>
              </a:rPr>
              <a:t>onxiety,</a:t>
            </a:r>
            <a:r>
              <a:rPr dirty="0" sz="2050" spc="-95">
                <a:solidFill>
                  <a:srgbClr val="3F3F3F"/>
                </a:solidFill>
                <a:latin typeface="Lucida Sans Unicode"/>
                <a:cs typeface="Lucida Sans Unicode"/>
              </a:rPr>
              <a:t> </a:t>
            </a:r>
            <a:r>
              <a:rPr dirty="0" sz="2050" spc="-70">
                <a:solidFill>
                  <a:srgbClr val="3F3F3F"/>
                </a:solidFill>
                <a:latin typeface="Lucida Sans Unicode"/>
                <a:cs typeface="Lucida Sans Unicode"/>
              </a:rPr>
              <a:t>depression,</a:t>
            </a:r>
            <a:r>
              <a:rPr dirty="0" sz="2050" spc="5">
                <a:solidFill>
                  <a:srgbClr val="3F3F3F"/>
                </a:solidFill>
                <a:latin typeface="Lucida Sans Unicode"/>
                <a:cs typeface="Lucida Sans Unicode"/>
              </a:rPr>
              <a:t> </a:t>
            </a:r>
            <a:r>
              <a:rPr dirty="0" sz="2050" spc="-25">
                <a:solidFill>
                  <a:srgbClr val="3F3F3F"/>
                </a:solidFill>
                <a:latin typeface="Lucida Sans Unicode"/>
                <a:cs typeface="Lucida Sans Unicode"/>
              </a:rPr>
              <a:t>ond</a:t>
            </a:r>
            <a:r>
              <a:rPr dirty="0" sz="2050" spc="-175">
                <a:solidFill>
                  <a:srgbClr val="3F3F3F"/>
                </a:solidFill>
                <a:latin typeface="Lucida Sans Unicode"/>
                <a:cs typeface="Lucida Sans Unicode"/>
              </a:rPr>
              <a:t> </a:t>
            </a:r>
            <a:r>
              <a:rPr dirty="0" sz="2050" spc="-40">
                <a:solidFill>
                  <a:srgbClr val="3F3F3F"/>
                </a:solidFill>
                <a:latin typeface="Lucida Sans Unicode"/>
                <a:cs typeface="Lucida Sans Unicode"/>
              </a:rPr>
              <a:t>in</a:t>
            </a:r>
            <a:r>
              <a:rPr dirty="0" sz="2050" spc="-150">
                <a:solidFill>
                  <a:srgbClr val="3F3F3F"/>
                </a:solidFill>
                <a:latin typeface="Lucida Sans Unicode"/>
                <a:cs typeface="Lucida Sans Unicode"/>
              </a:rPr>
              <a:t> </a:t>
            </a:r>
            <a:r>
              <a:rPr dirty="0" sz="2050" spc="-10">
                <a:solidFill>
                  <a:srgbClr val="3F3F3F"/>
                </a:solidFill>
                <a:latin typeface="Lucida Sans Unicode"/>
                <a:cs typeface="Lucida Sans Unicode"/>
              </a:rPr>
              <a:t>extreme </a:t>
            </a:r>
            <a:r>
              <a:rPr dirty="0" sz="2050" spc="-30">
                <a:solidFill>
                  <a:srgbClr val="3F3F3F"/>
                </a:solidFill>
                <a:latin typeface="Lucida Sans Unicode"/>
                <a:cs typeface="Lucida Sans Unicode"/>
              </a:rPr>
              <a:t>coses,</a:t>
            </a:r>
            <a:r>
              <a:rPr dirty="0" sz="2050" spc="-195">
                <a:solidFill>
                  <a:srgbClr val="3F3F3F"/>
                </a:solidFill>
                <a:latin typeface="Lucida Sans Unicode"/>
                <a:cs typeface="Lucida Sans Unicode"/>
              </a:rPr>
              <a:t> </a:t>
            </a:r>
            <a:r>
              <a:rPr dirty="0" sz="2050" spc="-40">
                <a:solidFill>
                  <a:srgbClr val="3F3F3F"/>
                </a:solidFill>
                <a:latin typeface="Lucida Sans Unicode"/>
                <a:cs typeface="Lucida Sans Unicode"/>
              </a:rPr>
              <a:t>leoding</a:t>
            </a:r>
            <a:r>
              <a:rPr dirty="0" sz="2050" spc="-125">
                <a:solidFill>
                  <a:srgbClr val="3F3F3F"/>
                </a:solidFill>
                <a:latin typeface="Lucida Sans Unicode"/>
                <a:cs typeface="Lucida Sans Unicode"/>
              </a:rPr>
              <a:t> </a:t>
            </a:r>
            <a:r>
              <a:rPr dirty="0" sz="2050" spc="-40">
                <a:solidFill>
                  <a:srgbClr val="3F3F3F"/>
                </a:solidFill>
                <a:latin typeface="Lucida Sans Unicode"/>
                <a:cs typeface="Lucida Sans Unicode"/>
              </a:rPr>
              <a:t>to</a:t>
            </a:r>
            <a:r>
              <a:rPr dirty="0" sz="2050" spc="-180">
                <a:solidFill>
                  <a:srgbClr val="3F3F3F"/>
                </a:solidFill>
                <a:latin typeface="Lucida Sans Unicode"/>
                <a:cs typeface="Lucida Sans Unicode"/>
              </a:rPr>
              <a:t> </a:t>
            </a:r>
            <a:r>
              <a:rPr dirty="0" sz="2050" spc="-70">
                <a:solidFill>
                  <a:srgbClr val="3F3F3F"/>
                </a:solidFill>
                <a:latin typeface="Lucida Sans Unicode"/>
                <a:cs typeface="Lucida Sans Unicode"/>
              </a:rPr>
              <a:t>self-</a:t>
            </a:r>
            <a:r>
              <a:rPr dirty="0" sz="2050" spc="-85">
                <a:solidFill>
                  <a:srgbClr val="3F3F3F"/>
                </a:solidFill>
                <a:latin typeface="Lucida Sans Unicode"/>
                <a:cs typeface="Lucida Sans Unicode"/>
              </a:rPr>
              <a:t> </a:t>
            </a:r>
            <a:r>
              <a:rPr dirty="0" sz="2050" spc="-20">
                <a:solidFill>
                  <a:srgbClr val="3F3F3F"/>
                </a:solidFill>
                <a:latin typeface="Lucida Sans Unicode"/>
                <a:cs typeface="Lucida Sans Unicode"/>
              </a:rPr>
              <a:t>horm</a:t>
            </a:r>
            <a:r>
              <a:rPr dirty="0" sz="2050" spc="-120">
                <a:solidFill>
                  <a:srgbClr val="3F3F3F"/>
                </a:solidFill>
                <a:latin typeface="Lucida Sans Unicode"/>
                <a:cs typeface="Lucida Sans Unicode"/>
              </a:rPr>
              <a:t> </a:t>
            </a:r>
            <a:r>
              <a:rPr dirty="0" sz="2050" spc="-90">
                <a:solidFill>
                  <a:srgbClr val="3F3F3F"/>
                </a:solidFill>
                <a:latin typeface="Lucida Sans Unicode"/>
                <a:cs typeface="Lucida Sans Unicode"/>
              </a:rPr>
              <a:t>or</a:t>
            </a:r>
            <a:r>
              <a:rPr dirty="0" sz="2050" spc="-100">
                <a:solidFill>
                  <a:srgbClr val="3F3F3F"/>
                </a:solidFill>
                <a:latin typeface="Lucida Sans Unicode"/>
                <a:cs typeface="Lucida Sans Unicode"/>
              </a:rPr>
              <a:t> </a:t>
            </a:r>
            <a:r>
              <a:rPr dirty="0" sz="2050" spc="-35">
                <a:solidFill>
                  <a:srgbClr val="3F3F3F"/>
                </a:solidFill>
                <a:latin typeface="Lucida Sans Unicode"/>
                <a:cs typeface="Lucida Sans Unicode"/>
              </a:rPr>
              <a:t>suicidal</a:t>
            </a:r>
            <a:r>
              <a:rPr dirty="0" sz="2050" spc="-60">
                <a:solidFill>
                  <a:srgbClr val="3F3F3F"/>
                </a:solidFill>
                <a:latin typeface="Lucida Sans Unicode"/>
                <a:cs typeface="Lucida Sans Unicode"/>
              </a:rPr>
              <a:t> </a:t>
            </a:r>
            <a:r>
              <a:rPr dirty="0" sz="2050" spc="-10">
                <a:solidFill>
                  <a:srgbClr val="3F3F3F"/>
                </a:solidFill>
                <a:latin typeface="Lucida Sans Unicode"/>
                <a:cs typeface="Lucida Sans Unicode"/>
              </a:rPr>
              <a:t>thoughts.</a:t>
            </a:r>
            <a:endParaRPr sz="2050">
              <a:latin typeface="Lucida Sans Unicode"/>
              <a:cs typeface="Lucida Sans Unicode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0009" y="0"/>
            <a:ext cx="20084090" cy="11308556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377" y="0"/>
            <a:ext cx="20096718" cy="11308556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424895" y="4092114"/>
            <a:ext cx="3968750" cy="1234440"/>
          </a:xfrm>
          <a:prstGeom prst="rect"/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  <a:tabLst>
                <a:tab pos="2922270" algn="l"/>
              </a:tabLst>
            </a:pPr>
            <a:r>
              <a:rPr dirty="0" sz="7900" spc="-1200">
                <a:solidFill>
                  <a:srgbClr val="000000"/>
                </a:solidFill>
              </a:rPr>
              <a:t>sico</a:t>
            </a:r>
            <a:r>
              <a:rPr dirty="0" sz="7900">
                <a:solidFill>
                  <a:srgbClr val="000000"/>
                </a:solidFill>
              </a:rPr>
              <a:t>	</a:t>
            </a:r>
            <a:r>
              <a:rPr dirty="0" sz="7900" spc="-1250">
                <a:solidFill>
                  <a:srgbClr val="000000"/>
                </a:solidFill>
              </a:rPr>
              <a:t>eo</a:t>
            </a:r>
            <a:endParaRPr sz="7900"/>
          </a:p>
        </p:txBody>
      </p:sp>
      <p:sp>
        <p:nvSpPr>
          <p:cNvPr id="4" name="object 4" descr=""/>
          <p:cNvSpPr txBox="1"/>
          <p:nvPr/>
        </p:nvSpPr>
        <p:spPr>
          <a:xfrm>
            <a:off x="12836416" y="4086869"/>
            <a:ext cx="3443604" cy="124015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7950" spc="-1025">
                <a:latin typeface="Arial Black"/>
                <a:cs typeface="Arial Black"/>
              </a:rPr>
              <a:t>icotions</a:t>
            </a:r>
            <a:endParaRPr sz="7950">
              <a:latin typeface="Arial Black"/>
              <a:cs typeface="Arial Black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078206" cy="11308556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404340" y="2390483"/>
            <a:ext cx="6336044" cy="7623513"/>
          </a:xfrm>
          <a:prstGeom prst="rect">
            <a:avLst/>
          </a:prstGeom>
        </p:spPr>
      </p:pic>
      <p:pic>
        <p:nvPicPr>
          <p:cNvPr id="3" name="object 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473314" y="2417881"/>
            <a:ext cx="6342894" cy="7555019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01390" y="739747"/>
            <a:ext cx="705527" cy="513713"/>
          </a:xfrm>
          <a:prstGeom prst="rect">
            <a:avLst/>
          </a:prstGeom>
        </p:spPr>
      </p:pic>
      <p:sp>
        <p:nvSpPr>
          <p:cNvPr id="5" name="object 5" descr=""/>
          <p:cNvSpPr/>
          <p:nvPr/>
        </p:nvSpPr>
        <p:spPr>
          <a:xfrm>
            <a:off x="5777902" y="3148724"/>
            <a:ext cx="0" cy="1552575"/>
          </a:xfrm>
          <a:custGeom>
            <a:avLst/>
            <a:gdLst/>
            <a:ahLst/>
            <a:cxnLst/>
            <a:rect l="l" t="t" r="r" b="b"/>
            <a:pathLst>
              <a:path w="0" h="1552575">
                <a:moveTo>
                  <a:pt x="0" y="1552100"/>
                </a:moveTo>
                <a:lnTo>
                  <a:pt x="0" y="0"/>
                </a:lnTo>
              </a:path>
            </a:pathLst>
          </a:custGeom>
          <a:ln w="1255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6" name="object 6" descr=""/>
          <p:cNvGrpSpPr/>
          <p:nvPr/>
        </p:nvGrpSpPr>
        <p:grpSpPr>
          <a:xfrm>
            <a:off x="5661113" y="3085937"/>
            <a:ext cx="1768475" cy="1690370"/>
            <a:chOff x="5661113" y="3085937"/>
            <a:chExt cx="1768475" cy="1690370"/>
          </a:xfrm>
        </p:grpSpPr>
        <p:sp>
          <p:nvSpPr>
            <p:cNvPr id="7" name="object 7" descr=""/>
            <p:cNvSpPr/>
            <p:nvPr/>
          </p:nvSpPr>
          <p:spPr>
            <a:xfrm>
              <a:off x="7340107" y="3148723"/>
              <a:ext cx="0" cy="1552575"/>
            </a:xfrm>
            <a:custGeom>
              <a:avLst/>
              <a:gdLst/>
              <a:ahLst/>
              <a:cxnLst/>
              <a:rect l="l" t="t" r="r" b="b"/>
              <a:pathLst>
                <a:path w="0" h="1552575">
                  <a:moveTo>
                    <a:pt x="0" y="1552100"/>
                  </a:moveTo>
                  <a:lnTo>
                    <a:pt x="0" y="0"/>
                  </a:lnTo>
                </a:path>
              </a:pathLst>
            </a:custGeom>
            <a:ln w="1255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5771623" y="3155002"/>
              <a:ext cx="1574800" cy="0"/>
            </a:xfrm>
            <a:custGeom>
              <a:avLst/>
              <a:gdLst/>
              <a:ahLst/>
              <a:cxnLst/>
              <a:rect l="l" t="t" r="r" b="b"/>
              <a:pathLst>
                <a:path w="1574800" h="0">
                  <a:moveTo>
                    <a:pt x="0" y="0"/>
                  </a:moveTo>
                  <a:lnTo>
                    <a:pt x="1574763" y="0"/>
                  </a:lnTo>
                </a:path>
              </a:pathLst>
            </a:custGeom>
            <a:ln w="1255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 descr=""/>
            <p:cNvSpPr/>
            <p:nvPr/>
          </p:nvSpPr>
          <p:spPr>
            <a:xfrm>
              <a:off x="5771623" y="4694546"/>
              <a:ext cx="1574800" cy="0"/>
            </a:xfrm>
            <a:custGeom>
              <a:avLst/>
              <a:gdLst/>
              <a:ahLst/>
              <a:cxnLst/>
              <a:rect l="l" t="t" r="r" b="b"/>
              <a:pathLst>
                <a:path w="1574800" h="0">
                  <a:moveTo>
                    <a:pt x="0" y="0"/>
                  </a:moveTo>
                  <a:lnTo>
                    <a:pt x="1574763" y="0"/>
                  </a:lnTo>
                </a:path>
              </a:pathLst>
            </a:custGeom>
            <a:ln w="1255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5771623" y="3225325"/>
              <a:ext cx="1574800" cy="0"/>
            </a:xfrm>
            <a:custGeom>
              <a:avLst/>
              <a:gdLst/>
              <a:ahLst/>
              <a:cxnLst/>
              <a:rect l="l" t="t" r="r" b="b"/>
              <a:pathLst>
                <a:path w="1574800" h="0">
                  <a:moveTo>
                    <a:pt x="0" y="0"/>
                  </a:moveTo>
                  <a:lnTo>
                    <a:pt x="1574763" y="0"/>
                  </a:lnTo>
                </a:path>
              </a:pathLst>
            </a:custGeom>
            <a:ln w="1255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5757809" y="3133656"/>
              <a:ext cx="0" cy="1592580"/>
            </a:xfrm>
            <a:custGeom>
              <a:avLst/>
              <a:gdLst/>
              <a:ahLst/>
              <a:cxnLst/>
              <a:rect l="l" t="t" r="r" b="b"/>
              <a:pathLst>
                <a:path w="0" h="1592579">
                  <a:moveTo>
                    <a:pt x="0" y="1592284"/>
                  </a:moveTo>
                  <a:lnTo>
                    <a:pt x="0" y="0"/>
                  </a:lnTo>
                </a:path>
              </a:pathLst>
            </a:custGeom>
            <a:ln w="1255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 descr=""/>
            <p:cNvSpPr/>
            <p:nvPr/>
          </p:nvSpPr>
          <p:spPr>
            <a:xfrm>
              <a:off x="7352665" y="3133656"/>
              <a:ext cx="0" cy="1592580"/>
            </a:xfrm>
            <a:custGeom>
              <a:avLst/>
              <a:gdLst/>
              <a:ahLst/>
              <a:cxnLst/>
              <a:rect l="l" t="t" r="r" b="b"/>
              <a:pathLst>
                <a:path w="0" h="1592579">
                  <a:moveTo>
                    <a:pt x="0" y="1592284"/>
                  </a:moveTo>
                  <a:lnTo>
                    <a:pt x="0" y="0"/>
                  </a:lnTo>
                </a:path>
              </a:pathLst>
            </a:custGeom>
            <a:ln w="1255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 descr=""/>
            <p:cNvSpPr/>
            <p:nvPr/>
          </p:nvSpPr>
          <p:spPr>
            <a:xfrm>
              <a:off x="5751530" y="3139935"/>
              <a:ext cx="1607820" cy="0"/>
            </a:xfrm>
            <a:custGeom>
              <a:avLst/>
              <a:gdLst/>
              <a:ahLst/>
              <a:cxnLst/>
              <a:rect l="l" t="t" r="r" b="b"/>
              <a:pathLst>
                <a:path w="1607820" h="0">
                  <a:moveTo>
                    <a:pt x="0" y="0"/>
                  </a:moveTo>
                  <a:lnTo>
                    <a:pt x="1607414" y="0"/>
                  </a:lnTo>
                </a:path>
              </a:pathLst>
            </a:custGeom>
            <a:ln w="1255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 descr=""/>
            <p:cNvSpPr/>
            <p:nvPr/>
          </p:nvSpPr>
          <p:spPr>
            <a:xfrm>
              <a:off x="5751530" y="4719661"/>
              <a:ext cx="1607820" cy="0"/>
            </a:xfrm>
            <a:custGeom>
              <a:avLst/>
              <a:gdLst/>
              <a:ahLst/>
              <a:cxnLst/>
              <a:rect l="l" t="t" r="r" b="b"/>
              <a:pathLst>
                <a:path w="1607820" h="0">
                  <a:moveTo>
                    <a:pt x="0" y="0"/>
                  </a:moveTo>
                  <a:lnTo>
                    <a:pt x="1607414" y="0"/>
                  </a:lnTo>
                </a:path>
              </a:pathLst>
            </a:custGeom>
            <a:ln w="1255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 descr=""/>
            <p:cNvSpPr/>
            <p:nvPr/>
          </p:nvSpPr>
          <p:spPr>
            <a:xfrm>
              <a:off x="5751530" y="4636782"/>
              <a:ext cx="1607820" cy="0"/>
            </a:xfrm>
            <a:custGeom>
              <a:avLst/>
              <a:gdLst/>
              <a:ahLst/>
              <a:cxnLst/>
              <a:rect l="l" t="t" r="r" b="b"/>
              <a:pathLst>
                <a:path w="1607820" h="0">
                  <a:moveTo>
                    <a:pt x="0" y="0"/>
                  </a:moveTo>
                  <a:lnTo>
                    <a:pt x="1607414" y="0"/>
                  </a:lnTo>
                </a:path>
              </a:pathLst>
            </a:custGeom>
            <a:ln w="1255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 descr=""/>
            <p:cNvSpPr/>
            <p:nvPr/>
          </p:nvSpPr>
          <p:spPr>
            <a:xfrm>
              <a:off x="5751530" y="3252951"/>
              <a:ext cx="1607820" cy="0"/>
            </a:xfrm>
            <a:custGeom>
              <a:avLst/>
              <a:gdLst/>
              <a:ahLst/>
              <a:cxnLst/>
              <a:rect l="l" t="t" r="r" b="b"/>
              <a:pathLst>
                <a:path w="1607820" h="0">
                  <a:moveTo>
                    <a:pt x="0" y="0"/>
                  </a:moveTo>
                  <a:lnTo>
                    <a:pt x="1607414" y="0"/>
                  </a:lnTo>
                </a:path>
              </a:pathLst>
            </a:custGeom>
            <a:ln w="1255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 descr=""/>
            <p:cNvSpPr/>
            <p:nvPr/>
          </p:nvSpPr>
          <p:spPr>
            <a:xfrm>
              <a:off x="5737716" y="3121098"/>
              <a:ext cx="0" cy="1622425"/>
            </a:xfrm>
            <a:custGeom>
              <a:avLst/>
              <a:gdLst/>
              <a:ahLst/>
              <a:cxnLst/>
              <a:rect l="l" t="t" r="r" b="b"/>
              <a:pathLst>
                <a:path w="0" h="1622425">
                  <a:moveTo>
                    <a:pt x="0" y="1622422"/>
                  </a:moveTo>
                  <a:lnTo>
                    <a:pt x="0" y="0"/>
                  </a:lnTo>
                </a:path>
              </a:pathLst>
            </a:custGeom>
            <a:ln w="1255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 descr=""/>
            <p:cNvSpPr/>
            <p:nvPr/>
          </p:nvSpPr>
          <p:spPr>
            <a:xfrm>
              <a:off x="7367735" y="3121098"/>
              <a:ext cx="0" cy="1622425"/>
            </a:xfrm>
            <a:custGeom>
              <a:avLst/>
              <a:gdLst/>
              <a:ahLst/>
              <a:cxnLst/>
              <a:rect l="l" t="t" r="r" b="b"/>
              <a:pathLst>
                <a:path w="0" h="1622425">
                  <a:moveTo>
                    <a:pt x="0" y="1622422"/>
                  </a:moveTo>
                  <a:lnTo>
                    <a:pt x="0" y="0"/>
                  </a:lnTo>
                </a:path>
              </a:pathLst>
            </a:custGeom>
            <a:ln w="1255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 descr=""/>
            <p:cNvSpPr/>
            <p:nvPr/>
          </p:nvSpPr>
          <p:spPr>
            <a:xfrm>
              <a:off x="5731437" y="3127377"/>
              <a:ext cx="1642745" cy="0"/>
            </a:xfrm>
            <a:custGeom>
              <a:avLst/>
              <a:gdLst/>
              <a:ahLst/>
              <a:cxnLst/>
              <a:rect l="l" t="t" r="r" b="b"/>
              <a:pathLst>
                <a:path w="1642745" h="0">
                  <a:moveTo>
                    <a:pt x="0" y="0"/>
                  </a:moveTo>
                  <a:lnTo>
                    <a:pt x="1642576" y="0"/>
                  </a:lnTo>
                </a:path>
              </a:pathLst>
            </a:custGeom>
            <a:ln w="1255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 descr=""/>
            <p:cNvSpPr/>
            <p:nvPr/>
          </p:nvSpPr>
          <p:spPr>
            <a:xfrm>
              <a:off x="5731437" y="4737242"/>
              <a:ext cx="1642745" cy="0"/>
            </a:xfrm>
            <a:custGeom>
              <a:avLst/>
              <a:gdLst/>
              <a:ahLst/>
              <a:cxnLst/>
              <a:rect l="l" t="t" r="r" b="b"/>
              <a:pathLst>
                <a:path w="1642745" h="0">
                  <a:moveTo>
                    <a:pt x="0" y="0"/>
                  </a:moveTo>
                  <a:lnTo>
                    <a:pt x="1642576" y="0"/>
                  </a:lnTo>
                </a:path>
              </a:pathLst>
            </a:custGeom>
            <a:ln w="1255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 descr=""/>
            <p:cNvSpPr/>
            <p:nvPr/>
          </p:nvSpPr>
          <p:spPr>
            <a:xfrm>
              <a:off x="7227087" y="3121098"/>
              <a:ext cx="0" cy="1622425"/>
            </a:xfrm>
            <a:custGeom>
              <a:avLst/>
              <a:gdLst/>
              <a:ahLst/>
              <a:cxnLst/>
              <a:rect l="l" t="t" r="r" b="b"/>
              <a:pathLst>
                <a:path w="0" h="1622425">
                  <a:moveTo>
                    <a:pt x="0" y="1622422"/>
                  </a:moveTo>
                  <a:lnTo>
                    <a:pt x="0" y="0"/>
                  </a:lnTo>
                </a:path>
              </a:pathLst>
            </a:custGeom>
            <a:ln w="1255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 descr=""/>
            <p:cNvSpPr/>
            <p:nvPr/>
          </p:nvSpPr>
          <p:spPr>
            <a:xfrm>
              <a:off x="5731437" y="4649339"/>
              <a:ext cx="1642745" cy="0"/>
            </a:xfrm>
            <a:custGeom>
              <a:avLst/>
              <a:gdLst/>
              <a:ahLst/>
              <a:cxnLst/>
              <a:rect l="l" t="t" r="r" b="b"/>
              <a:pathLst>
                <a:path w="1642745" h="0">
                  <a:moveTo>
                    <a:pt x="0" y="0"/>
                  </a:moveTo>
                  <a:lnTo>
                    <a:pt x="1642576" y="0"/>
                  </a:lnTo>
                </a:path>
              </a:pathLst>
            </a:custGeom>
            <a:ln w="1255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 descr=""/>
            <p:cNvSpPr/>
            <p:nvPr/>
          </p:nvSpPr>
          <p:spPr>
            <a:xfrm>
              <a:off x="5731437" y="3280577"/>
              <a:ext cx="1642745" cy="0"/>
            </a:xfrm>
            <a:custGeom>
              <a:avLst/>
              <a:gdLst/>
              <a:ahLst/>
              <a:cxnLst/>
              <a:rect l="l" t="t" r="r" b="b"/>
              <a:pathLst>
                <a:path w="1642745" h="0">
                  <a:moveTo>
                    <a:pt x="0" y="0"/>
                  </a:moveTo>
                  <a:lnTo>
                    <a:pt x="1642576" y="0"/>
                  </a:lnTo>
                </a:path>
              </a:pathLst>
            </a:custGeom>
            <a:ln w="1255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 descr=""/>
            <p:cNvSpPr/>
            <p:nvPr/>
          </p:nvSpPr>
          <p:spPr>
            <a:xfrm>
              <a:off x="5715112" y="3111052"/>
              <a:ext cx="0" cy="1632585"/>
            </a:xfrm>
            <a:custGeom>
              <a:avLst/>
              <a:gdLst/>
              <a:ahLst/>
              <a:cxnLst/>
              <a:rect l="l" t="t" r="r" b="b"/>
              <a:pathLst>
                <a:path w="0" h="1632585">
                  <a:moveTo>
                    <a:pt x="0" y="1632468"/>
                  </a:moveTo>
                  <a:lnTo>
                    <a:pt x="0" y="0"/>
                  </a:lnTo>
                </a:path>
              </a:pathLst>
            </a:custGeom>
            <a:ln w="1255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 descr=""/>
            <p:cNvSpPr/>
            <p:nvPr/>
          </p:nvSpPr>
          <p:spPr>
            <a:xfrm>
              <a:off x="7395362" y="3111052"/>
              <a:ext cx="0" cy="1632585"/>
            </a:xfrm>
            <a:custGeom>
              <a:avLst/>
              <a:gdLst/>
              <a:ahLst/>
              <a:cxnLst/>
              <a:rect l="l" t="t" r="r" b="b"/>
              <a:pathLst>
                <a:path w="0" h="1632585">
                  <a:moveTo>
                    <a:pt x="0" y="1632468"/>
                  </a:moveTo>
                  <a:lnTo>
                    <a:pt x="0" y="0"/>
                  </a:lnTo>
                </a:path>
              </a:pathLst>
            </a:custGeom>
            <a:ln w="1255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 descr=""/>
            <p:cNvSpPr/>
            <p:nvPr/>
          </p:nvSpPr>
          <p:spPr>
            <a:xfrm>
              <a:off x="5708833" y="3117331"/>
              <a:ext cx="1692910" cy="0"/>
            </a:xfrm>
            <a:custGeom>
              <a:avLst/>
              <a:gdLst/>
              <a:ahLst/>
              <a:cxnLst/>
              <a:rect l="l" t="t" r="r" b="b"/>
              <a:pathLst>
                <a:path w="1692909" h="0">
                  <a:moveTo>
                    <a:pt x="0" y="0"/>
                  </a:moveTo>
                  <a:lnTo>
                    <a:pt x="1692808" y="0"/>
                  </a:lnTo>
                </a:path>
              </a:pathLst>
            </a:custGeom>
            <a:ln w="1255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 descr=""/>
            <p:cNvSpPr/>
            <p:nvPr/>
          </p:nvSpPr>
          <p:spPr>
            <a:xfrm>
              <a:off x="5708833" y="4737242"/>
              <a:ext cx="1692910" cy="0"/>
            </a:xfrm>
            <a:custGeom>
              <a:avLst/>
              <a:gdLst/>
              <a:ahLst/>
              <a:cxnLst/>
              <a:rect l="l" t="t" r="r" b="b"/>
              <a:pathLst>
                <a:path w="1692909" h="0">
                  <a:moveTo>
                    <a:pt x="0" y="0"/>
                  </a:moveTo>
                  <a:lnTo>
                    <a:pt x="1692808" y="0"/>
                  </a:lnTo>
                </a:path>
              </a:pathLst>
            </a:custGeom>
            <a:ln w="1255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 descr=""/>
            <p:cNvSpPr/>
            <p:nvPr/>
          </p:nvSpPr>
          <p:spPr>
            <a:xfrm>
              <a:off x="5865808" y="3111052"/>
              <a:ext cx="0" cy="1632585"/>
            </a:xfrm>
            <a:custGeom>
              <a:avLst/>
              <a:gdLst/>
              <a:ahLst/>
              <a:cxnLst/>
              <a:rect l="l" t="t" r="r" b="b"/>
              <a:pathLst>
                <a:path w="0" h="1632585">
                  <a:moveTo>
                    <a:pt x="0" y="1632468"/>
                  </a:moveTo>
                  <a:lnTo>
                    <a:pt x="0" y="0"/>
                  </a:lnTo>
                </a:path>
              </a:pathLst>
            </a:custGeom>
            <a:ln w="1255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 descr=""/>
            <p:cNvSpPr/>
            <p:nvPr/>
          </p:nvSpPr>
          <p:spPr>
            <a:xfrm>
              <a:off x="7234622" y="3111052"/>
              <a:ext cx="0" cy="1632585"/>
            </a:xfrm>
            <a:custGeom>
              <a:avLst/>
              <a:gdLst/>
              <a:ahLst/>
              <a:cxnLst/>
              <a:rect l="l" t="t" r="r" b="b"/>
              <a:pathLst>
                <a:path w="0" h="1632585">
                  <a:moveTo>
                    <a:pt x="0" y="1632468"/>
                  </a:moveTo>
                  <a:lnTo>
                    <a:pt x="0" y="0"/>
                  </a:lnTo>
                </a:path>
              </a:pathLst>
            </a:custGeom>
            <a:ln w="1255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 descr=""/>
            <p:cNvSpPr/>
            <p:nvPr/>
          </p:nvSpPr>
          <p:spPr>
            <a:xfrm>
              <a:off x="5708833" y="4651851"/>
              <a:ext cx="1692910" cy="0"/>
            </a:xfrm>
            <a:custGeom>
              <a:avLst/>
              <a:gdLst/>
              <a:ahLst/>
              <a:cxnLst/>
              <a:rect l="l" t="t" r="r" b="b"/>
              <a:pathLst>
                <a:path w="1692909" h="0">
                  <a:moveTo>
                    <a:pt x="0" y="0"/>
                  </a:moveTo>
                  <a:lnTo>
                    <a:pt x="1692808" y="0"/>
                  </a:lnTo>
                </a:path>
              </a:pathLst>
            </a:custGeom>
            <a:ln w="1255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 descr=""/>
            <p:cNvSpPr/>
            <p:nvPr/>
          </p:nvSpPr>
          <p:spPr>
            <a:xfrm>
              <a:off x="5708833" y="3295646"/>
              <a:ext cx="1692910" cy="0"/>
            </a:xfrm>
            <a:custGeom>
              <a:avLst/>
              <a:gdLst/>
              <a:ahLst/>
              <a:cxnLst/>
              <a:rect l="l" t="t" r="r" b="b"/>
              <a:pathLst>
                <a:path w="1692909" h="0">
                  <a:moveTo>
                    <a:pt x="0" y="0"/>
                  </a:moveTo>
                  <a:lnTo>
                    <a:pt x="1692808" y="0"/>
                  </a:lnTo>
                </a:path>
              </a:pathLst>
            </a:custGeom>
            <a:ln w="1255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2" name="object 32" descr=""/>
            <p:cNvSpPr/>
            <p:nvPr/>
          </p:nvSpPr>
          <p:spPr>
            <a:xfrm>
              <a:off x="5689996" y="3098495"/>
              <a:ext cx="0" cy="1660525"/>
            </a:xfrm>
            <a:custGeom>
              <a:avLst/>
              <a:gdLst/>
              <a:ahLst/>
              <a:cxnLst/>
              <a:rect l="l" t="t" r="r" b="b"/>
              <a:pathLst>
                <a:path w="0" h="1660525">
                  <a:moveTo>
                    <a:pt x="0" y="1660094"/>
                  </a:moveTo>
                  <a:lnTo>
                    <a:pt x="0" y="0"/>
                  </a:lnTo>
                </a:path>
              </a:pathLst>
            </a:custGeom>
            <a:ln w="1758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3" name="object 33" descr=""/>
            <p:cNvSpPr/>
            <p:nvPr/>
          </p:nvSpPr>
          <p:spPr>
            <a:xfrm>
              <a:off x="7407921" y="3098495"/>
              <a:ext cx="0" cy="1660525"/>
            </a:xfrm>
            <a:custGeom>
              <a:avLst/>
              <a:gdLst/>
              <a:ahLst/>
              <a:cxnLst/>
              <a:rect l="l" t="t" r="r" b="b"/>
              <a:pathLst>
                <a:path w="0" h="1660525">
                  <a:moveTo>
                    <a:pt x="0" y="1660094"/>
                  </a:moveTo>
                  <a:lnTo>
                    <a:pt x="0" y="0"/>
                  </a:lnTo>
                </a:path>
              </a:pathLst>
            </a:custGeom>
            <a:ln w="1758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4" name="object 34" descr=""/>
            <p:cNvSpPr/>
            <p:nvPr/>
          </p:nvSpPr>
          <p:spPr>
            <a:xfrm>
              <a:off x="5681205" y="3107285"/>
              <a:ext cx="1736089" cy="0"/>
            </a:xfrm>
            <a:custGeom>
              <a:avLst/>
              <a:gdLst/>
              <a:ahLst/>
              <a:cxnLst/>
              <a:rect l="l" t="t" r="r" b="b"/>
              <a:pathLst>
                <a:path w="1736090" h="0">
                  <a:moveTo>
                    <a:pt x="0" y="0"/>
                  </a:moveTo>
                  <a:lnTo>
                    <a:pt x="1735505" y="0"/>
                  </a:lnTo>
                </a:path>
              </a:pathLst>
            </a:custGeom>
            <a:ln w="1758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5" name="object 35" descr=""/>
            <p:cNvSpPr/>
            <p:nvPr/>
          </p:nvSpPr>
          <p:spPr>
            <a:xfrm>
              <a:off x="5681205" y="4749799"/>
              <a:ext cx="1736089" cy="0"/>
            </a:xfrm>
            <a:custGeom>
              <a:avLst/>
              <a:gdLst/>
              <a:ahLst/>
              <a:cxnLst/>
              <a:rect l="l" t="t" r="r" b="b"/>
              <a:pathLst>
                <a:path w="1736090" h="0">
                  <a:moveTo>
                    <a:pt x="0" y="0"/>
                  </a:moveTo>
                  <a:lnTo>
                    <a:pt x="1735505" y="0"/>
                  </a:lnTo>
                </a:path>
              </a:pathLst>
            </a:custGeom>
            <a:ln w="1758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6" name="object 36" descr=""/>
            <p:cNvSpPr/>
            <p:nvPr/>
          </p:nvSpPr>
          <p:spPr>
            <a:xfrm>
              <a:off x="5820598" y="3098495"/>
              <a:ext cx="0" cy="1660525"/>
            </a:xfrm>
            <a:custGeom>
              <a:avLst/>
              <a:gdLst/>
              <a:ahLst/>
              <a:cxnLst/>
              <a:rect l="l" t="t" r="r" b="b"/>
              <a:pathLst>
                <a:path w="0" h="1660525">
                  <a:moveTo>
                    <a:pt x="0" y="1660094"/>
                  </a:moveTo>
                  <a:lnTo>
                    <a:pt x="0" y="0"/>
                  </a:lnTo>
                </a:path>
              </a:pathLst>
            </a:custGeom>
            <a:ln w="1758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7" name="object 37" descr=""/>
            <p:cNvSpPr/>
            <p:nvPr/>
          </p:nvSpPr>
          <p:spPr>
            <a:xfrm>
              <a:off x="7219552" y="3098495"/>
              <a:ext cx="0" cy="1660525"/>
            </a:xfrm>
            <a:custGeom>
              <a:avLst/>
              <a:gdLst/>
              <a:ahLst/>
              <a:cxnLst/>
              <a:rect l="l" t="t" r="r" b="b"/>
              <a:pathLst>
                <a:path w="0" h="1660525">
                  <a:moveTo>
                    <a:pt x="0" y="1660094"/>
                  </a:moveTo>
                  <a:lnTo>
                    <a:pt x="0" y="0"/>
                  </a:lnTo>
                </a:path>
              </a:pathLst>
            </a:custGeom>
            <a:ln w="1758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8" name="object 38" descr=""/>
            <p:cNvSpPr/>
            <p:nvPr/>
          </p:nvSpPr>
          <p:spPr>
            <a:xfrm>
              <a:off x="5681205" y="4687012"/>
              <a:ext cx="1736089" cy="0"/>
            </a:xfrm>
            <a:custGeom>
              <a:avLst/>
              <a:gdLst/>
              <a:ahLst/>
              <a:cxnLst/>
              <a:rect l="l" t="t" r="r" b="b"/>
              <a:pathLst>
                <a:path w="1736090" h="0">
                  <a:moveTo>
                    <a:pt x="0" y="0"/>
                  </a:moveTo>
                  <a:lnTo>
                    <a:pt x="1735505" y="0"/>
                  </a:lnTo>
                </a:path>
              </a:pathLst>
            </a:custGeom>
            <a:ln w="1758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9" name="object 39" descr=""/>
            <p:cNvSpPr/>
            <p:nvPr/>
          </p:nvSpPr>
          <p:spPr>
            <a:xfrm>
              <a:off x="5681205" y="3328296"/>
              <a:ext cx="1736089" cy="0"/>
            </a:xfrm>
            <a:custGeom>
              <a:avLst/>
              <a:gdLst/>
              <a:ahLst/>
              <a:cxnLst/>
              <a:rect l="l" t="t" r="r" b="b"/>
              <a:pathLst>
                <a:path w="1736090" h="0">
                  <a:moveTo>
                    <a:pt x="0" y="0"/>
                  </a:moveTo>
                  <a:lnTo>
                    <a:pt x="1735505" y="0"/>
                  </a:lnTo>
                </a:path>
              </a:pathLst>
            </a:custGeom>
            <a:ln w="1758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0" name="object 40" descr=""/>
            <p:cNvSpPr/>
            <p:nvPr/>
          </p:nvSpPr>
          <p:spPr>
            <a:xfrm>
              <a:off x="5667392" y="3085937"/>
              <a:ext cx="0" cy="1690370"/>
            </a:xfrm>
            <a:custGeom>
              <a:avLst/>
              <a:gdLst/>
              <a:ahLst/>
              <a:cxnLst/>
              <a:rect l="l" t="t" r="r" b="b"/>
              <a:pathLst>
                <a:path w="0" h="1690370">
                  <a:moveTo>
                    <a:pt x="0" y="1690232"/>
                  </a:moveTo>
                  <a:lnTo>
                    <a:pt x="0" y="0"/>
                  </a:lnTo>
                </a:path>
              </a:pathLst>
            </a:custGeom>
            <a:ln w="1255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1" name="object 41" descr=""/>
            <p:cNvSpPr/>
            <p:nvPr/>
          </p:nvSpPr>
          <p:spPr>
            <a:xfrm>
              <a:off x="7422990" y="3085937"/>
              <a:ext cx="0" cy="1690370"/>
            </a:xfrm>
            <a:custGeom>
              <a:avLst/>
              <a:gdLst/>
              <a:ahLst/>
              <a:cxnLst/>
              <a:rect l="l" t="t" r="r" b="b"/>
              <a:pathLst>
                <a:path w="0" h="1690370">
                  <a:moveTo>
                    <a:pt x="0" y="1690232"/>
                  </a:moveTo>
                  <a:lnTo>
                    <a:pt x="0" y="0"/>
                  </a:lnTo>
                </a:path>
              </a:pathLst>
            </a:custGeom>
            <a:ln w="1255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2" name="object 42" descr=""/>
            <p:cNvSpPr/>
            <p:nvPr/>
          </p:nvSpPr>
          <p:spPr>
            <a:xfrm>
              <a:off x="5661113" y="3092216"/>
              <a:ext cx="1768475" cy="0"/>
            </a:xfrm>
            <a:custGeom>
              <a:avLst/>
              <a:gdLst/>
              <a:ahLst/>
              <a:cxnLst/>
              <a:rect l="l" t="t" r="r" b="b"/>
              <a:pathLst>
                <a:path w="1768475" h="0">
                  <a:moveTo>
                    <a:pt x="0" y="0"/>
                  </a:moveTo>
                  <a:lnTo>
                    <a:pt x="1768155" y="0"/>
                  </a:lnTo>
                </a:path>
              </a:pathLst>
            </a:custGeom>
            <a:ln w="1255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3" name="object 43" descr=""/>
            <p:cNvSpPr/>
            <p:nvPr/>
          </p:nvSpPr>
          <p:spPr>
            <a:xfrm>
              <a:off x="5661113" y="4769891"/>
              <a:ext cx="1768475" cy="0"/>
            </a:xfrm>
            <a:custGeom>
              <a:avLst/>
              <a:gdLst/>
              <a:ahLst/>
              <a:cxnLst/>
              <a:rect l="l" t="t" r="r" b="b"/>
              <a:pathLst>
                <a:path w="1768475" h="0">
                  <a:moveTo>
                    <a:pt x="0" y="0"/>
                  </a:moveTo>
                  <a:lnTo>
                    <a:pt x="1768155" y="0"/>
                  </a:lnTo>
                </a:path>
              </a:pathLst>
            </a:custGeom>
            <a:ln w="1255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4" name="object 44" descr=""/>
            <p:cNvSpPr/>
            <p:nvPr/>
          </p:nvSpPr>
          <p:spPr>
            <a:xfrm>
              <a:off x="5818087" y="3085937"/>
              <a:ext cx="0" cy="1690370"/>
            </a:xfrm>
            <a:custGeom>
              <a:avLst/>
              <a:gdLst/>
              <a:ahLst/>
              <a:cxnLst/>
              <a:rect l="l" t="t" r="r" b="b"/>
              <a:pathLst>
                <a:path w="0" h="1690370">
                  <a:moveTo>
                    <a:pt x="0" y="1690232"/>
                  </a:moveTo>
                  <a:lnTo>
                    <a:pt x="0" y="0"/>
                  </a:lnTo>
                </a:path>
              </a:pathLst>
            </a:custGeom>
            <a:ln w="1255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5" name="object 45" descr=""/>
            <p:cNvSpPr/>
            <p:nvPr/>
          </p:nvSpPr>
          <p:spPr>
            <a:xfrm>
              <a:off x="7179366" y="3085937"/>
              <a:ext cx="0" cy="1690370"/>
            </a:xfrm>
            <a:custGeom>
              <a:avLst/>
              <a:gdLst/>
              <a:ahLst/>
              <a:cxnLst/>
              <a:rect l="l" t="t" r="r" b="b"/>
              <a:pathLst>
                <a:path w="0" h="1690370">
                  <a:moveTo>
                    <a:pt x="0" y="1690232"/>
                  </a:moveTo>
                  <a:lnTo>
                    <a:pt x="0" y="0"/>
                  </a:lnTo>
                </a:path>
              </a:pathLst>
            </a:custGeom>
            <a:ln w="1255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6" name="object 46" descr=""/>
            <p:cNvSpPr/>
            <p:nvPr/>
          </p:nvSpPr>
          <p:spPr>
            <a:xfrm>
              <a:off x="5661113" y="4687012"/>
              <a:ext cx="1768475" cy="0"/>
            </a:xfrm>
            <a:custGeom>
              <a:avLst/>
              <a:gdLst/>
              <a:ahLst/>
              <a:cxnLst/>
              <a:rect l="l" t="t" r="r" b="b"/>
              <a:pathLst>
                <a:path w="1768475" h="0">
                  <a:moveTo>
                    <a:pt x="0" y="0"/>
                  </a:moveTo>
                  <a:lnTo>
                    <a:pt x="1768155" y="0"/>
                  </a:lnTo>
                </a:path>
              </a:pathLst>
            </a:custGeom>
            <a:ln w="1255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7" name="object 47" descr=""/>
            <p:cNvSpPr/>
            <p:nvPr/>
          </p:nvSpPr>
          <p:spPr>
            <a:xfrm>
              <a:off x="5661113" y="3363457"/>
              <a:ext cx="1768475" cy="0"/>
            </a:xfrm>
            <a:custGeom>
              <a:avLst/>
              <a:gdLst/>
              <a:ahLst/>
              <a:cxnLst/>
              <a:rect l="l" t="t" r="r" b="b"/>
              <a:pathLst>
                <a:path w="1768475" h="0">
                  <a:moveTo>
                    <a:pt x="0" y="0"/>
                  </a:moveTo>
                  <a:lnTo>
                    <a:pt x="1768155" y="0"/>
                  </a:lnTo>
                </a:path>
              </a:pathLst>
            </a:custGeom>
            <a:ln w="1255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8" name="object 48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026794">
              <a:lnSpc>
                <a:spcPct val="100000"/>
              </a:lnSpc>
              <a:spcBef>
                <a:spcPts val="100"/>
              </a:spcBef>
            </a:pPr>
            <a:r>
              <a:rPr dirty="0" spc="-540"/>
              <a:t>Sleep</a:t>
            </a:r>
            <a:r>
              <a:rPr dirty="0" spc="-95"/>
              <a:t> </a:t>
            </a:r>
            <a:r>
              <a:rPr dirty="0" spc="-484"/>
              <a:t>Disturbonces</a:t>
            </a:r>
          </a:p>
        </p:txBody>
      </p:sp>
      <p:sp>
        <p:nvSpPr>
          <p:cNvPr id="49" name="object 49" descr=""/>
          <p:cNvSpPr txBox="1"/>
          <p:nvPr/>
        </p:nvSpPr>
        <p:spPr>
          <a:xfrm>
            <a:off x="3944589" y="5398610"/>
            <a:ext cx="5133340" cy="3607435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algn="ctr" marL="70485">
              <a:lnSpc>
                <a:spcPct val="100000"/>
              </a:lnSpc>
              <a:spcBef>
                <a:spcPts val="130"/>
              </a:spcBef>
            </a:pPr>
            <a:r>
              <a:rPr dirty="0" sz="2850" spc="-235">
                <a:solidFill>
                  <a:srgbClr val="803BE2"/>
                </a:solidFill>
                <a:latin typeface="Arial Black"/>
                <a:cs typeface="Arial Black"/>
              </a:rPr>
              <a:t>Blue</a:t>
            </a:r>
            <a:r>
              <a:rPr dirty="0" sz="2850" spc="-55">
                <a:solidFill>
                  <a:srgbClr val="803BE2"/>
                </a:solidFill>
                <a:latin typeface="Arial Black"/>
                <a:cs typeface="Arial Black"/>
              </a:rPr>
              <a:t> </a:t>
            </a:r>
            <a:r>
              <a:rPr dirty="0" sz="2850" spc="-240">
                <a:solidFill>
                  <a:srgbClr val="803BE2"/>
                </a:solidFill>
                <a:latin typeface="Arial Black"/>
                <a:cs typeface="Arial Black"/>
              </a:rPr>
              <a:t>Light</a:t>
            </a:r>
            <a:r>
              <a:rPr dirty="0" sz="2850" spc="50">
                <a:solidFill>
                  <a:srgbClr val="803BE2"/>
                </a:solidFill>
                <a:latin typeface="Arial Black"/>
                <a:cs typeface="Arial Black"/>
              </a:rPr>
              <a:t> </a:t>
            </a:r>
            <a:r>
              <a:rPr dirty="0" sz="2850" spc="-290">
                <a:solidFill>
                  <a:srgbClr val="803BE2"/>
                </a:solidFill>
                <a:latin typeface="Arial Black"/>
                <a:cs typeface="Arial Black"/>
              </a:rPr>
              <a:t>Exposure</a:t>
            </a:r>
            <a:endParaRPr sz="2850">
              <a:latin typeface="Arial Black"/>
              <a:cs typeface="Arial Black"/>
            </a:endParaRPr>
          </a:p>
          <a:p>
            <a:pPr algn="ctr" marL="12065" marR="5080">
              <a:lnSpc>
                <a:spcPct val="115599"/>
              </a:lnSpc>
              <a:spcBef>
                <a:spcPts val="3965"/>
              </a:spcBef>
            </a:pPr>
            <a:r>
              <a:rPr dirty="0" sz="2450" spc="-120">
                <a:solidFill>
                  <a:srgbClr val="3F3F3F"/>
                </a:solidFill>
                <a:latin typeface="Lucida Sans Unicode"/>
                <a:cs typeface="Lucida Sans Unicode"/>
              </a:rPr>
              <a:t>Exposure</a:t>
            </a:r>
            <a:r>
              <a:rPr dirty="0" sz="2450" spc="-5">
                <a:solidFill>
                  <a:srgbClr val="3F3F3F"/>
                </a:solidFill>
                <a:latin typeface="Lucida Sans Unicode"/>
                <a:cs typeface="Lucida Sans Unicode"/>
              </a:rPr>
              <a:t> </a:t>
            </a:r>
            <a:r>
              <a:rPr dirty="0" sz="2450" spc="-60">
                <a:solidFill>
                  <a:srgbClr val="3F3F3F"/>
                </a:solidFill>
                <a:latin typeface="Lucida Sans Unicode"/>
                <a:cs typeface="Lucida Sans Unicode"/>
              </a:rPr>
              <a:t>to</a:t>
            </a:r>
            <a:r>
              <a:rPr dirty="0" sz="2450" spc="-185">
                <a:solidFill>
                  <a:srgbClr val="3F3F3F"/>
                </a:solidFill>
                <a:latin typeface="Lucida Sans Unicode"/>
                <a:cs typeface="Lucida Sans Unicode"/>
              </a:rPr>
              <a:t> </a:t>
            </a:r>
            <a:r>
              <a:rPr dirty="0" sz="2450" spc="-35">
                <a:solidFill>
                  <a:srgbClr val="3F3F3F"/>
                </a:solidFill>
                <a:latin typeface="Lucida Sans Unicode"/>
                <a:cs typeface="Lucida Sans Unicode"/>
              </a:rPr>
              <a:t>blue</a:t>
            </a:r>
            <a:r>
              <a:rPr dirty="0" sz="2450" spc="-190">
                <a:solidFill>
                  <a:srgbClr val="3F3F3F"/>
                </a:solidFill>
                <a:latin typeface="Lucida Sans Unicode"/>
                <a:cs typeface="Lucida Sans Unicode"/>
              </a:rPr>
              <a:t> </a:t>
            </a:r>
            <a:r>
              <a:rPr dirty="0" sz="2450" spc="-85">
                <a:solidFill>
                  <a:srgbClr val="3F3F3F"/>
                </a:solidFill>
                <a:latin typeface="Lucida Sans Unicode"/>
                <a:cs typeface="Lucida Sans Unicode"/>
              </a:rPr>
              <a:t>light</a:t>
            </a:r>
            <a:r>
              <a:rPr dirty="0" sz="2450" spc="-90">
                <a:solidFill>
                  <a:srgbClr val="3F3F3F"/>
                </a:solidFill>
                <a:latin typeface="Lucida Sans Unicode"/>
                <a:cs typeface="Lucida Sans Unicode"/>
              </a:rPr>
              <a:t> </a:t>
            </a:r>
            <a:r>
              <a:rPr dirty="0" sz="2450" spc="-80">
                <a:solidFill>
                  <a:srgbClr val="3F3F3F"/>
                </a:solidFill>
                <a:latin typeface="Lucida Sans Unicode"/>
                <a:cs typeface="Lucida Sans Unicode"/>
              </a:rPr>
              <a:t>from</a:t>
            </a:r>
            <a:r>
              <a:rPr dirty="0" sz="2450" spc="-85">
                <a:solidFill>
                  <a:srgbClr val="3F3F3F"/>
                </a:solidFill>
                <a:latin typeface="Lucida Sans Unicode"/>
                <a:cs typeface="Lucida Sans Unicode"/>
              </a:rPr>
              <a:t> </a:t>
            </a:r>
            <a:r>
              <a:rPr dirty="0" sz="2450" spc="-10">
                <a:solidFill>
                  <a:srgbClr val="3F3F3F"/>
                </a:solidFill>
                <a:latin typeface="Lucida Sans Unicode"/>
                <a:cs typeface="Lucida Sans Unicode"/>
              </a:rPr>
              <a:t>screens </a:t>
            </a:r>
            <a:r>
              <a:rPr dirty="0" sz="2450" spc="-80">
                <a:solidFill>
                  <a:srgbClr val="3F3F3F"/>
                </a:solidFill>
                <a:latin typeface="Lucida Sans Unicode"/>
                <a:cs typeface="Lucida Sans Unicode"/>
              </a:rPr>
              <a:t>disrupts</a:t>
            </a:r>
            <a:r>
              <a:rPr dirty="0" sz="2450" spc="-114">
                <a:solidFill>
                  <a:srgbClr val="3F3F3F"/>
                </a:solidFill>
                <a:latin typeface="Lucida Sans Unicode"/>
                <a:cs typeface="Lucida Sans Unicode"/>
              </a:rPr>
              <a:t> </a:t>
            </a:r>
            <a:r>
              <a:rPr dirty="0" sz="2450" spc="-25">
                <a:solidFill>
                  <a:srgbClr val="3F3F3F"/>
                </a:solidFill>
                <a:latin typeface="Lucida Sans Unicode"/>
                <a:cs typeface="Lucida Sans Unicode"/>
              </a:rPr>
              <a:t>the</a:t>
            </a:r>
            <a:r>
              <a:rPr dirty="0" sz="2450" spc="-200">
                <a:solidFill>
                  <a:srgbClr val="3F3F3F"/>
                </a:solidFill>
                <a:latin typeface="Lucida Sans Unicode"/>
                <a:cs typeface="Lucida Sans Unicode"/>
              </a:rPr>
              <a:t> </a:t>
            </a:r>
            <a:r>
              <a:rPr dirty="0" sz="2450" spc="-55">
                <a:solidFill>
                  <a:srgbClr val="3F3F3F"/>
                </a:solidFill>
                <a:latin typeface="Lucida Sans Unicode"/>
                <a:cs typeface="Lucida Sans Unicode"/>
              </a:rPr>
              <a:t>production</a:t>
            </a:r>
            <a:r>
              <a:rPr dirty="0" sz="2450" spc="-35">
                <a:solidFill>
                  <a:srgbClr val="3F3F3F"/>
                </a:solidFill>
                <a:latin typeface="Lucida Sans Unicode"/>
                <a:cs typeface="Lucida Sans Unicode"/>
              </a:rPr>
              <a:t> </a:t>
            </a:r>
            <a:r>
              <a:rPr dirty="0" sz="2450" spc="-25">
                <a:solidFill>
                  <a:srgbClr val="3F3F3F"/>
                </a:solidFill>
                <a:latin typeface="Lucida Sans Unicode"/>
                <a:cs typeface="Lucida Sans Unicode"/>
              </a:rPr>
              <a:t>of </a:t>
            </a:r>
            <a:r>
              <a:rPr dirty="0" sz="2500" spc="-114">
                <a:solidFill>
                  <a:srgbClr val="3F3F3F"/>
                </a:solidFill>
                <a:latin typeface="Lucida Sans Unicode"/>
                <a:cs typeface="Lucida Sans Unicode"/>
              </a:rPr>
              <a:t>melotonin,</a:t>
            </a:r>
            <a:r>
              <a:rPr dirty="0" sz="2500" spc="-95">
                <a:solidFill>
                  <a:srgbClr val="3F3F3F"/>
                </a:solidFill>
                <a:latin typeface="Lucida Sans Unicode"/>
                <a:cs typeface="Lucida Sans Unicode"/>
              </a:rPr>
              <a:t> </a:t>
            </a:r>
            <a:r>
              <a:rPr dirty="0" sz="2500" spc="-55">
                <a:solidFill>
                  <a:srgbClr val="3F3F3F"/>
                </a:solidFill>
                <a:latin typeface="Lucida Sans Unicode"/>
                <a:cs typeface="Lucida Sans Unicode"/>
              </a:rPr>
              <a:t>creoting</a:t>
            </a:r>
            <a:r>
              <a:rPr dirty="0" sz="2500" spc="-30">
                <a:solidFill>
                  <a:srgbClr val="3F3F3F"/>
                </a:solidFill>
                <a:latin typeface="Lucida Sans Unicode"/>
                <a:cs typeface="Lucida Sans Unicode"/>
              </a:rPr>
              <a:t> </a:t>
            </a:r>
            <a:r>
              <a:rPr dirty="0" sz="2500" spc="-114">
                <a:solidFill>
                  <a:srgbClr val="3F3F3F"/>
                </a:solidFill>
                <a:latin typeface="Lucida Sans Unicode"/>
                <a:cs typeface="Lucida Sans Unicode"/>
              </a:rPr>
              <a:t>difficulties</a:t>
            </a:r>
            <a:r>
              <a:rPr dirty="0" sz="2500" spc="-50">
                <a:solidFill>
                  <a:srgbClr val="3F3F3F"/>
                </a:solidFill>
                <a:latin typeface="Lucida Sans Unicode"/>
                <a:cs typeface="Lucida Sans Unicode"/>
              </a:rPr>
              <a:t> </a:t>
            </a:r>
            <a:r>
              <a:rPr dirty="0" sz="2500" spc="-25">
                <a:solidFill>
                  <a:srgbClr val="3F3F3F"/>
                </a:solidFill>
                <a:latin typeface="Lucida Sans Unicode"/>
                <a:cs typeface="Lucida Sans Unicode"/>
              </a:rPr>
              <a:t>in </a:t>
            </a:r>
            <a:r>
              <a:rPr dirty="0" sz="2550" spc="-135">
                <a:solidFill>
                  <a:srgbClr val="3F3F3F"/>
                </a:solidFill>
                <a:latin typeface="Lucida Sans Unicode"/>
                <a:cs typeface="Lucida Sans Unicode"/>
              </a:rPr>
              <a:t>folling</a:t>
            </a:r>
            <a:r>
              <a:rPr dirty="0" sz="2550" spc="-80">
                <a:solidFill>
                  <a:srgbClr val="3F3F3F"/>
                </a:solidFill>
                <a:latin typeface="Lucida Sans Unicode"/>
                <a:cs typeface="Lucida Sans Unicode"/>
              </a:rPr>
              <a:t> </a:t>
            </a:r>
            <a:r>
              <a:rPr dirty="0" sz="2550" spc="-70">
                <a:solidFill>
                  <a:srgbClr val="3F3F3F"/>
                </a:solidFill>
                <a:latin typeface="Lucida Sans Unicode"/>
                <a:cs typeface="Lucida Sans Unicode"/>
              </a:rPr>
              <a:t>osleep</a:t>
            </a:r>
            <a:r>
              <a:rPr dirty="0" sz="2550" spc="-135">
                <a:solidFill>
                  <a:srgbClr val="3F3F3F"/>
                </a:solidFill>
                <a:latin typeface="Lucida Sans Unicode"/>
                <a:cs typeface="Lucida Sans Unicode"/>
              </a:rPr>
              <a:t> </a:t>
            </a:r>
            <a:r>
              <a:rPr dirty="0" sz="2550" spc="-55">
                <a:solidFill>
                  <a:srgbClr val="3F3F3F"/>
                </a:solidFill>
                <a:latin typeface="Lucida Sans Unicode"/>
                <a:cs typeface="Lucida Sans Unicode"/>
              </a:rPr>
              <a:t>ond</a:t>
            </a:r>
            <a:r>
              <a:rPr dirty="0" sz="2550" spc="-195">
                <a:solidFill>
                  <a:srgbClr val="3F3F3F"/>
                </a:solidFill>
                <a:latin typeface="Lucida Sans Unicode"/>
                <a:cs typeface="Lucida Sans Unicode"/>
              </a:rPr>
              <a:t> </a:t>
            </a:r>
            <a:r>
              <a:rPr dirty="0" sz="2550" spc="-90">
                <a:solidFill>
                  <a:srgbClr val="3F3F3F"/>
                </a:solidFill>
                <a:latin typeface="Lucida Sans Unicode"/>
                <a:cs typeface="Lucida Sans Unicode"/>
              </a:rPr>
              <a:t>reducing</a:t>
            </a:r>
            <a:r>
              <a:rPr dirty="0" sz="2550" spc="-5">
                <a:solidFill>
                  <a:srgbClr val="3F3F3F"/>
                </a:solidFill>
                <a:latin typeface="Lucida Sans Unicode"/>
                <a:cs typeface="Lucida Sans Unicode"/>
              </a:rPr>
              <a:t> </a:t>
            </a:r>
            <a:r>
              <a:rPr dirty="0" sz="2550" spc="-25">
                <a:solidFill>
                  <a:srgbClr val="3F3F3F"/>
                </a:solidFill>
                <a:latin typeface="Lucida Sans Unicode"/>
                <a:cs typeface="Lucida Sans Unicode"/>
              </a:rPr>
              <a:t>the </a:t>
            </a:r>
            <a:r>
              <a:rPr dirty="0" sz="2500" spc="-65">
                <a:solidFill>
                  <a:srgbClr val="3F3F3F"/>
                </a:solidFill>
                <a:latin typeface="Lucida Sans Unicode"/>
                <a:cs typeface="Lucida Sans Unicode"/>
              </a:rPr>
              <a:t>quality</a:t>
            </a:r>
            <a:r>
              <a:rPr dirty="0" sz="2500" spc="-135">
                <a:solidFill>
                  <a:srgbClr val="3F3F3F"/>
                </a:solidFill>
                <a:latin typeface="Lucida Sans Unicode"/>
                <a:cs typeface="Lucida Sans Unicode"/>
              </a:rPr>
              <a:t> </a:t>
            </a:r>
            <a:r>
              <a:rPr dirty="0" sz="2500" spc="-190">
                <a:solidFill>
                  <a:srgbClr val="3F3F3F"/>
                </a:solidFill>
                <a:latin typeface="Lucida Sans Unicode"/>
                <a:cs typeface="Lucida Sans Unicode"/>
              </a:rPr>
              <a:t>of</a:t>
            </a:r>
            <a:r>
              <a:rPr dirty="0" sz="2500" spc="-35">
                <a:solidFill>
                  <a:srgbClr val="3F3F3F"/>
                </a:solidFill>
                <a:latin typeface="Lucida Sans Unicode"/>
                <a:cs typeface="Lucida Sans Unicode"/>
              </a:rPr>
              <a:t> </a:t>
            </a:r>
            <a:r>
              <a:rPr dirty="0" sz="2500" spc="-95">
                <a:solidFill>
                  <a:srgbClr val="3F3F3F"/>
                </a:solidFill>
                <a:latin typeface="Lucida Sans Unicode"/>
                <a:cs typeface="Lucida Sans Unicode"/>
              </a:rPr>
              <a:t>sleep,</a:t>
            </a:r>
            <a:r>
              <a:rPr dirty="0" sz="2500" spc="-185">
                <a:solidFill>
                  <a:srgbClr val="3F3F3F"/>
                </a:solidFill>
                <a:latin typeface="Lucida Sans Unicode"/>
                <a:cs typeface="Lucida Sans Unicode"/>
              </a:rPr>
              <a:t> </a:t>
            </a:r>
            <a:r>
              <a:rPr dirty="0" sz="2500" spc="-65">
                <a:solidFill>
                  <a:srgbClr val="3F3F3F"/>
                </a:solidFill>
                <a:latin typeface="Lucida Sans Unicode"/>
                <a:cs typeface="Lucida Sans Unicode"/>
              </a:rPr>
              <a:t>leoding</a:t>
            </a:r>
            <a:r>
              <a:rPr dirty="0" sz="2500" spc="-15">
                <a:solidFill>
                  <a:srgbClr val="3F3F3F"/>
                </a:solidFill>
                <a:latin typeface="Lucida Sans Unicode"/>
                <a:cs typeface="Lucida Sans Unicode"/>
              </a:rPr>
              <a:t> </a:t>
            </a:r>
            <a:r>
              <a:rPr dirty="0" sz="2500" spc="-95">
                <a:solidFill>
                  <a:srgbClr val="3F3F3F"/>
                </a:solidFill>
                <a:latin typeface="Lucida Sans Unicode"/>
                <a:cs typeface="Lucida Sans Unicode"/>
              </a:rPr>
              <a:t>to</a:t>
            </a:r>
            <a:r>
              <a:rPr dirty="0" sz="2500" spc="-135">
                <a:solidFill>
                  <a:srgbClr val="3F3F3F"/>
                </a:solidFill>
                <a:latin typeface="Lucida Sans Unicode"/>
                <a:cs typeface="Lucida Sans Unicode"/>
              </a:rPr>
              <a:t> </a:t>
            </a:r>
            <a:r>
              <a:rPr dirty="0" sz="2500" spc="-10">
                <a:solidFill>
                  <a:srgbClr val="3F3F3F"/>
                </a:solidFill>
                <a:latin typeface="Lucida Sans Unicode"/>
                <a:cs typeface="Lucida Sans Unicode"/>
              </a:rPr>
              <a:t>overoll </a:t>
            </a:r>
            <a:r>
              <a:rPr dirty="0" sz="2550" spc="-25">
                <a:solidFill>
                  <a:srgbClr val="3F3F3F"/>
                </a:solidFill>
                <a:latin typeface="Lucida Sans Unicode"/>
                <a:cs typeface="Lucida Sans Unicode"/>
              </a:rPr>
              <a:t>fotigue.</a:t>
            </a:r>
            <a:endParaRPr sz="2550">
              <a:latin typeface="Lucida Sans Unicode"/>
              <a:cs typeface="Lucida Sans Unicode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1706"/>
            <a:ext cx="20104100" cy="11306849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477666" y="3758719"/>
            <a:ext cx="9616440" cy="2004695"/>
          </a:xfrm>
          <a:prstGeom prst="rect"/>
        </p:spPr>
        <p:txBody>
          <a:bodyPr wrap="square" lIns="0" tIns="13970" rIns="0" bIns="0" rtlCol="0" vert="horz">
            <a:spAutoFit/>
          </a:bodyPr>
          <a:lstStyle/>
          <a:p>
            <a:pPr algn="ctr">
              <a:lnSpc>
                <a:spcPts val="7725"/>
              </a:lnSpc>
              <a:spcBef>
                <a:spcPts val="110"/>
              </a:spcBef>
              <a:tabLst>
                <a:tab pos="8523605" algn="l"/>
              </a:tabLst>
            </a:pPr>
            <a:r>
              <a:rPr dirty="0" sz="6600" spc="-645">
                <a:solidFill>
                  <a:srgbClr val="000000"/>
                </a:solidFill>
              </a:rPr>
              <a:t>Solutions</a:t>
            </a:r>
            <a:r>
              <a:rPr dirty="0" sz="6600" spc="200">
                <a:solidFill>
                  <a:srgbClr val="000000"/>
                </a:solidFill>
              </a:rPr>
              <a:t> </a:t>
            </a:r>
            <a:r>
              <a:rPr dirty="0" sz="6600" spc="-450">
                <a:solidFill>
                  <a:srgbClr val="000000"/>
                </a:solidFill>
              </a:rPr>
              <a:t>ond</a:t>
            </a:r>
            <a:r>
              <a:rPr dirty="0" sz="6600" spc="-10">
                <a:solidFill>
                  <a:srgbClr val="000000"/>
                </a:solidFill>
              </a:rPr>
              <a:t> </a:t>
            </a:r>
            <a:r>
              <a:rPr dirty="0" sz="6600" spc="-730">
                <a:solidFill>
                  <a:srgbClr val="000000"/>
                </a:solidFill>
              </a:rPr>
              <a:t>Strote</a:t>
            </a:r>
            <a:r>
              <a:rPr dirty="0" sz="6600">
                <a:solidFill>
                  <a:srgbClr val="000000"/>
                </a:solidFill>
              </a:rPr>
              <a:t>	</a:t>
            </a:r>
            <a:r>
              <a:rPr dirty="0" sz="6600" spc="-775">
                <a:solidFill>
                  <a:srgbClr val="000000"/>
                </a:solidFill>
              </a:rPr>
              <a:t>ies</a:t>
            </a:r>
            <a:endParaRPr sz="6600"/>
          </a:p>
          <a:p>
            <a:pPr algn="ctr" marL="452120">
              <a:lnSpc>
                <a:spcPts val="7845"/>
              </a:lnSpc>
              <a:tabLst>
                <a:tab pos="3735704" algn="l"/>
              </a:tabLst>
            </a:pPr>
            <a:r>
              <a:rPr dirty="0" sz="6700" spc="-745">
                <a:solidFill>
                  <a:srgbClr val="000000"/>
                </a:solidFill>
              </a:rPr>
              <a:t>Heolth</a:t>
            </a:r>
            <a:r>
              <a:rPr dirty="0" sz="6700">
                <a:solidFill>
                  <a:srgbClr val="000000"/>
                </a:solidFill>
              </a:rPr>
              <a:t>	</a:t>
            </a:r>
            <a:r>
              <a:rPr dirty="0" sz="6700" spc="-1120">
                <a:solidFill>
                  <a:srgbClr val="000000"/>
                </a:solidFill>
              </a:rPr>
              <a:t>Uso</a:t>
            </a:r>
            <a:endParaRPr sz="67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204038" y="5223573"/>
            <a:ext cx="1930435" cy="372128"/>
          </a:xfrm>
          <a:prstGeom prst="rect">
            <a:avLst/>
          </a:prstGeom>
        </p:spPr>
      </p:pic>
      <p:pic>
        <p:nvPicPr>
          <p:cNvPr id="3" name="object 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509255" y="3548997"/>
            <a:ext cx="737701" cy="737364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5932980" y="3548997"/>
            <a:ext cx="675652" cy="737364"/>
          </a:xfrm>
          <a:prstGeom prst="rect">
            <a:avLst/>
          </a:prstGeom>
        </p:spPr>
      </p:pic>
      <p:pic>
        <p:nvPicPr>
          <p:cNvPr id="5" name="object 5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58385" y="2735829"/>
            <a:ext cx="737701" cy="737364"/>
          </a:xfrm>
          <a:prstGeom prst="rect">
            <a:avLst/>
          </a:prstGeom>
        </p:spPr>
      </p:pic>
      <p:pic>
        <p:nvPicPr>
          <p:cNvPr id="6" name="object 6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3175222" y="2735829"/>
            <a:ext cx="737701" cy="737364"/>
          </a:xfrm>
          <a:prstGeom prst="rect">
            <a:avLst/>
          </a:prstGeom>
        </p:spPr>
      </p:pic>
      <p:pic>
        <p:nvPicPr>
          <p:cNvPr id="7" name="object 7" descr="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99937" y="744260"/>
            <a:ext cx="710124" cy="516844"/>
          </a:xfrm>
          <a:prstGeom prst="rect">
            <a:avLst/>
          </a:prstGeom>
        </p:spPr>
      </p:pic>
      <p:pic>
        <p:nvPicPr>
          <p:cNvPr id="8" name="object 8" descr="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5384534" y="854515"/>
            <a:ext cx="365403" cy="358345"/>
          </a:xfrm>
          <a:prstGeom prst="rect">
            <a:avLst/>
          </a:prstGeom>
        </p:spPr>
      </p:pic>
      <p:grpSp>
        <p:nvGrpSpPr>
          <p:cNvPr id="9" name="object 9" descr=""/>
          <p:cNvGrpSpPr/>
          <p:nvPr/>
        </p:nvGrpSpPr>
        <p:grpSpPr>
          <a:xfrm>
            <a:off x="5825777" y="751149"/>
            <a:ext cx="751840" cy="462280"/>
            <a:chOff x="5825777" y="751149"/>
            <a:chExt cx="751840" cy="462280"/>
          </a:xfrm>
        </p:grpSpPr>
        <p:pic>
          <p:nvPicPr>
            <p:cNvPr id="10" name="object 10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825777" y="854515"/>
              <a:ext cx="344720" cy="351454"/>
            </a:xfrm>
            <a:prstGeom prst="rect">
              <a:avLst/>
            </a:prstGeom>
          </p:spPr>
        </p:pic>
        <p:pic>
          <p:nvPicPr>
            <p:cNvPr id="11" name="object 11" descr="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6211864" y="751149"/>
              <a:ext cx="365403" cy="461714"/>
            </a:xfrm>
            <a:prstGeom prst="rect">
              <a:avLst/>
            </a:prstGeom>
          </p:spPr>
        </p:pic>
      </p:grpSp>
      <p:sp>
        <p:nvSpPr>
          <p:cNvPr id="12" name="object 12" descr=""/>
          <p:cNvSpPr/>
          <p:nvPr/>
        </p:nvSpPr>
        <p:spPr>
          <a:xfrm>
            <a:off x="17897895" y="7131304"/>
            <a:ext cx="120014" cy="0"/>
          </a:xfrm>
          <a:custGeom>
            <a:avLst/>
            <a:gdLst/>
            <a:ahLst/>
            <a:cxnLst/>
            <a:rect l="l" t="t" r="r" b="b"/>
            <a:pathLst>
              <a:path w="120015" h="0">
                <a:moveTo>
                  <a:pt x="0" y="0"/>
                </a:moveTo>
                <a:lnTo>
                  <a:pt x="119503" y="0"/>
                </a:lnTo>
              </a:path>
            </a:pathLst>
          </a:custGeom>
          <a:ln w="16079">
            <a:solidFill>
              <a:srgbClr val="0C0C0C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13" name="object 13" descr=""/>
          <p:cNvGrpSpPr/>
          <p:nvPr/>
        </p:nvGrpSpPr>
        <p:grpSpPr>
          <a:xfrm>
            <a:off x="17897895" y="7006113"/>
            <a:ext cx="120014" cy="133350"/>
            <a:chOff x="17897895" y="7006113"/>
            <a:chExt cx="120014" cy="133350"/>
          </a:xfrm>
        </p:grpSpPr>
        <p:sp>
          <p:nvSpPr>
            <p:cNvPr id="14" name="object 14" descr=""/>
            <p:cNvSpPr/>
            <p:nvPr/>
          </p:nvSpPr>
          <p:spPr>
            <a:xfrm>
              <a:off x="17897895" y="7006113"/>
              <a:ext cx="120014" cy="133350"/>
            </a:xfrm>
            <a:custGeom>
              <a:avLst/>
              <a:gdLst/>
              <a:ahLst/>
              <a:cxnLst/>
              <a:rect l="l" t="t" r="r" b="b"/>
              <a:pathLst>
                <a:path w="120015" h="133350">
                  <a:moveTo>
                    <a:pt x="0" y="8039"/>
                  </a:moveTo>
                  <a:lnTo>
                    <a:pt x="119503" y="8039"/>
                  </a:lnTo>
                </a:path>
                <a:path w="120015" h="133350">
                  <a:moveTo>
                    <a:pt x="8043" y="133231"/>
                  </a:moveTo>
                  <a:lnTo>
                    <a:pt x="8043" y="0"/>
                  </a:lnTo>
                </a:path>
              </a:pathLst>
            </a:custGeom>
            <a:ln w="16083">
              <a:solidFill>
                <a:srgbClr val="0C0C0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 descr=""/>
            <p:cNvSpPr/>
            <p:nvPr/>
          </p:nvSpPr>
          <p:spPr>
            <a:xfrm>
              <a:off x="18009349" y="7006113"/>
              <a:ext cx="0" cy="133350"/>
            </a:xfrm>
            <a:custGeom>
              <a:avLst/>
              <a:gdLst/>
              <a:ahLst/>
              <a:cxnLst/>
              <a:rect l="l" t="t" r="r" b="b"/>
              <a:pathLst>
                <a:path w="0" h="133350">
                  <a:moveTo>
                    <a:pt x="0" y="133231"/>
                  </a:moveTo>
                  <a:lnTo>
                    <a:pt x="0" y="0"/>
                  </a:lnTo>
                </a:path>
              </a:pathLst>
            </a:custGeom>
            <a:ln w="16086">
              <a:solidFill>
                <a:srgbClr val="0C0C0C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6" name="object 16"/>
          <p:cNvSpPr txBox="1">
            <a:spLocks noGrp="1"/>
          </p:cNvSpPr>
          <p:nvPr>
            <p:ph type="title"/>
          </p:nvPr>
        </p:nvSpPr>
        <p:spPr>
          <a:xfrm>
            <a:off x="1158377" y="540323"/>
            <a:ext cx="4006215" cy="800735"/>
          </a:xfrm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5050" spc="-310"/>
              <a:t>Digitol</a:t>
            </a:r>
            <a:r>
              <a:rPr dirty="0" sz="5050" spc="160"/>
              <a:t> </a:t>
            </a:r>
            <a:r>
              <a:rPr dirty="0" sz="5050" spc="-570"/>
              <a:t>Detox</a:t>
            </a:r>
            <a:endParaRPr sz="5050"/>
          </a:p>
        </p:txBody>
      </p:sp>
      <p:sp>
        <p:nvSpPr>
          <p:cNvPr id="17" name="object 17" descr=""/>
          <p:cNvSpPr txBox="1"/>
          <p:nvPr/>
        </p:nvSpPr>
        <p:spPr>
          <a:xfrm>
            <a:off x="6777247" y="540323"/>
            <a:ext cx="5912485" cy="80073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5050" spc="-455">
                <a:solidFill>
                  <a:srgbClr val="262626"/>
                </a:solidFill>
                <a:latin typeface="Arial Black"/>
                <a:cs typeface="Arial Black"/>
              </a:rPr>
              <a:t>Time</a:t>
            </a:r>
            <a:r>
              <a:rPr dirty="0" sz="5050" spc="-10">
                <a:solidFill>
                  <a:srgbClr val="262626"/>
                </a:solidFill>
                <a:latin typeface="Arial Black"/>
                <a:cs typeface="Arial Black"/>
              </a:rPr>
              <a:t> </a:t>
            </a:r>
            <a:r>
              <a:rPr dirty="0" sz="5050" spc="-340">
                <a:solidFill>
                  <a:srgbClr val="262626"/>
                </a:solidFill>
                <a:latin typeface="Arial Black"/>
                <a:cs typeface="Arial Black"/>
              </a:rPr>
              <a:t>Monogement</a:t>
            </a:r>
            <a:endParaRPr sz="5050">
              <a:latin typeface="Arial Black"/>
              <a:cs typeface="Arial Black"/>
            </a:endParaRPr>
          </a:p>
        </p:txBody>
      </p:sp>
      <p:sp>
        <p:nvSpPr>
          <p:cNvPr id="18" name="object 18" descr=""/>
          <p:cNvSpPr txBox="1"/>
          <p:nvPr/>
        </p:nvSpPr>
        <p:spPr>
          <a:xfrm>
            <a:off x="1496691" y="4865747"/>
            <a:ext cx="4683760" cy="2721610"/>
          </a:xfrm>
          <a:prstGeom prst="rect">
            <a:avLst/>
          </a:prstGeom>
        </p:spPr>
        <p:txBody>
          <a:bodyPr wrap="square" lIns="0" tIns="261620" rIns="0" bIns="0" rtlCol="0" vert="horz">
            <a:spAutoFit/>
          </a:bodyPr>
          <a:lstStyle/>
          <a:p>
            <a:pPr algn="ctr" marL="60325">
              <a:lnSpc>
                <a:spcPct val="100000"/>
              </a:lnSpc>
              <a:spcBef>
                <a:spcPts val="2060"/>
              </a:spcBef>
            </a:pPr>
            <a:r>
              <a:rPr dirty="0" sz="2900" spc="-210">
                <a:latin typeface="Arial Black"/>
                <a:cs typeface="Arial Black"/>
              </a:rPr>
              <a:t>Scheduled</a:t>
            </a:r>
            <a:r>
              <a:rPr dirty="0" sz="2900" spc="-10">
                <a:latin typeface="Arial Black"/>
                <a:cs typeface="Arial Black"/>
              </a:rPr>
              <a:t> </a:t>
            </a:r>
            <a:r>
              <a:rPr dirty="0" sz="2900" spc="-295">
                <a:latin typeface="Arial Black"/>
                <a:cs typeface="Arial Black"/>
              </a:rPr>
              <a:t>Breaks</a:t>
            </a:r>
            <a:endParaRPr sz="2900">
              <a:latin typeface="Arial Black"/>
              <a:cs typeface="Arial Black"/>
            </a:endParaRPr>
          </a:p>
          <a:p>
            <a:pPr algn="ctr" marL="12700" marR="5080" indent="8255">
              <a:lnSpc>
                <a:spcPct val="119900"/>
              </a:lnSpc>
              <a:spcBef>
                <a:spcPts val="894"/>
              </a:spcBef>
            </a:pPr>
            <a:r>
              <a:rPr dirty="0" sz="2050" spc="-30">
                <a:latin typeface="Lucida Sans Unicode"/>
                <a:cs typeface="Lucida Sans Unicode"/>
              </a:rPr>
              <a:t>Incorporating</a:t>
            </a:r>
            <a:r>
              <a:rPr dirty="0" sz="2050" spc="-10">
                <a:latin typeface="Lucida Sans Unicode"/>
                <a:cs typeface="Lucida Sans Unicode"/>
              </a:rPr>
              <a:t> </a:t>
            </a:r>
            <a:r>
              <a:rPr dirty="0" sz="2050">
                <a:latin typeface="Lucida Sans Unicode"/>
                <a:cs typeface="Lucida Sans Unicode"/>
              </a:rPr>
              <a:t>scheduled</a:t>
            </a:r>
            <a:r>
              <a:rPr dirty="0" sz="2050" spc="-90">
                <a:latin typeface="Lucida Sans Unicode"/>
                <a:cs typeface="Lucida Sans Unicode"/>
              </a:rPr>
              <a:t> </a:t>
            </a:r>
            <a:r>
              <a:rPr dirty="0" sz="2050">
                <a:latin typeface="Lucida Sans Unicode"/>
                <a:cs typeface="Lucida Sans Unicode"/>
              </a:rPr>
              <a:t>breaks</a:t>
            </a:r>
            <a:r>
              <a:rPr dirty="0" sz="2050" spc="-160">
                <a:latin typeface="Lucida Sans Unicode"/>
                <a:cs typeface="Lucida Sans Unicode"/>
              </a:rPr>
              <a:t> </a:t>
            </a:r>
            <a:r>
              <a:rPr dirty="0" sz="2050" spc="25">
                <a:latin typeface="Lucida Sans Unicode"/>
                <a:cs typeface="Lucida Sans Unicode"/>
              </a:rPr>
              <a:t>con </a:t>
            </a:r>
            <a:r>
              <a:rPr dirty="0" sz="2100" spc="-30">
                <a:latin typeface="Lucida Sans Unicode"/>
                <a:cs typeface="Lucida Sans Unicode"/>
              </a:rPr>
              <a:t>prevent</a:t>
            </a:r>
            <a:r>
              <a:rPr dirty="0" sz="2100" spc="-85">
                <a:latin typeface="Lucida Sans Unicode"/>
                <a:cs typeface="Lucida Sans Unicode"/>
              </a:rPr>
              <a:t> </a:t>
            </a:r>
            <a:r>
              <a:rPr dirty="0" sz="2100" spc="-60">
                <a:latin typeface="Lucida Sans Unicode"/>
                <a:cs typeface="Lucida Sans Unicode"/>
              </a:rPr>
              <a:t>digital</a:t>
            </a:r>
            <a:r>
              <a:rPr dirty="0" sz="2100" spc="-75">
                <a:latin typeface="Lucida Sans Unicode"/>
                <a:cs typeface="Lucida Sans Unicode"/>
              </a:rPr>
              <a:t> </a:t>
            </a:r>
            <a:r>
              <a:rPr dirty="0" sz="2100" spc="-70">
                <a:latin typeface="Lucida Sans Unicode"/>
                <a:cs typeface="Lucida Sans Unicode"/>
              </a:rPr>
              <a:t>fatigue.</a:t>
            </a:r>
            <a:r>
              <a:rPr dirty="0" sz="2100" spc="-100">
                <a:latin typeface="Lucida Sans Unicode"/>
                <a:cs typeface="Lucida Sans Unicode"/>
              </a:rPr>
              <a:t> </a:t>
            </a:r>
            <a:r>
              <a:rPr dirty="0" sz="2100" spc="-10">
                <a:latin typeface="Lucida Sans Unicode"/>
                <a:cs typeface="Lucida Sans Unicode"/>
              </a:rPr>
              <a:t>Encourage </a:t>
            </a:r>
            <a:r>
              <a:rPr dirty="0" sz="2100" spc="-65">
                <a:latin typeface="Lucida Sans Unicode"/>
                <a:cs typeface="Lucida Sans Unicode"/>
              </a:rPr>
              <a:t>frequent</a:t>
            </a:r>
            <a:r>
              <a:rPr dirty="0" sz="2100" spc="-60">
                <a:latin typeface="Lucida Sans Unicode"/>
                <a:cs typeface="Lucida Sans Unicode"/>
              </a:rPr>
              <a:t> </a:t>
            </a:r>
            <a:r>
              <a:rPr dirty="0" sz="2100">
                <a:latin typeface="Lucida Sans Unicode"/>
                <a:cs typeface="Lucida Sans Unicode"/>
              </a:rPr>
              <a:t>pauses</a:t>
            </a:r>
            <a:r>
              <a:rPr dirty="0" sz="2100" spc="-90">
                <a:latin typeface="Lucida Sans Unicode"/>
                <a:cs typeface="Lucida Sans Unicode"/>
              </a:rPr>
              <a:t> </a:t>
            </a:r>
            <a:r>
              <a:rPr dirty="0" sz="2100" spc="-60">
                <a:latin typeface="Lucida Sans Unicode"/>
                <a:cs typeface="Lucida Sans Unicode"/>
              </a:rPr>
              <a:t>in</a:t>
            </a:r>
            <a:r>
              <a:rPr dirty="0" sz="2100" spc="-150">
                <a:latin typeface="Lucida Sans Unicode"/>
                <a:cs typeface="Lucida Sans Unicode"/>
              </a:rPr>
              <a:t> </a:t>
            </a:r>
            <a:r>
              <a:rPr dirty="0" sz="2100" spc="-20">
                <a:latin typeface="Lucida Sans Unicode"/>
                <a:cs typeface="Lucida Sans Unicode"/>
              </a:rPr>
              <a:t>screen</a:t>
            </a:r>
            <a:r>
              <a:rPr dirty="0" sz="2100" spc="-100">
                <a:latin typeface="Lucida Sans Unicode"/>
                <a:cs typeface="Lucida Sans Unicode"/>
              </a:rPr>
              <a:t> </a:t>
            </a:r>
            <a:r>
              <a:rPr dirty="0" sz="2100">
                <a:latin typeface="Lucida Sans Unicode"/>
                <a:cs typeface="Lucida Sans Unicode"/>
              </a:rPr>
              <a:t>usage</a:t>
            </a:r>
            <a:r>
              <a:rPr dirty="0" sz="2100" spc="-165">
                <a:latin typeface="Lucida Sans Unicode"/>
                <a:cs typeface="Lucida Sans Unicode"/>
              </a:rPr>
              <a:t> </a:t>
            </a:r>
            <a:r>
              <a:rPr dirty="0" sz="2100" spc="-25">
                <a:latin typeface="Lucida Sans Unicode"/>
                <a:cs typeface="Lucida Sans Unicode"/>
              </a:rPr>
              <a:t>to </a:t>
            </a:r>
            <a:r>
              <a:rPr dirty="0" sz="2050">
                <a:latin typeface="Lucida Sans Unicode"/>
                <a:cs typeface="Lucida Sans Unicode"/>
              </a:rPr>
              <a:t>enhance</a:t>
            </a:r>
            <a:r>
              <a:rPr dirty="0" sz="2050" spc="-45">
                <a:latin typeface="Lucida Sans Unicode"/>
                <a:cs typeface="Lucida Sans Unicode"/>
              </a:rPr>
              <a:t> </a:t>
            </a:r>
            <a:r>
              <a:rPr dirty="0" sz="2050" spc="-35">
                <a:latin typeface="Lucida Sans Unicode"/>
                <a:cs typeface="Lucida Sans Unicode"/>
              </a:rPr>
              <a:t>productivity</a:t>
            </a:r>
            <a:r>
              <a:rPr dirty="0" sz="2050" spc="254">
                <a:latin typeface="Lucida Sans Unicode"/>
                <a:cs typeface="Lucida Sans Unicode"/>
              </a:rPr>
              <a:t> </a:t>
            </a:r>
            <a:r>
              <a:rPr dirty="0" sz="2050" spc="55">
                <a:latin typeface="Lucida Sans Unicode"/>
                <a:cs typeface="Lucida Sans Unicode"/>
              </a:rPr>
              <a:t>and</a:t>
            </a:r>
            <a:r>
              <a:rPr dirty="0" sz="2050" spc="-120">
                <a:latin typeface="Lucida Sans Unicode"/>
                <a:cs typeface="Lucida Sans Unicode"/>
              </a:rPr>
              <a:t> </a:t>
            </a:r>
            <a:r>
              <a:rPr dirty="0" sz="2050">
                <a:latin typeface="Lucida Sans Unicode"/>
                <a:cs typeface="Lucida Sans Unicode"/>
              </a:rPr>
              <a:t>reduce</a:t>
            </a:r>
            <a:r>
              <a:rPr dirty="0" sz="2050" spc="-35">
                <a:latin typeface="Lucida Sans Unicode"/>
                <a:cs typeface="Lucida Sans Unicode"/>
              </a:rPr>
              <a:t> </a:t>
            </a:r>
            <a:r>
              <a:rPr dirty="0" sz="2050" spc="35">
                <a:latin typeface="Lucida Sans Unicode"/>
                <a:cs typeface="Lucida Sans Unicode"/>
              </a:rPr>
              <a:t>eye </a:t>
            </a:r>
            <a:r>
              <a:rPr dirty="0" sz="2050" spc="-10">
                <a:latin typeface="Lucida Sans Unicode"/>
                <a:cs typeface="Lucida Sans Unicode"/>
              </a:rPr>
              <a:t>strain.</a:t>
            </a:r>
            <a:endParaRPr sz="2050">
              <a:latin typeface="Lucida Sans Unicode"/>
              <a:cs typeface="Lucida Sans Unicode"/>
            </a:endParaRPr>
          </a:p>
        </p:txBody>
      </p:sp>
      <p:sp>
        <p:nvSpPr>
          <p:cNvPr id="19" name="object 19" descr=""/>
          <p:cNvSpPr txBox="1"/>
          <p:nvPr/>
        </p:nvSpPr>
        <p:spPr>
          <a:xfrm>
            <a:off x="7736747" y="4889720"/>
            <a:ext cx="4618990" cy="2698750"/>
          </a:xfrm>
          <a:prstGeom prst="rect">
            <a:avLst/>
          </a:prstGeom>
        </p:spPr>
        <p:txBody>
          <a:bodyPr wrap="square" lIns="0" tIns="243840" rIns="0" bIns="0" rtlCol="0" vert="horz">
            <a:spAutoFit/>
          </a:bodyPr>
          <a:lstStyle/>
          <a:p>
            <a:pPr algn="ctr" marL="44450">
              <a:lnSpc>
                <a:spcPct val="100000"/>
              </a:lnSpc>
              <a:spcBef>
                <a:spcPts val="1920"/>
              </a:spcBef>
              <a:tabLst>
                <a:tab pos="3337560" algn="l"/>
              </a:tabLst>
            </a:pPr>
            <a:r>
              <a:rPr dirty="0" sz="2850" spc="-270">
                <a:latin typeface="Arial Black"/>
                <a:cs typeface="Arial Black"/>
              </a:rPr>
              <a:t>Usage</a:t>
            </a:r>
            <a:r>
              <a:rPr dirty="0" sz="2850">
                <a:latin typeface="Arial Black"/>
                <a:cs typeface="Arial Black"/>
              </a:rPr>
              <a:t>	</a:t>
            </a:r>
            <a:r>
              <a:rPr dirty="0" sz="2850" spc="-290">
                <a:latin typeface="Arial Black"/>
                <a:cs typeface="Arial Black"/>
              </a:rPr>
              <a:t>Tools</a:t>
            </a:r>
            <a:endParaRPr sz="2850">
              <a:latin typeface="Arial Black"/>
              <a:cs typeface="Arial Black"/>
            </a:endParaRPr>
          </a:p>
          <a:p>
            <a:pPr algn="ctr" marL="12700" marR="5080" indent="-2540">
              <a:lnSpc>
                <a:spcPct val="118400"/>
              </a:lnSpc>
              <a:spcBef>
                <a:spcPts val="880"/>
              </a:spcBef>
            </a:pPr>
            <a:r>
              <a:rPr dirty="0" sz="2100" spc="-145">
                <a:latin typeface="Lucida Sans Unicode"/>
                <a:cs typeface="Lucida Sans Unicode"/>
              </a:rPr>
              <a:t>Utilizing</a:t>
            </a:r>
            <a:r>
              <a:rPr dirty="0" sz="2100" spc="50">
                <a:latin typeface="Lucida Sans Unicode"/>
                <a:cs typeface="Lucida Sans Unicode"/>
              </a:rPr>
              <a:t> </a:t>
            </a:r>
            <a:r>
              <a:rPr dirty="0" sz="2100">
                <a:latin typeface="Lucida Sans Unicode"/>
                <a:cs typeface="Lucida Sans Unicode"/>
              </a:rPr>
              <a:t>apps</a:t>
            </a:r>
            <a:r>
              <a:rPr dirty="0" sz="2100" spc="-75">
                <a:latin typeface="Lucida Sans Unicode"/>
                <a:cs typeface="Lucida Sans Unicode"/>
              </a:rPr>
              <a:t> </a:t>
            </a:r>
            <a:r>
              <a:rPr dirty="0" sz="2100" spc="-60">
                <a:latin typeface="Lucida Sans Unicode"/>
                <a:cs typeface="Lucida Sans Unicode"/>
              </a:rPr>
              <a:t>thot</a:t>
            </a:r>
            <a:r>
              <a:rPr dirty="0" sz="2100" spc="-85">
                <a:latin typeface="Lucida Sans Unicode"/>
                <a:cs typeface="Lucida Sans Unicode"/>
              </a:rPr>
              <a:t> </a:t>
            </a:r>
            <a:r>
              <a:rPr dirty="0" sz="2100" spc="-40">
                <a:latin typeface="Lucida Sans Unicode"/>
                <a:cs typeface="Lucida Sans Unicode"/>
              </a:rPr>
              <a:t>track</a:t>
            </a:r>
            <a:r>
              <a:rPr dirty="0" sz="2100" spc="-30">
                <a:latin typeface="Lucida Sans Unicode"/>
                <a:cs typeface="Lucida Sans Unicode"/>
              </a:rPr>
              <a:t> </a:t>
            </a:r>
            <a:r>
              <a:rPr dirty="0" sz="2100">
                <a:latin typeface="Lucida Sans Unicode"/>
                <a:cs typeface="Lucida Sans Unicode"/>
              </a:rPr>
              <a:t>and</a:t>
            </a:r>
            <a:r>
              <a:rPr dirty="0" sz="2100" spc="-125">
                <a:latin typeface="Lucida Sans Unicode"/>
                <a:cs typeface="Lucida Sans Unicode"/>
              </a:rPr>
              <a:t> </a:t>
            </a:r>
            <a:r>
              <a:rPr dirty="0" sz="2100" spc="-10">
                <a:latin typeface="Lucida Sans Unicode"/>
                <a:cs typeface="Lucida Sans Unicode"/>
              </a:rPr>
              <a:t>limit </a:t>
            </a:r>
            <a:r>
              <a:rPr dirty="0" sz="2100" spc="-20">
                <a:latin typeface="Lucida Sans Unicode"/>
                <a:cs typeface="Lucida Sans Unicode"/>
              </a:rPr>
              <a:t>screen </a:t>
            </a:r>
            <a:r>
              <a:rPr dirty="0" sz="2100" spc="-45">
                <a:latin typeface="Lucida Sans Unicode"/>
                <a:cs typeface="Lucida Sans Unicode"/>
              </a:rPr>
              <a:t>time</a:t>
            </a:r>
            <a:r>
              <a:rPr dirty="0" sz="2100" spc="-40">
                <a:latin typeface="Lucida Sans Unicode"/>
                <a:cs typeface="Lucida Sans Unicode"/>
              </a:rPr>
              <a:t> </a:t>
            </a:r>
            <a:r>
              <a:rPr dirty="0" sz="2100">
                <a:latin typeface="Lucida Sans Unicode"/>
                <a:cs typeface="Lucida Sans Unicode"/>
              </a:rPr>
              <a:t>con</a:t>
            </a:r>
            <a:r>
              <a:rPr dirty="0" sz="2100" spc="-130">
                <a:latin typeface="Lucida Sans Unicode"/>
                <a:cs typeface="Lucida Sans Unicode"/>
              </a:rPr>
              <a:t> </a:t>
            </a:r>
            <a:r>
              <a:rPr dirty="0" sz="2100" spc="-45">
                <a:latin typeface="Lucida Sans Unicode"/>
                <a:cs typeface="Lucida Sans Unicode"/>
              </a:rPr>
              <a:t>help</a:t>
            </a:r>
            <a:r>
              <a:rPr dirty="0" sz="2100" spc="-35">
                <a:latin typeface="Lucida Sans Unicode"/>
                <a:cs typeface="Lucida Sans Unicode"/>
              </a:rPr>
              <a:t> </a:t>
            </a:r>
            <a:r>
              <a:rPr dirty="0" sz="2100">
                <a:latin typeface="Lucida Sans Unicode"/>
                <a:cs typeface="Lucida Sans Unicode"/>
              </a:rPr>
              <a:t>manage</a:t>
            </a:r>
            <a:r>
              <a:rPr dirty="0" sz="2100" spc="-35">
                <a:latin typeface="Lucida Sans Unicode"/>
                <a:cs typeface="Lucida Sans Unicode"/>
              </a:rPr>
              <a:t> </a:t>
            </a:r>
            <a:r>
              <a:rPr dirty="0" sz="2100" spc="-40">
                <a:latin typeface="Lucida Sans Unicode"/>
                <a:cs typeface="Lucida Sans Unicode"/>
              </a:rPr>
              <a:t>digital </a:t>
            </a:r>
            <a:r>
              <a:rPr dirty="0" sz="2100" spc="-70">
                <a:latin typeface="Lucida Sans Unicode"/>
                <a:cs typeface="Lucida Sans Unicode"/>
              </a:rPr>
              <a:t>consumption.</a:t>
            </a:r>
            <a:r>
              <a:rPr dirty="0" sz="2100" spc="55">
                <a:latin typeface="Lucida Sans Unicode"/>
                <a:cs typeface="Lucida Sans Unicode"/>
              </a:rPr>
              <a:t> </a:t>
            </a:r>
            <a:r>
              <a:rPr dirty="0" sz="2100" spc="-90">
                <a:latin typeface="Lucida Sans Unicode"/>
                <a:cs typeface="Lucida Sans Unicode"/>
              </a:rPr>
              <a:t>These</a:t>
            </a:r>
            <a:r>
              <a:rPr dirty="0" sz="2100" spc="-75">
                <a:latin typeface="Lucida Sans Unicode"/>
                <a:cs typeface="Lucida Sans Unicode"/>
              </a:rPr>
              <a:t> </a:t>
            </a:r>
            <a:r>
              <a:rPr dirty="0" sz="2100" spc="-90">
                <a:latin typeface="Lucida Sans Unicode"/>
                <a:cs typeface="Lucida Sans Unicode"/>
              </a:rPr>
              <a:t>tools</a:t>
            </a:r>
            <a:r>
              <a:rPr dirty="0" sz="2100" spc="-85">
                <a:latin typeface="Lucida Sans Unicode"/>
                <a:cs typeface="Lucida Sans Unicode"/>
              </a:rPr>
              <a:t> </a:t>
            </a:r>
            <a:r>
              <a:rPr dirty="0" sz="2100" spc="-10">
                <a:latin typeface="Lucida Sans Unicode"/>
                <a:cs typeface="Lucida Sans Unicode"/>
              </a:rPr>
              <a:t>provide </a:t>
            </a:r>
            <a:r>
              <a:rPr dirty="0" sz="2100" spc="-85">
                <a:latin typeface="Lucida Sans Unicode"/>
                <a:cs typeface="Lucida Sans Unicode"/>
              </a:rPr>
              <a:t>insights</a:t>
            </a:r>
            <a:r>
              <a:rPr dirty="0" sz="2100" spc="-60">
                <a:latin typeface="Lucida Sans Unicode"/>
                <a:cs typeface="Lucida Sans Unicode"/>
              </a:rPr>
              <a:t> </a:t>
            </a:r>
            <a:r>
              <a:rPr dirty="0" sz="2100" spc="-100">
                <a:latin typeface="Lucida Sans Unicode"/>
                <a:cs typeface="Lucida Sans Unicode"/>
              </a:rPr>
              <a:t>into</a:t>
            </a:r>
            <a:r>
              <a:rPr dirty="0" sz="2100" spc="-65">
                <a:latin typeface="Lucida Sans Unicode"/>
                <a:cs typeface="Lucida Sans Unicode"/>
              </a:rPr>
              <a:t> </a:t>
            </a:r>
            <a:r>
              <a:rPr dirty="0" sz="2100">
                <a:latin typeface="Lucida Sans Unicode"/>
                <a:cs typeface="Lucida Sans Unicode"/>
              </a:rPr>
              <a:t>usage</a:t>
            </a:r>
            <a:r>
              <a:rPr dirty="0" sz="2100" spc="-120">
                <a:latin typeface="Lucida Sans Unicode"/>
                <a:cs typeface="Lucida Sans Unicode"/>
              </a:rPr>
              <a:t> </a:t>
            </a:r>
            <a:r>
              <a:rPr dirty="0" sz="2100" spc="-40">
                <a:latin typeface="Lucida Sans Unicode"/>
                <a:cs typeface="Lucida Sans Unicode"/>
              </a:rPr>
              <a:t>patterns</a:t>
            </a:r>
            <a:r>
              <a:rPr dirty="0" sz="2100" spc="30">
                <a:latin typeface="Lucida Sans Unicode"/>
                <a:cs typeface="Lucida Sans Unicode"/>
              </a:rPr>
              <a:t> </a:t>
            </a:r>
            <a:r>
              <a:rPr dirty="0" sz="2100" spc="-25">
                <a:latin typeface="Lucida Sans Unicode"/>
                <a:cs typeface="Lucida Sans Unicode"/>
              </a:rPr>
              <a:t>and </a:t>
            </a:r>
            <a:r>
              <a:rPr dirty="0" sz="2100" spc="-10">
                <a:latin typeface="Lucida Sans Unicode"/>
                <a:cs typeface="Lucida Sans Unicode"/>
              </a:rPr>
              <a:t>encourage</a:t>
            </a:r>
            <a:r>
              <a:rPr dirty="0" sz="2100" spc="45">
                <a:latin typeface="Lucida Sans Unicode"/>
                <a:cs typeface="Lucida Sans Unicode"/>
              </a:rPr>
              <a:t> </a:t>
            </a:r>
            <a:r>
              <a:rPr dirty="0" sz="2100">
                <a:latin typeface="Lucida Sans Unicode"/>
                <a:cs typeface="Lucida Sans Unicode"/>
              </a:rPr>
              <a:t>balanced</a:t>
            </a:r>
            <a:r>
              <a:rPr dirty="0" sz="2100" spc="-140">
                <a:latin typeface="Lucida Sans Unicode"/>
                <a:cs typeface="Lucida Sans Unicode"/>
              </a:rPr>
              <a:t> </a:t>
            </a:r>
            <a:r>
              <a:rPr dirty="0" sz="2100" spc="-10">
                <a:latin typeface="Lucida Sans Unicode"/>
                <a:cs typeface="Lucida Sans Unicode"/>
              </a:rPr>
              <a:t>habits.</a:t>
            </a:r>
            <a:endParaRPr sz="2100">
              <a:latin typeface="Lucida Sans Unicode"/>
              <a:cs typeface="Lucida Sans Unicode"/>
            </a:endParaRPr>
          </a:p>
        </p:txBody>
      </p:sp>
      <p:sp>
        <p:nvSpPr>
          <p:cNvPr id="20" name="object 20" descr=""/>
          <p:cNvSpPr txBox="1"/>
          <p:nvPr/>
        </p:nvSpPr>
        <p:spPr>
          <a:xfrm>
            <a:off x="14199254" y="4870348"/>
            <a:ext cx="4061460" cy="2717800"/>
          </a:xfrm>
          <a:prstGeom prst="rect">
            <a:avLst/>
          </a:prstGeom>
        </p:spPr>
        <p:txBody>
          <a:bodyPr wrap="square" lIns="0" tIns="250825" rIns="0" bIns="0" rtlCol="0" vert="horz">
            <a:spAutoFit/>
          </a:bodyPr>
          <a:lstStyle/>
          <a:p>
            <a:pPr algn="ctr" marL="74930">
              <a:lnSpc>
                <a:spcPct val="100000"/>
              </a:lnSpc>
              <a:spcBef>
                <a:spcPts val="1975"/>
              </a:spcBef>
            </a:pPr>
            <a:r>
              <a:rPr dirty="0" sz="2950">
                <a:latin typeface="Lucida Sans Unicode"/>
                <a:cs typeface="Lucida Sans Unicode"/>
              </a:rPr>
              <a:t>Healthy</a:t>
            </a:r>
            <a:r>
              <a:rPr dirty="0" sz="2950" spc="125">
                <a:latin typeface="Lucida Sans Unicode"/>
                <a:cs typeface="Lucida Sans Unicode"/>
              </a:rPr>
              <a:t> </a:t>
            </a:r>
            <a:r>
              <a:rPr dirty="0" sz="2950" spc="-10">
                <a:latin typeface="Lucida Sans Unicode"/>
                <a:cs typeface="Lucida Sans Unicode"/>
              </a:rPr>
              <a:t>Online</a:t>
            </a:r>
            <a:r>
              <a:rPr dirty="0" sz="2950" spc="-110">
                <a:latin typeface="Lucida Sans Unicode"/>
                <a:cs typeface="Lucida Sans Unicode"/>
              </a:rPr>
              <a:t> </a:t>
            </a:r>
            <a:r>
              <a:rPr dirty="0" sz="2950" spc="-10">
                <a:latin typeface="Lucida Sans Unicode"/>
                <a:cs typeface="Lucida Sans Unicode"/>
              </a:rPr>
              <a:t>Habits</a:t>
            </a:r>
            <a:endParaRPr sz="2950">
              <a:latin typeface="Lucida Sans Unicode"/>
              <a:cs typeface="Lucida Sans Unicode"/>
            </a:endParaRPr>
          </a:p>
          <a:p>
            <a:pPr algn="ctr" marL="12700" marR="5080" indent="-4445">
              <a:lnSpc>
                <a:spcPct val="118400"/>
              </a:lnSpc>
              <a:spcBef>
                <a:spcPts val="860"/>
              </a:spcBef>
              <a:tabLst>
                <a:tab pos="3641090" algn="l"/>
              </a:tabLst>
            </a:pPr>
            <a:r>
              <a:rPr dirty="0" sz="2100" spc="-75">
                <a:latin typeface="Lucida Sans Unicode"/>
                <a:cs typeface="Lucida Sans Unicode"/>
              </a:rPr>
              <a:t>Developing</a:t>
            </a:r>
            <a:r>
              <a:rPr dirty="0" sz="2100" spc="-90">
                <a:latin typeface="Lucida Sans Unicode"/>
                <a:cs typeface="Lucida Sans Unicode"/>
              </a:rPr>
              <a:t> </a:t>
            </a:r>
            <a:r>
              <a:rPr dirty="0" sz="2100" spc="-25">
                <a:latin typeface="Lucida Sans Unicode"/>
                <a:cs typeface="Lucida Sans Unicode"/>
              </a:rPr>
              <a:t>healthy</a:t>
            </a:r>
            <a:r>
              <a:rPr dirty="0" sz="2100" spc="-30">
                <a:latin typeface="Lucida Sans Unicode"/>
                <a:cs typeface="Lucida Sans Unicode"/>
              </a:rPr>
              <a:t> </a:t>
            </a:r>
            <a:r>
              <a:rPr dirty="0" sz="2100" spc="-85">
                <a:latin typeface="Lucida Sans Unicode"/>
                <a:cs typeface="Lucida Sans Unicode"/>
              </a:rPr>
              <a:t>online</a:t>
            </a:r>
            <a:r>
              <a:rPr dirty="0" sz="2100" spc="-80">
                <a:latin typeface="Lucida Sans Unicode"/>
                <a:cs typeface="Lucida Sans Unicode"/>
              </a:rPr>
              <a:t> </a:t>
            </a:r>
            <a:r>
              <a:rPr dirty="0" sz="2100" spc="-10">
                <a:latin typeface="Lucida Sans Unicode"/>
                <a:cs typeface="Lucida Sans Unicode"/>
              </a:rPr>
              <a:t>habits </a:t>
            </a:r>
            <a:r>
              <a:rPr dirty="0" sz="2100" spc="-45">
                <a:latin typeface="Lucida Sans Unicode"/>
                <a:cs typeface="Lucida Sans Unicode"/>
              </a:rPr>
              <a:t>includes</a:t>
            </a:r>
            <a:r>
              <a:rPr dirty="0" sz="2100" spc="-125">
                <a:latin typeface="Lucida Sans Unicode"/>
                <a:cs typeface="Lucida Sans Unicode"/>
              </a:rPr>
              <a:t> </a:t>
            </a:r>
            <a:r>
              <a:rPr dirty="0" sz="2100" spc="-60">
                <a:latin typeface="Lucida Sans Unicode"/>
                <a:cs typeface="Lucida Sans Unicode"/>
              </a:rPr>
              <a:t>setting</a:t>
            </a:r>
            <a:r>
              <a:rPr dirty="0" sz="2100" spc="-105">
                <a:latin typeface="Lucida Sans Unicode"/>
                <a:cs typeface="Lucida Sans Unicode"/>
              </a:rPr>
              <a:t> </a:t>
            </a:r>
            <a:r>
              <a:rPr dirty="0" sz="2100" spc="-40">
                <a:latin typeface="Lucida Sans Unicode"/>
                <a:cs typeface="Lucida Sans Unicode"/>
              </a:rPr>
              <a:t>boundaries</a:t>
            </a:r>
            <a:r>
              <a:rPr dirty="0" sz="2100" spc="-60">
                <a:latin typeface="Lucida Sans Unicode"/>
                <a:cs typeface="Lucida Sans Unicode"/>
              </a:rPr>
              <a:t> </a:t>
            </a:r>
            <a:r>
              <a:rPr dirty="0" sz="2100" spc="-25">
                <a:latin typeface="Lucida Sans Unicode"/>
                <a:cs typeface="Lucida Sans Unicode"/>
              </a:rPr>
              <a:t>for </a:t>
            </a:r>
            <a:r>
              <a:rPr dirty="0" sz="2100" spc="-20">
                <a:latin typeface="Lucida Sans Unicode"/>
                <a:cs typeface="Lucida Sans Unicode"/>
              </a:rPr>
              <a:t>screen</a:t>
            </a:r>
            <a:r>
              <a:rPr dirty="0" sz="2100" spc="-120">
                <a:latin typeface="Lucida Sans Unicode"/>
                <a:cs typeface="Lucida Sans Unicode"/>
              </a:rPr>
              <a:t> </a:t>
            </a:r>
            <a:r>
              <a:rPr dirty="0" sz="2100" spc="-95">
                <a:latin typeface="Lucida Sans Unicode"/>
                <a:cs typeface="Lucida Sans Unicode"/>
              </a:rPr>
              <a:t>time,</a:t>
            </a:r>
            <a:r>
              <a:rPr dirty="0" sz="2100" spc="-165">
                <a:latin typeface="Lucida Sans Unicode"/>
                <a:cs typeface="Lucida Sans Unicode"/>
              </a:rPr>
              <a:t> </a:t>
            </a:r>
            <a:r>
              <a:rPr dirty="0" sz="2100" spc="-130">
                <a:latin typeface="Lucida Sans Unicode"/>
                <a:cs typeface="Lucida Sans Unicode"/>
              </a:rPr>
              <a:t>prioritizing</a:t>
            </a:r>
            <a:r>
              <a:rPr dirty="0" sz="2100" spc="105">
                <a:latin typeface="Lucida Sans Unicode"/>
                <a:cs typeface="Lucida Sans Unicode"/>
              </a:rPr>
              <a:t> </a:t>
            </a:r>
            <a:r>
              <a:rPr dirty="0" sz="2100" spc="-10">
                <a:latin typeface="Lucida Sans Unicode"/>
                <a:cs typeface="Lucida Sans Unicode"/>
              </a:rPr>
              <a:t>offline </a:t>
            </a:r>
            <a:r>
              <a:rPr dirty="0" sz="2100" spc="-70">
                <a:latin typeface="Lucida Sans Unicode"/>
                <a:cs typeface="Lucida Sans Unicode"/>
              </a:rPr>
              <a:t>activities,</a:t>
            </a:r>
            <a:r>
              <a:rPr dirty="0" sz="2100" spc="-75">
                <a:latin typeface="Lucida Sans Unicode"/>
                <a:cs typeface="Lucida Sans Unicode"/>
              </a:rPr>
              <a:t> </a:t>
            </a:r>
            <a:r>
              <a:rPr dirty="0" sz="2100">
                <a:latin typeface="Lucida Sans Unicode"/>
                <a:cs typeface="Lucida Sans Unicode"/>
              </a:rPr>
              <a:t>and</a:t>
            </a:r>
            <a:r>
              <a:rPr dirty="0" sz="2100" spc="-155">
                <a:latin typeface="Lucida Sans Unicode"/>
                <a:cs typeface="Lucida Sans Unicode"/>
              </a:rPr>
              <a:t> </a:t>
            </a:r>
            <a:r>
              <a:rPr dirty="0" sz="2100" spc="-70">
                <a:latin typeface="Lucida Sans Unicode"/>
                <a:cs typeface="Lucida Sans Unicode"/>
              </a:rPr>
              <a:t>ensuring</a:t>
            </a:r>
            <a:r>
              <a:rPr dirty="0" sz="2100" spc="40">
                <a:latin typeface="Lucida Sans Unicode"/>
                <a:cs typeface="Lucida Sans Unicode"/>
              </a:rPr>
              <a:t> </a:t>
            </a:r>
            <a:r>
              <a:rPr dirty="0" sz="2100" spc="-10">
                <a:latin typeface="Lucida Sans Unicode"/>
                <a:cs typeface="Lucida Sans Unicode"/>
              </a:rPr>
              <a:t>digit</a:t>
            </a:r>
            <a:r>
              <a:rPr dirty="0" sz="2100">
                <a:latin typeface="Lucida Sans Unicode"/>
                <a:cs typeface="Lucida Sans Unicode"/>
              </a:rPr>
              <a:t>	</a:t>
            </a:r>
            <a:r>
              <a:rPr dirty="0" sz="2100" spc="-50">
                <a:latin typeface="Lucida Sans Unicode"/>
                <a:cs typeface="Lucida Sans Unicode"/>
              </a:rPr>
              <a:t>I </a:t>
            </a:r>
            <a:r>
              <a:rPr dirty="0" sz="2100" spc="-45">
                <a:latin typeface="Lucida Sans Unicode"/>
                <a:cs typeface="Lucida Sans Unicode"/>
              </a:rPr>
              <a:t>activities</a:t>
            </a:r>
            <a:r>
              <a:rPr dirty="0" sz="2100" spc="-30">
                <a:latin typeface="Lucida Sans Unicode"/>
                <a:cs typeface="Lucida Sans Unicode"/>
              </a:rPr>
              <a:t> </a:t>
            </a:r>
            <a:r>
              <a:rPr dirty="0" sz="2100">
                <a:latin typeface="Lucida Sans Unicode"/>
                <a:cs typeface="Lucida Sans Unicode"/>
              </a:rPr>
              <a:t>odd</a:t>
            </a:r>
            <a:r>
              <a:rPr dirty="0" sz="2100" spc="-85">
                <a:latin typeface="Lucida Sans Unicode"/>
                <a:cs typeface="Lucida Sans Unicode"/>
              </a:rPr>
              <a:t> </a:t>
            </a:r>
            <a:r>
              <a:rPr dirty="0" sz="2100" spc="-10">
                <a:latin typeface="Lucida Sans Unicode"/>
                <a:cs typeface="Lucida Sans Unicode"/>
              </a:rPr>
              <a:t>value</a:t>
            </a:r>
            <a:r>
              <a:rPr dirty="0" sz="2100" spc="-80">
                <a:latin typeface="Lucida Sans Unicode"/>
                <a:cs typeface="Lucida Sans Unicode"/>
              </a:rPr>
              <a:t> </a:t>
            </a:r>
            <a:r>
              <a:rPr dirty="0" sz="2100" spc="-95">
                <a:latin typeface="Lucida Sans Unicode"/>
                <a:cs typeface="Lucida Sans Unicode"/>
              </a:rPr>
              <a:t>to</a:t>
            </a:r>
            <a:r>
              <a:rPr dirty="0" sz="2100" spc="-130">
                <a:latin typeface="Lucida Sans Unicode"/>
                <a:cs typeface="Lucida Sans Unicode"/>
              </a:rPr>
              <a:t> </a:t>
            </a:r>
            <a:r>
              <a:rPr dirty="0" sz="2100" spc="-80">
                <a:latin typeface="Lucida Sans Unicode"/>
                <a:cs typeface="Lucida Sans Unicode"/>
              </a:rPr>
              <a:t>one's</a:t>
            </a:r>
            <a:r>
              <a:rPr dirty="0" sz="2100" spc="-85">
                <a:latin typeface="Lucida Sans Unicode"/>
                <a:cs typeface="Lucida Sans Unicode"/>
              </a:rPr>
              <a:t> </a:t>
            </a:r>
            <a:r>
              <a:rPr dirty="0" sz="2100" spc="-10">
                <a:latin typeface="Lucida Sans Unicode"/>
                <a:cs typeface="Lucida Sans Unicode"/>
              </a:rPr>
              <a:t>life.</a:t>
            </a:r>
            <a:endParaRPr sz="2100">
              <a:latin typeface="Lucida Sans Unicode"/>
              <a:cs typeface="Lucida Sans Unicode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2203" y="0"/>
            <a:ext cx="20071896" cy="11308556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" y="2336"/>
            <a:ext cx="20104089" cy="11306219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104100" cy="11308556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95352" y="2045528"/>
            <a:ext cx="4565043" cy="7915304"/>
          </a:xfrm>
          <a:prstGeom prst="rect">
            <a:avLst/>
          </a:prstGeom>
        </p:spPr>
      </p:pic>
      <p:pic>
        <p:nvPicPr>
          <p:cNvPr id="3" name="object 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4007971" y="2045528"/>
            <a:ext cx="4571886" cy="7915304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05991" y="738857"/>
            <a:ext cx="704946" cy="513092"/>
          </a:xfrm>
          <a:prstGeom prst="rect">
            <a:avLst/>
          </a:prstGeom>
        </p:spPr>
      </p:pic>
      <p:pic>
        <p:nvPicPr>
          <p:cNvPr id="5" name="object 5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0065739" y="7176451"/>
            <a:ext cx="130038" cy="328379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1430" rIns="0" bIns="0" rtlCol="0" vert="horz">
            <a:spAutoFit/>
          </a:bodyPr>
          <a:lstStyle/>
          <a:p>
            <a:pPr marL="1016635">
              <a:lnSpc>
                <a:spcPct val="100000"/>
              </a:lnSpc>
              <a:spcBef>
                <a:spcPts val="90"/>
              </a:spcBef>
            </a:pPr>
            <a:r>
              <a:rPr dirty="0" spc="-434"/>
              <a:t>Recommendotions</a:t>
            </a:r>
          </a:p>
        </p:txBody>
      </p:sp>
      <p:sp>
        <p:nvSpPr>
          <p:cNvPr id="7" name="object 7" descr=""/>
          <p:cNvSpPr txBox="1"/>
          <p:nvPr/>
        </p:nvSpPr>
        <p:spPr>
          <a:xfrm>
            <a:off x="2115212" y="5353011"/>
            <a:ext cx="1635125" cy="4457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750" spc="-220">
                <a:solidFill>
                  <a:srgbClr val="3F3F3F"/>
                </a:solidFill>
                <a:latin typeface="Arial Black"/>
                <a:cs typeface="Arial Black"/>
              </a:rPr>
              <a:t>For</a:t>
            </a:r>
            <a:r>
              <a:rPr dirty="0" sz="2750" spc="-5">
                <a:solidFill>
                  <a:srgbClr val="3F3F3F"/>
                </a:solidFill>
                <a:latin typeface="Arial Black"/>
                <a:cs typeface="Arial Black"/>
              </a:rPr>
              <a:t> </a:t>
            </a:r>
            <a:r>
              <a:rPr dirty="0" sz="2750" spc="-235">
                <a:solidFill>
                  <a:srgbClr val="3F3F3F"/>
                </a:solidFill>
                <a:latin typeface="Arial Black"/>
                <a:cs typeface="Arial Black"/>
              </a:rPr>
              <a:t>Users</a:t>
            </a:r>
            <a:endParaRPr sz="2750">
              <a:latin typeface="Arial Black"/>
              <a:cs typeface="Arial Black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2105701" y="6762990"/>
            <a:ext cx="3424554" cy="265366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 indent="3810">
              <a:lnSpc>
                <a:spcPct val="108700"/>
              </a:lnSpc>
              <a:spcBef>
                <a:spcPts val="95"/>
              </a:spcBef>
            </a:pPr>
            <a:r>
              <a:rPr dirty="0" sz="2200" spc="-114">
                <a:solidFill>
                  <a:srgbClr val="3F3F3F"/>
                </a:solidFill>
                <a:latin typeface="Lucida Sans Unicode"/>
                <a:cs typeface="Lucida Sans Unicode"/>
              </a:rPr>
              <a:t>Users</a:t>
            </a:r>
            <a:r>
              <a:rPr dirty="0" sz="2200" spc="-145">
                <a:solidFill>
                  <a:srgbClr val="3F3F3F"/>
                </a:solidFill>
                <a:latin typeface="Lucida Sans Unicode"/>
                <a:cs typeface="Lucida Sans Unicode"/>
              </a:rPr>
              <a:t> </a:t>
            </a:r>
            <a:r>
              <a:rPr dirty="0" sz="2200" spc="-125">
                <a:solidFill>
                  <a:srgbClr val="3F3F3F"/>
                </a:solidFill>
                <a:latin typeface="Lucida Sans Unicode"/>
                <a:cs typeface="Lucida Sans Unicode"/>
              </a:rPr>
              <a:t>should</a:t>
            </a:r>
            <a:r>
              <a:rPr dirty="0" sz="2200" spc="-20">
                <a:solidFill>
                  <a:srgbClr val="3F3F3F"/>
                </a:solidFill>
                <a:latin typeface="Lucida Sans Unicode"/>
                <a:cs typeface="Lucida Sans Unicode"/>
              </a:rPr>
              <a:t> </a:t>
            </a:r>
            <a:r>
              <a:rPr dirty="0" sz="2200" spc="-95">
                <a:solidFill>
                  <a:srgbClr val="3F3F3F"/>
                </a:solidFill>
                <a:latin typeface="Lucida Sans Unicode"/>
                <a:cs typeface="Lucida Sans Unicode"/>
              </a:rPr>
              <a:t>odopt</a:t>
            </a:r>
            <a:r>
              <a:rPr dirty="0" sz="2200" spc="-110">
                <a:solidFill>
                  <a:srgbClr val="3F3F3F"/>
                </a:solidFill>
                <a:latin typeface="Lucida Sans Unicode"/>
                <a:cs typeface="Lucida Sans Unicode"/>
              </a:rPr>
              <a:t> </a:t>
            </a:r>
            <a:r>
              <a:rPr dirty="0" sz="2200" spc="-20">
                <a:solidFill>
                  <a:srgbClr val="3F3F3F"/>
                </a:solidFill>
                <a:latin typeface="Lucida Sans Unicode"/>
                <a:cs typeface="Lucida Sans Unicode"/>
              </a:rPr>
              <a:t>best </a:t>
            </a:r>
            <a:r>
              <a:rPr dirty="0" sz="2300" spc="-114">
                <a:solidFill>
                  <a:srgbClr val="3F3F3F"/>
                </a:solidFill>
                <a:latin typeface="Lucida Sans Unicode"/>
                <a:cs typeface="Lucida Sans Unicode"/>
              </a:rPr>
              <a:t>proctices</a:t>
            </a:r>
            <a:r>
              <a:rPr dirty="0" sz="2300" spc="-20">
                <a:solidFill>
                  <a:srgbClr val="3F3F3F"/>
                </a:solidFill>
                <a:latin typeface="Lucida Sans Unicode"/>
                <a:cs typeface="Lucida Sans Unicode"/>
              </a:rPr>
              <a:t> </a:t>
            </a:r>
            <a:r>
              <a:rPr dirty="0" sz="2300" spc="-135">
                <a:solidFill>
                  <a:srgbClr val="3F3F3F"/>
                </a:solidFill>
                <a:latin typeface="Lucida Sans Unicode"/>
                <a:cs typeface="Lucida Sans Unicode"/>
              </a:rPr>
              <a:t>to</a:t>
            </a:r>
            <a:r>
              <a:rPr dirty="0" sz="2300" spc="-220">
                <a:solidFill>
                  <a:srgbClr val="3F3F3F"/>
                </a:solidFill>
                <a:latin typeface="Lucida Sans Unicode"/>
                <a:cs typeface="Lucida Sans Unicode"/>
              </a:rPr>
              <a:t> </a:t>
            </a:r>
            <a:r>
              <a:rPr dirty="0" sz="2300" spc="-10">
                <a:solidFill>
                  <a:srgbClr val="3F3F3F"/>
                </a:solidFill>
                <a:latin typeface="Lucida Sans Unicode"/>
                <a:cs typeface="Lucida Sans Unicode"/>
              </a:rPr>
              <a:t>enhonce </a:t>
            </a:r>
            <a:r>
              <a:rPr dirty="0" sz="2350" spc="-200">
                <a:solidFill>
                  <a:srgbClr val="3F3F3F"/>
                </a:solidFill>
                <a:latin typeface="Lucida Sans Unicode"/>
                <a:cs typeface="Lucida Sans Unicode"/>
              </a:rPr>
              <a:t>personol</a:t>
            </a:r>
            <a:r>
              <a:rPr dirty="0" sz="2350" spc="-5">
                <a:solidFill>
                  <a:srgbClr val="3F3F3F"/>
                </a:solidFill>
                <a:latin typeface="Lucida Sans Unicode"/>
                <a:cs typeface="Lucida Sans Unicode"/>
              </a:rPr>
              <a:t> </a:t>
            </a:r>
            <a:r>
              <a:rPr dirty="0" sz="2350" spc="-170">
                <a:solidFill>
                  <a:srgbClr val="3F3F3F"/>
                </a:solidFill>
                <a:latin typeface="Lucida Sans Unicode"/>
                <a:cs typeface="Lucida Sans Unicode"/>
              </a:rPr>
              <a:t>doto</a:t>
            </a:r>
            <a:r>
              <a:rPr dirty="0" sz="2350" spc="-70">
                <a:solidFill>
                  <a:srgbClr val="3F3F3F"/>
                </a:solidFill>
                <a:latin typeface="Lucida Sans Unicode"/>
                <a:cs typeface="Lucida Sans Unicode"/>
              </a:rPr>
              <a:t> </a:t>
            </a:r>
            <a:r>
              <a:rPr dirty="0" sz="2350" spc="-190">
                <a:solidFill>
                  <a:srgbClr val="3F3F3F"/>
                </a:solidFill>
                <a:latin typeface="Lucida Sans Unicode"/>
                <a:cs typeface="Lucida Sans Unicode"/>
              </a:rPr>
              <a:t>security</a:t>
            </a:r>
            <a:r>
              <a:rPr dirty="0" sz="2350" spc="50">
                <a:solidFill>
                  <a:srgbClr val="3F3F3F"/>
                </a:solidFill>
                <a:latin typeface="Lucida Sans Unicode"/>
                <a:cs typeface="Lucida Sans Unicode"/>
              </a:rPr>
              <a:t> </a:t>
            </a:r>
            <a:r>
              <a:rPr dirty="0" sz="2350" spc="-55">
                <a:solidFill>
                  <a:srgbClr val="3F3F3F"/>
                </a:solidFill>
                <a:latin typeface="Lucida Sans Unicode"/>
                <a:cs typeface="Lucida Sans Unicode"/>
              </a:rPr>
              <a:t>ond </a:t>
            </a:r>
            <a:r>
              <a:rPr dirty="0" sz="2250" spc="-110">
                <a:solidFill>
                  <a:srgbClr val="3F3F3F"/>
                </a:solidFill>
                <a:latin typeface="Lucida Sans Unicode"/>
                <a:cs typeface="Lucida Sans Unicode"/>
              </a:rPr>
              <a:t>octively</a:t>
            </a:r>
            <a:r>
              <a:rPr dirty="0" sz="2250" spc="-25">
                <a:solidFill>
                  <a:srgbClr val="3F3F3F"/>
                </a:solidFill>
                <a:latin typeface="Lucida Sans Unicode"/>
                <a:cs typeface="Lucida Sans Unicode"/>
              </a:rPr>
              <a:t> </a:t>
            </a:r>
            <a:r>
              <a:rPr dirty="0" sz="2250" spc="-114">
                <a:solidFill>
                  <a:srgbClr val="3F3F3F"/>
                </a:solidFill>
                <a:latin typeface="Lucida Sans Unicode"/>
                <a:cs typeface="Lucida Sans Unicode"/>
              </a:rPr>
              <a:t>porticipote</a:t>
            </a:r>
            <a:r>
              <a:rPr dirty="0" sz="2250" spc="-110">
                <a:solidFill>
                  <a:srgbClr val="3F3F3F"/>
                </a:solidFill>
                <a:latin typeface="Lucida Sans Unicode"/>
                <a:cs typeface="Lucida Sans Unicode"/>
              </a:rPr>
              <a:t> </a:t>
            </a:r>
            <a:r>
              <a:rPr dirty="0" sz="2250" spc="-25">
                <a:solidFill>
                  <a:srgbClr val="3F3F3F"/>
                </a:solidFill>
                <a:latin typeface="Lucida Sans Unicode"/>
                <a:cs typeface="Lucida Sans Unicode"/>
              </a:rPr>
              <a:t>in </a:t>
            </a:r>
            <a:r>
              <a:rPr dirty="0" sz="2300" spc="-180">
                <a:solidFill>
                  <a:srgbClr val="3F3F3F"/>
                </a:solidFill>
                <a:latin typeface="Lucida Sans Unicode"/>
                <a:cs typeface="Lucida Sans Unicode"/>
              </a:rPr>
              <a:t>plotform</a:t>
            </a:r>
            <a:r>
              <a:rPr dirty="0" sz="2300" spc="40">
                <a:solidFill>
                  <a:srgbClr val="3F3F3F"/>
                </a:solidFill>
                <a:latin typeface="Lucida Sans Unicode"/>
                <a:cs typeface="Lucida Sans Unicode"/>
              </a:rPr>
              <a:t> </a:t>
            </a:r>
            <a:r>
              <a:rPr dirty="0" sz="2300" spc="-155">
                <a:solidFill>
                  <a:srgbClr val="3F3F3F"/>
                </a:solidFill>
                <a:latin typeface="Lucida Sans Unicode"/>
                <a:cs typeface="Lucida Sans Unicode"/>
              </a:rPr>
              <a:t>communities</a:t>
            </a:r>
            <a:r>
              <a:rPr dirty="0" sz="2300" spc="30">
                <a:solidFill>
                  <a:srgbClr val="3F3F3F"/>
                </a:solidFill>
                <a:latin typeface="Lucida Sans Unicode"/>
                <a:cs typeface="Lucida Sans Unicode"/>
              </a:rPr>
              <a:t> </a:t>
            </a:r>
            <a:r>
              <a:rPr dirty="0" sz="2300" spc="-25">
                <a:solidFill>
                  <a:srgbClr val="3F3F3F"/>
                </a:solidFill>
                <a:latin typeface="Lucida Sans Unicode"/>
                <a:cs typeface="Lucida Sans Unicode"/>
              </a:rPr>
              <a:t>to </a:t>
            </a:r>
            <a:r>
              <a:rPr dirty="0" sz="2300" spc="-235">
                <a:solidFill>
                  <a:srgbClr val="3F3F3F"/>
                </a:solidFill>
                <a:latin typeface="Lucida Sans Unicode"/>
                <a:cs typeface="Lucida Sans Unicode"/>
              </a:rPr>
              <a:t>moximize</a:t>
            </a:r>
            <a:r>
              <a:rPr dirty="0" sz="2300" spc="-5">
                <a:solidFill>
                  <a:srgbClr val="3F3F3F"/>
                </a:solidFill>
                <a:latin typeface="Lucida Sans Unicode"/>
                <a:cs typeface="Lucida Sans Unicode"/>
              </a:rPr>
              <a:t> </a:t>
            </a:r>
            <a:r>
              <a:rPr dirty="0" sz="2300" spc="-155">
                <a:solidFill>
                  <a:srgbClr val="3F3F3F"/>
                </a:solidFill>
                <a:latin typeface="Lucida Sans Unicode"/>
                <a:cs typeface="Lucida Sans Unicode"/>
              </a:rPr>
              <a:t>benefits</a:t>
            </a:r>
            <a:r>
              <a:rPr dirty="0" sz="2300" spc="10">
                <a:solidFill>
                  <a:srgbClr val="3F3F3F"/>
                </a:solidFill>
                <a:latin typeface="Lucida Sans Unicode"/>
                <a:cs typeface="Lucida Sans Unicode"/>
              </a:rPr>
              <a:t> </a:t>
            </a:r>
            <a:r>
              <a:rPr dirty="0" sz="2300" spc="-25">
                <a:solidFill>
                  <a:srgbClr val="3F3F3F"/>
                </a:solidFill>
                <a:latin typeface="Lucida Sans Unicode"/>
                <a:cs typeface="Lucida Sans Unicode"/>
              </a:rPr>
              <a:t>ond </a:t>
            </a:r>
            <a:r>
              <a:rPr dirty="0" sz="2150" spc="-120">
                <a:solidFill>
                  <a:srgbClr val="3F3F3F"/>
                </a:solidFill>
                <a:latin typeface="Lucida Sans Unicode"/>
                <a:cs typeface="Lucida Sans Unicode"/>
              </a:rPr>
              <a:t>minimize</a:t>
            </a:r>
            <a:r>
              <a:rPr dirty="0" sz="2150" spc="-15">
                <a:solidFill>
                  <a:srgbClr val="3F3F3F"/>
                </a:solidFill>
                <a:latin typeface="Lucida Sans Unicode"/>
                <a:cs typeface="Lucida Sans Unicode"/>
              </a:rPr>
              <a:t> </a:t>
            </a:r>
            <a:r>
              <a:rPr dirty="0" sz="2150" spc="-10">
                <a:solidFill>
                  <a:srgbClr val="3F3F3F"/>
                </a:solidFill>
                <a:latin typeface="Lucida Sans Unicode"/>
                <a:cs typeface="Lucida Sans Unicode"/>
              </a:rPr>
              <a:t>risks.</a:t>
            </a:r>
            <a:endParaRPr sz="2150">
              <a:latin typeface="Lucida Sans Unicode"/>
              <a:cs typeface="Lucida Sans Unicode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8262416" y="5368688"/>
            <a:ext cx="2376170" cy="427355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2600" spc="-65">
                <a:solidFill>
                  <a:srgbClr val="3F3F3F"/>
                </a:solidFill>
                <a:latin typeface="Arial Black"/>
                <a:cs typeface="Arial Black"/>
              </a:rPr>
              <a:t>For</a:t>
            </a:r>
            <a:r>
              <a:rPr dirty="0" sz="2600" spc="-135">
                <a:solidFill>
                  <a:srgbClr val="3F3F3F"/>
                </a:solidFill>
                <a:latin typeface="Arial Black"/>
                <a:cs typeface="Arial Black"/>
              </a:rPr>
              <a:t> </a:t>
            </a:r>
            <a:r>
              <a:rPr dirty="0" sz="2600" spc="-40">
                <a:solidFill>
                  <a:srgbClr val="3F3F3F"/>
                </a:solidFill>
                <a:latin typeface="Arial Black"/>
                <a:cs typeface="Arial Black"/>
              </a:rPr>
              <a:t>Platforms</a:t>
            </a:r>
            <a:endParaRPr sz="2600">
              <a:latin typeface="Arial Black"/>
              <a:cs typeface="Arial Black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8256268" y="6684917"/>
            <a:ext cx="3488054" cy="2353945"/>
          </a:xfrm>
          <a:prstGeom prst="rect">
            <a:avLst/>
          </a:prstGeom>
        </p:spPr>
        <p:txBody>
          <a:bodyPr wrap="square" lIns="0" tIns="635" rIns="0" bIns="0" rtlCol="0" vert="horz">
            <a:spAutoFit/>
          </a:bodyPr>
          <a:lstStyle/>
          <a:p>
            <a:pPr marL="12700" marR="5080" indent="1905">
              <a:lnSpc>
                <a:spcPct val="116799"/>
              </a:lnSpc>
              <a:spcBef>
                <a:spcPts val="5"/>
              </a:spcBef>
              <a:tabLst>
                <a:tab pos="1939925" algn="l"/>
              </a:tabLst>
            </a:pPr>
            <a:r>
              <a:rPr dirty="0" sz="1850" spc="-20">
                <a:solidFill>
                  <a:srgbClr val="3F3F3F"/>
                </a:solidFill>
                <a:latin typeface="Lucida Sans Unicode"/>
                <a:cs typeface="Lucida Sans Unicode"/>
              </a:rPr>
              <a:t>Plo0orms</a:t>
            </a:r>
            <a:r>
              <a:rPr dirty="0" sz="1850" spc="-85">
                <a:solidFill>
                  <a:srgbClr val="3F3F3F"/>
                </a:solidFill>
                <a:latin typeface="Lucida Sans Unicode"/>
                <a:cs typeface="Lucida Sans Unicode"/>
              </a:rPr>
              <a:t> </a:t>
            </a:r>
            <a:r>
              <a:rPr dirty="0" sz="1850">
                <a:solidFill>
                  <a:srgbClr val="3F3F3F"/>
                </a:solidFill>
                <a:latin typeface="Lucida Sans Unicode"/>
                <a:cs typeface="Lucida Sans Unicode"/>
              </a:rPr>
              <a:t>ore</a:t>
            </a:r>
            <a:r>
              <a:rPr dirty="0" sz="1850" spc="-150">
                <a:solidFill>
                  <a:srgbClr val="3F3F3F"/>
                </a:solidFill>
                <a:latin typeface="Lucida Sans Unicode"/>
                <a:cs typeface="Lucida Sans Unicode"/>
              </a:rPr>
              <a:t> </a:t>
            </a:r>
            <a:r>
              <a:rPr dirty="0" sz="1850" spc="-10">
                <a:solidFill>
                  <a:srgbClr val="3F3F3F"/>
                </a:solidFill>
                <a:latin typeface="Lucida Sans Unicode"/>
                <a:cs typeface="Lucida Sans Unicode"/>
              </a:rPr>
              <a:t>encouroged</a:t>
            </a:r>
            <a:r>
              <a:rPr dirty="0" sz="1850" spc="-40">
                <a:solidFill>
                  <a:srgbClr val="3F3F3F"/>
                </a:solidFill>
                <a:latin typeface="Lucida Sans Unicode"/>
                <a:cs typeface="Lucida Sans Unicode"/>
              </a:rPr>
              <a:t> </a:t>
            </a:r>
            <a:r>
              <a:rPr dirty="0" sz="1850" spc="-35">
                <a:solidFill>
                  <a:srgbClr val="3F3F3F"/>
                </a:solidFill>
                <a:latin typeface="Lucida Sans Unicode"/>
                <a:cs typeface="Lucida Sans Unicode"/>
              </a:rPr>
              <a:t>to </a:t>
            </a:r>
            <a:r>
              <a:rPr dirty="0" sz="1950" spc="-150">
                <a:solidFill>
                  <a:srgbClr val="3F3F3F"/>
                </a:solidFill>
                <a:latin typeface="Lucida Sans Unicode"/>
                <a:cs typeface="Lucida Sans Unicode"/>
              </a:rPr>
              <a:t>prioritize</a:t>
            </a:r>
            <a:r>
              <a:rPr dirty="0" sz="1950" spc="-15">
                <a:solidFill>
                  <a:srgbClr val="3F3F3F"/>
                </a:solidFill>
                <a:latin typeface="Lucida Sans Unicode"/>
                <a:cs typeface="Lucida Sans Unicode"/>
              </a:rPr>
              <a:t> </a:t>
            </a:r>
            <a:r>
              <a:rPr dirty="0" sz="1950" spc="-114">
                <a:solidFill>
                  <a:srgbClr val="3F3F3F"/>
                </a:solidFill>
                <a:latin typeface="Lucida Sans Unicode"/>
                <a:cs typeface="Lucida Sans Unicode"/>
              </a:rPr>
              <a:t>user</a:t>
            </a:r>
            <a:r>
              <a:rPr dirty="0" sz="1950" spc="-15">
                <a:solidFill>
                  <a:srgbClr val="3F3F3F"/>
                </a:solidFill>
                <a:latin typeface="Lucida Sans Unicode"/>
                <a:cs typeface="Lucida Sans Unicode"/>
              </a:rPr>
              <a:t> </a:t>
            </a:r>
            <a:r>
              <a:rPr dirty="0" sz="1950" spc="-25">
                <a:solidFill>
                  <a:srgbClr val="3F3F3F"/>
                </a:solidFill>
                <a:latin typeface="Lucida Sans Unicode"/>
                <a:cs typeface="Lucida Sans Unicode"/>
              </a:rPr>
              <a:t>ex</a:t>
            </a:r>
            <a:r>
              <a:rPr dirty="0" sz="1950">
                <a:solidFill>
                  <a:srgbClr val="3F3F3F"/>
                </a:solidFill>
                <a:latin typeface="Lucida Sans Unicode"/>
                <a:cs typeface="Lucida Sans Unicode"/>
              </a:rPr>
              <a:t>	</a:t>
            </a:r>
            <a:r>
              <a:rPr dirty="0" sz="1850" spc="-10">
                <a:solidFill>
                  <a:srgbClr val="3F3F3F"/>
                </a:solidFill>
                <a:latin typeface="Lucida Sans Unicode"/>
                <a:cs typeface="Lucida Sans Unicode"/>
              </a:rPr>
              <a:t>erience </a:t>
            </a:r>
            <a:r>
              <a:rPr dirty="0" sz="1950" spc="-85">
                <a:solidFill>
                  <a:srgbClr val="3F3F3F"/>
                </a:solidFill>
                <a:latin typeface="Lucida Sans Unicode"/>
                <a:cs typeface="Lucida Sans Unicode"/>
              </a:rPr>
              <a:t>enhoncements,</a:t>
            </a:r>
            <a:r>
              <a:rPr dirty="0" sz="1950" spc="-70">
                <a:solidFill>
                  <a:srgbClr val="3F3F3F"/>
                </a:solidFill>
                <a:latin typeface="Lucida Sans Unicode"/>
                <a:cs typeface="Lucida Sans Unicode"/>
              </a:rPr>
              <a:t> </a:t>
            </a:r>
            <a:r>
              <a:rPr dirty="0" sz="1900" spc="-10">
                <a:solidFill>
                  <a:srgbClr val="3F3F3F"/>
                </a:solidFill>
                <a:latin typeface="Lucida Sans Unicode"/>
                <a:cs typeface="Lucida Sans Unicode"/>
              </a:rPr>
              <a:t>implement </a:t>
            </a:r>
            <a:r>
              <a:rPr dirty="0" sz="1850" spc="-35">
                <a:solidFill>
                  <a:srgbClr val="3F3F3F"/>
                </a:solidFill>
                <a:latin typeface="Lucida Sans Unicode"/>
                <a:cs typeface="Lucida Sans Unicode"/>
              </a:rPr>
              <a:t>innovative</a:t>
            </a:r>
            <a:r>
              <a:rPr dirty="0" sz="1850" spc="-100">
                <a:solidFill>
                  <a:srgbClr val="3F3F3F"/>
                </a:solidFill>
                <a:latin typeface="Lucida Sans Unicode"/>
                <a:cs typeface="Lucida Sans Unicode"/>
              </a:rPr>
              <a:t> </a:t>
            </a:r>
            <a:r>
              <a:rPr dirty="0" sz="1850" spc="-35">
                <a:solidFill>
                  <a:srgbClr val="3F3F3F"/>
                </a:solidFill>
                <a:latin typeface="Lucida Sans Unicode"/>
                <a:cs typeface="Lucida Sans Unicode"/>
              </a:rPr>
              <a:t>security</a:t>
            </a:r>
            <a:r>
              <a:rPr dirty="0" sz="1850" spc="-50">
                <a:solidFill>
                  <a:srgbClr val="3F3F3F"/>
                </a:solidFill>
                <a:latin typeface="Lucida Sans Unicode"/>
                <a:cs typeface="Lucida Sans Unicode"/>
              </a:rPr>
              <a:t> </a:t>
            </a:r>
            <a:r>
              <a:rPr dirty="0" sz="1850" spc="-10">
                <a:solidFill>
                  <a:srgbClr val="3F3F3F"/>
                </a:solidFill>
                <a:latin typeface="Lucida Sans Unicode"/>
                <a:cs typeface="Lucida Sans Unicode"/>
              </a:rPr>
              <a:t>meosures, </a:t>
            </a:r>
            <a:r>
              <a:rPr dirty="0" sz="1850" spc="50">
                <a:solidFill>
                  <a:srgbClr val="3F3F3F"/>
                </a:solidFill>
                <a:latin typeface="Lucida Sans Unicode"/>
                <a:cs typeface="Lucida Sans Unicode"/>
              </a:rPr>
              <a:t>and</a:t>
            </a:r>
            <a:r>
              <a:rPr dirty="0" sz="1850" spc="-120">
                <a:solidFill>
                  <a:srgbClr val="3F3F3F"/>
                </a:solidFill>
                <a:latin typeface="Lucida Sans Unicode"/>
                <a:cs typeface="Lucida Sans Unicode"/>
              </a:rPr>
              <a:t> </a:t>
            </a:r>
            <a:r>
              <a:rPr dirty="0" sz="1850" spc="-50">
                <a:solidFill>
                  <a:srgbClr val="3F3F3F"/>
                </a:solidFill>
                <a:latin typeface="Lucida Sans Unicode"/>
                <a:cs typeface="Lucida Sans Unicode"/>
              </a:rPr>
              <a:t>continuously</a:t>
            </a:r>
            <a:r>
              <a:rPr dirty="0" sz="1850" spc="95">
                <a:solidFill>
                  <a:srgbClr val="3F3F3F"/>
                </a:solidFill>
                <a:latin typeface="Lucida Sans Unicode"/>
                <a:cs typeface="Lucida Sans Unicode"/>
              </a:rPr>
              <a:t> </a:t>
            </a:r>
            <a:r>
              <a:rPr dirty="0" sz="1850">
                <a:solidFill>
                  <a:srgbClr val="3F3F3F"/>
                </a:solidFill>
                <a:latin typeface="Lucida Sans Unicode"/>
                <a:cs typeface="Lucida Sans Unicode"/>
              </a:rPr>
              <a:t>adopt</a:t>
            </a:r>
            <a:r>
              <a:rPr dirty="0" sz="1850" spc="-35">
                <a:solidFill>
                  <a:srgbClr val="3F3F3F"/>
                </a:solidFill>
                <a:latin typeface="Lucida Sans Unicode"/>
                <a:cs typeface="Lucida Sans Unicode"/>
              </a:rPr>
              <a:t> </a:t>
            </a:r>
            <a:r>
              <a:rPr dirty="0" sz="1850" spc="-55">
                <a:solidFill>
                  <a:srgbClr val="3F3F3F"/>
                </a:solidFill>
                <a:latin typeface="Lucida Sans Unicode"/>
                <a:cs typeface="Lucida Sans Unicode"/>
              </a:rPr>
              <a:t>to</a:t>
            </a:r>
            <a:r>
              <a:rPr dirty="0" sz="1850" spc="-114">
                <a:solidFill>
                  <a:srgbClr val="3F3F3F"/>
                </a:solidFill>
                <a:latin typeface="Lucida Sans Unicode"/>
                <a:cs typeface="Lucida Sans Unicode"/>
              </a:rPr>
              <a:t> </a:t>
            </a:r>
            <a:r>
              <a:rPr dirty="0" sz="1850" spc="-30">
                <a:solidFill>
                  <a:srgbClr val="3F3F3F"/>
                </a:solidFill>
                <a:latin typeface="Lucida Sans Unicode"/>
                <a:cs typeface="Lucida Sans Unicode"/>
              </a:rPr>
              <a:t>user </a:t>
            </a:r>
            <a:r>
              <a:rPr dirty="0" sz="1850">
                <a:solidFill>
                  <a:srgbClr val="3F3F3F"/>
                </a:solidFill>
                <a:latin typeface="Lucida Sans Unicode"/>
                <a:cs typeface="Lucida Sans Unicode"/>
              </a:rPr>
              <a:t>needs</a:t>
            </a:r>
            <a:r>
              <a:rPr dirty="0" sz="1850" spc="-50">
                <a:solidFill>
                  <a:srgbClr val="3F3F3F"/>
                </a:solidFill>
                <a:latin typeface="Lucida Sans Unicode"/>
                <a:cs typeface="Lucida Sans Unicode"/>
              </a:rPr>
              <a:t> </a:t>
            </a:r>
            <a:r>
              <a:rPr dirty="0" sz="1850">
                <a:solidFill>
                  <a:srgbClr val="3F3F3F"/>
                </a:solidFill>
                <a:latin typeface="Lucida Sans Unicode"/>
                <a:cs typeface="Lucida Sans Unicode"/>
              </a:rPr>
              <a:t>and</a:t>
            </a:r>
            <a:r>
              <a:rPr dirty="0" sz="1850" spc="-120">
                <a:solidFill>
                  <a:srgbClr val="3F3F3F"/>
                </a:solidFill>
                <a:latin typeface="Lucida Sans Unicode"/>
                <a:cs typeface="Lucida Sans Unicode"/>
              </a:rPr>
              <a:t> </a:t>
            </a:r>
            <a:r>
              <a:rPr dirty="0" sz="1850">
                <a:solidFill>
                  <a:srgbClr val="3F3F3F"/>
                </a:solidFill>
                <a:latin typeface="Lucida Sans Unicode"/>
                <a:cs typeface="Lucida Sans Unicode"/>
              </a:rPr>
              <a:t>feedback</a:t>
            </a:r>
            <a:r>
              <a:rPr dirty="0" sz="1850" spc="114">
                <a:solidFill>
                  <a:srgbClr val="3F3F3F"/>
                </a:solidFill>
                <a:latin typeface="Lucida Sans Unicode"/>
                <a:cs typeface="Lucida Sans Unicode"/>
              </a:rPr>
              <a:t> </a:t>
            </a:r>
            <a:r>
              <a:rPr dirty="0" sz="1850" spc="-114">
                <a:solidFill>
                  <a:srgbClr val="3F3F3F"/>
                </a:solidFill>
                <a:latin typeface="Lucida Sans Unicode"/>
                <a:cs typeface="Lucida Sans Unicode"/>
              </a:rPr>
              <a:t>for</a:t>
            </a:r>
            <a:r>
              <a:rPr dirty="0" sz="1850" spc="-45">
                <a:solidFill>
                  <a:srgbClr val="3F3F3F"/>
                </a:solidFill>
                <a:latin typeface="Lucida Sans Unicode"/>
                <a:cs typeface="Lucida Sans Unicode"/>
              </a:rPr>
              <a:t> </a:t>
            </a:r>
            <a:r>
              <a:rPr dirty="0" sz="1850" spc="-10">
                <a:solidFill>
                  <a:srgbClr val="3F3F3F"/>
                </a:solidFill>
                <a:latin typeface="Lucida Sans Unicode"/>
                <a:cs typeface="Lucida Sans Unicode"/>
              </a:rPr>
              <a:t>long- </a:t>
            </a:r>
            <a:r>
              <a:rPr dirty="0" sz="1850" spc="-20">
                <a:solidFill>
                  <a:srgbClr val="3F3F3F"/>
                </a:solidFill>
                <a:latin typeface="Lucida Sans Unicode"/>
                <a:cs typeface="Lucida Sans Unicode"/>
              </a:rPr>
              <a:t>term</a:t>
            </a:r>
            <a:r>
              <a:rPr dirty="0" sz="1850" spc="-125">
                <a:solidFill>
                  <a:srgbClr val="3F3F3F"/>
                </a:solidFill>
                <a:latin typeface="Lucida Sans Unicode"/>
                <a:cs typeface="Lucida Sans Unicode"/>
              </a:rPr>
              <a:t> </a:t>
            </a:r>
            <a:r>
              <a:rPr dirty="0" sz="1850" spc="-10">
                <a:solidFill>
                  <a:srgbClr val="3F3F3F"/>
                </a:solidFill>
                <a:latin typeface="Lucida Sans Unicode"/>
                <a:cs typeface="Lucida Sans Unicode"/>
              </a:rPr>
              <a:t>success.</a:t>
            </a:r>
            <a:endParaRPr sz="1850">
              <a:latin typeface="Lucida Sans Unicode"/>
              <a:cs typeface="Lucida Sans Unicode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14433509" y="5610982"/>
            <a:ext cx="3053080" cy="46482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2850" spc="-325">
                <a:solidFill>
                  <a:srgbClr val="3F3F3F"/>
                </a:solidFill>
                <a:latin typeface="Arial Black"/>
                <a:cs typeface="Arial Black"/>
              </a:rPr>
              <a:t>For</a:t>
            </a:r>
            <a:r>
              <a:rPr dirty="0" sz="2850" spc="20">
                <a:solidFill>
                  <a:srgbClr val="3F3F3F"/>
                </a:solidFill>
                <a:latin typeface="Arial Black"/>
                <a:cs typeface="Arial Black"/>
              </a:rPr>
              <a:t> </a:t>
            </a:r>
            <a:r>
              <a:rPr dirty="0" sz="2850" spc="-195">
                <a:solidFill>
                  <a:srgbClr val="3F3F3F"/>
                </a:solidFill>
                <a:latin typeface="Arial Black"/>
                <a:cs typeface="Arial Black"/>
              </a:rPr>
              <a:t>Policymakers</a:t>
            </a:r>
            <a:endParaRPr sz="2850">
              <a:latin typeface="Arial Black"/>
              <a:cs typeface="Arial Black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14424347" y="6666906"/>
            <a:ext cx="3590290" cy="23723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 indent="6985">
              <a:lnSpc>
                <a:spcPct val="118900"/>
              </a:lnSpc>
              <a:spcBef>
                <a:spcPts val="100"/>
              </a:spcBef>
            </a:pPr>
            <a:r>
              <a:rPr dirty="0" sz="1850" spc="-40">
                <a:solidFill>
                  <a:srgbClr val="3F3F3F"/>
                </a:solidFill>
                <a:latin typeface="Lucida Sans Unicode"/>
                <a:cs typeface="Lucida Sans Unicode"/>
              </a:rPr>
              <a:t>Policymokers</a:t>
            </a:r>
            <a:r>
              <a:rPr dirty="0" sz="1850" spc="-50">
                <a:solidFill>
                  <a:srgbClr val="3F3F3F"/>
                </a:solidFill>
                <a:latin typeface="Lucida Sans Unicode"/>
                <a:cs typeface="Lucida Sans Unicode"/>
              </a:rPr>
              <a:t> </a:t>
            </a:r>
            <a:r>
              <a:rPr dirty="0" sz="1850" spc="-40">
                <a:solidFill>
                  <a:srgbClr val="3F3F3F"/>
                </a:solidFill>
                <a:latin typeface="Lucida Sans Unicode"/>
                <a:cs typeface="Lucida Sans Unicode"/>
              </a:rPr>
              <a:t>should</a:t>
            </a:r>
            <a:r>
              <a:rPr dirty="0" sz="1850" spc="-105">
                <a:solidFill>
                  <a:srgbClr val="3F3F3F"/>
                </a:solidFill>
                <a:latin typeface="Lucida Sans Unicode"/>
                <a:cs typeface="Lucida Sans Unicode"/>
              </a:rPr>
              <a:t> </a:t>
            </a:r>
            <a:r>
              <a:rPr dirty="0" sz="1850" spc="-10">
                <a:solidFill>
                  <a:srgbClr val="3F3F3F"/>
                </a:solidFill>
                <a:latin typeface="Lucida Sans Unicode"/>
                <a:cs typeface="Lucida Sans Unicode"/>
              </a:rPr>
              <a:t>develop </a:t>
            </a:r>
            <a:r>
              <a:rPr dirty="0" sz="1850" spc="-60">
                <a:solidFill>
                  <a:srgbClr val="3F3F3F"/>
                </a:solidFill>
                <a:latin typeface="Lucida Sans Unicode"/>
                <a:cs typeface="Lucida Sans Unicode"/>
              </a:rPr>
              <a:t>robust</a:t>
            </a:r>
            <a:r>
              <a:rPr dirty="0" sz="1850" spc="-90">
                <a:solidFill>
                  <a:srgbClr val="3F3F3F"/>
                </a:solidFill>
                <a:latin typeface="Lucida Sans Unicode"/>
                <a:cs typeface="Lucida Sans Unicode"/>
              </a:rPr>
              <a:t> </a:t>
            </a:r>
            <a:r>
              <a:rPr dirty="0" sz="1850" spc="-40">
                <a:solidFill>
                  <a:srgbClr val="3F3F3F"/>
                </a:solidFill>
                <a:latin typeface="Lucida Sans Unicode"/>
                <a:cs typeface="Lucida Sans Unicode"/>
              </a:rPr>
              <a:t>regulations</a:t>
            </a:r>
            <a:r>
              <a:rPr dirty="0" sz="1850">
                <a:solidFill>
                  <a:srgbClr val="3F3F3F"/>
                </a:solidFill>
                <a:latin typeface="Lucida Sans Unicode"/>
                <a:cs typeface="Lucida Sans Unicode"/>
              </a:rPr>
              <a:t> </a:t>
            </a:r>
            <a:r>
              <a:rPr dirty="0" sz="1850" spc="-20">
                <a:solidFill>
                  <a:srgbClr val="3F3F3F"/>
                </a:solidFill>
                <a:latin typeface="Lucida Sans Unicode"/>
                <a:cs typeface="Lucida Sans Unicode"/>
              </a:rPr>
              <a:t>to</a:t>
            </a:r>
            <a:r>
              <a:rPr dirty="0" sz="1850" spc="-130">
                <a:solidFill>
                  <a:srgbClr val="3F3F3F"/>
                </a:solidFill>
                <a:latin typeface="Lucida Sans Unicode"/>
                <a:cs typeface="Lucida Sans Unicode"/>
              </a:rPr>
              <a:t> </a:t>
            </a:r>
            <a:r>
              <a:rPr dirty="0" sz="1850" spc="-10">
                <a:solidFill>
                  <a:srgbClr val="3F3F3F"/>
                </a:solidFill>
                <a:latin typeface="Lucida Sans Unicode"/>
                <a:cs typeface="Lucida Sans Unicode"/>
              </a:rPr>
              <a:t>protect </a:t>
            </a:r>
            <a:r>
              <a:rPr dirty="0" sz="1850" spc="-25">
                <a:solidFill>
                  <a:srgbClr val="3F3F3F"/>
                </a:solidFill>
                <a:latin typeface="Lucida Sans Unicode"/>
                <a:cs typeface="Lucida Sans Unicode"/>
              </a:rPr>
              <a:t>user</a:t>
            </a:r>
            <a:r>
              <a:rPr dirty="0" sz="1850" spc="-114">
                <a:solidFill>
                  <a:srgbClr val="3F3F3F"/>
                </a:solidFill>
                <a:latin typeface="Lucida Sans Unicode"/>
                <a:cs typeface="Lucida Sans Unicode"/>
              </a:rPr>
              <a:t> </a:t>
            </a:r>
            <a:r>
              <a:rPr dirty="0" sz="1850" spc="-45">
                <a:solidFill>
                  <a:srgbClr val="3F3F3F"/>
                </a:solidFill>
                <a:latin typeface="Lucida Sans Unicode"/>
                <a:cs typeface="Lucida Sans Unicode"/>
              </a:rPr>
              <a:t>doto,</a:t>
            </a:r>
            <a:r>
              <a:rPr dirty="0" sz="1850" spc="-130">
                <a:solidFill>
                  <a:srgbClr val="3F3F3F"/>
                </a:solidFill>
                <a:latin typeface="Lucida Sans Unicode"/>
                <a:cs typeface="Lucida Sans Unicode"/>
              </a:rPr>
              <a:t> </a:t>
            </a:r>
            <a:r>
              <a:rPr dirty="0" sz="1850" spc="-30">
                <a:solidFill>
                  <a:srgbClr val="3F3F3F"/>
                </a:solidFill>
                <a:latin typeface="Lucida Sans Unicode"/>
                <a:cs typeface="Lucida Sans Unicode"/>
              </a:rPr>
              <a:t>promote</a:t>
            </a:r>
            <a:r>
              <a:rPr dirty="0" sz="1850" spc="-70">
                <a:solidFill>
                  <a:srgbClr val="3F3F3F"/>
                </a:solidFill>
                <a:latin typeface="Lucida Sans Unicode"/>
                <a:cs typeface="Lucida Sans Unicode"/>
              </a:rPr>
              <a:t> </a:t>
            </a:r>
            <a:r>
              <a:rPr dirty="0" sz="1850" spc="-75">
                <a:solidFill>
                  <a:srgbClr val="3F3F3F"/>
                </a:solidFill>
                <a:latin typeface="Lucida Sans Unicode"/>
                <a:cs typeface="Lucida Sans Unicode"/>
              </a:rPr>
              <a:t>foir</a:t>
            </a:r>
            <a:r>
              <a:rPr dirty="0" sz="1850" spc="-70">
                <a:solidFill>
                  <a:srgbClr val="3F3F3F"/>
                </a:solidFill>
                <a:latin typeface="Lucida Sans Unicode"/>
                <a:cs typeface="Lucida Sans Unicode"/>
              </a:rPr>
              <a:t> </a:t>
            </a:r>
            <a:r>
              <a:rPr dirty="0" sz="1850" spc="-25">
                <a:solidFill>
                  <a:srgbClr val="3F3F3F"/>
                </a:solidFill>
                <a:latin typeface="Lucida Sans Unicode"/>
                <a:cs typeface="Lucida Sans Unicode"/>
              </a:rPr>
              <a:t>platform practices,</a:t>
            </a:r>
            <a:r>
              <a:rPr dirty="0" sz="1850" spc="-125">
                <a:solidFill>
                  <a:srgbClr val="3F3F3F"/>
                </a:solidFill>
                <a:latin typeface="Lucida Sans Unicode"/>
                <a:cs typeface="Lucida Sans Unicode"/>
              </a:rPr>
              <a:t> </a:t>
            </a:r>
            <a:r>
              <a:rPr dirty="0" sz="1850" spc="50">
                <a:solidFill>
                  <a:srgbClr val="3F3F3F"/>
                </a:solidFill>
                <a:latin typeface="Lucida Sans Unicode"/>
                <a:cs typeface="Lucida Sans Unicode"/>
              </a:rPr>
              <a:t>and</a:t>
            </a:r>
            <a:r>
              <a:rPr dirty="0" sz="1850" spc="-120">
                <a:solidFill>
                  <a:srgbClr val="3F3F3F"/>
                </a:solidFill>
                <a:latin typeface="Lucida Sans Unicode"/>
                <a:cs typeface="Lucida Sans Unicode"/>
              </a:rPr>
              <a:t> </a:t>
            </a:r>
            <a:r>
              <a:rPr dirty="0" sz="1850" spc="-25">
                <a:solidFill>
                  <a:srgbClr val="3F3F3F"/>
                </a:solidFill>
                <a:latin typeface="Lucida Sans Unicode"/>
                <a:cs typeface="Lucida Sans Unicode"/>
              </a:rPr>
              <a:t>ensure</a:t>
            </a:r>
            <a:r>
              <a:rPr dirty="0" sz="1850" spc="-65">
                <a:solidFill>
                  <a:srgbClr val="3F3F3F"/>
                </a:solidFill>
                <a:latin typeface="Lucida Sans Unicode"/>
                <a:cs typeface="Lucida Sans Unicode"/>
              </a:rPr>
              <a:t> </a:t>
            </a:r>
            <a:r>
              <a:rPr dirty="0" sz="1850" spc="-10">
                <a:solidFill>
                  <a:srgbClr val="3F3F3F"/>
                </a:solidFill>
                <a:latin typeface="Lucida Sans Unicode"/>
                <a:cs typeface="Lucida Sans Unicode"/>
              </a:rPr>
              <a:t>digitol </a:t>
            </a:r>
            <a:r>
              <a:rPr dirty="0" sz="1850" spc="-50">
                <a:solidFill>
                  <a:srgbClr val="3F3F3F"/>
                </a:solidFill>
                <a:latin typeface="Lucida Sans Unicode"/>
                <a:cs typeface="Lucida Sans Unicode"/>
              </a:rPr>
              <a:t>inclusivity</a:t>
            </a:r>
            <a:r>
              <a:rPr dirty="0" sz="1850" spc="-40">
                <a:solidFill>
                  <a:srgbClr val="3F3F3F"/>
                </a:solidFill>
                <a:latin typeface="Lucida Sans Unicode"/>
                <a:cs typeface="Lucida Sans Unicode"/>
              </a:rPr>
              <a:t> </a:t>
            </a:r>
            <a:r>
              <a:rPr dirty="0" sz="1850" spc="-10">
                <a:solidFill>
                  <a:srgbClr val="3F3F3F"/>
                </a:solidFill>
                <a:latin typeface="Lucida Sans Unicode"/>
                <a:cs typeface="Lucida Sans Unicode"/>
              </a:rPr>
              <a:t>ocross</a:t>
            </a:r>
            <a:r>
              <a:rPr dirty="0" sz="1850" spc="-140">
                <a:solidFill>
                  <a:srgbClr val="3F3F3F"/>
                </a:solidFill>
                <a:latin typeface="Lucida Sans Unicode"/>
                <a:cs typeface="Lucida Sans Unicode"/>
              </a:rPr>
              <a:t> </a:t>
            </a:r>
            <a:r>
              <a:rPr dirty="0" sz="1850" spc="-10">
                <a:solidFill>
                  <a:srgbClr val="3F3F3F"/>
                </a:solidFill>
                <a:latin typeface="Lucida Sans Unicode"/>
                <a:cs typeface="Lucida Sans Unicode"/>
              </a:rPr>
              <a:t>diverse </a:t>
            </a:r>
            <a:r>
              <a:rPr dirty="0" sz="1850">
                <a:solidFill>
                  <a:srgbClr val="3F3F3F"/>
                </a:solidFill>
                <a:latin typeface="Lucida Sans Unicode"/>
                <a:cs typeface="Lucida Sans Unicode"/>
              </a:rPr>
              <a:t>demographics</a:t>
            </a:r>
            <a:r>
              <a:rPr dirty="0" sz="1850" spc="-70">
                <a:solidFill>
                  <a:srgbClr val="3F3F3F"/>
                </a:solidFill>
                <a:latin typeface="Lucida Sans Unicode"/>
                <a:cs typeface="Lucida Sans Unicode"/>
              </a:rPr>
              <a:t> </a:t>
            </a:r>
            <a:r>
              <a:rPr dirty="0" sz="1850" spc="-95">
                <a:solidFill>
                  <a:srgbClr val="3F3F3F"/>
                </a:solidFill>
                <a:latin typeface="Lucida Sans Unicode"/>
                <a:cs typeface="Lucida Sans Unicode"/>
              </a:rPr>
              <a:t>for</a:t>
            </a:r>
            <a:r>
              <a:rPr dirty="0" sz="1850" spc="-50">
                <a:solidFill>
                  <a:srgbClr val="3F3F3F"/>
                </a:solidFill>
                <a:latin typeface="Lucida Sans Unicode"/>
                <a:cs typeface="Lucida Sans Unicode"/>
              </a:rPr>
              <a:t> </a:t>
            </a:r>
            <a:r>
              <a:rPr dirty="0" sz="1850" spc="-10">
                <a:solidFill>
                  <a:srgbClr val="3F3F3F"/>
                </a:solidFill>
                <a:latin typeface="Lucida Sans Unicode"/>
                <a:cs typeface="Lucida Sans Unicode"/>
              </a:rPr>
              <a:t>holistic growth.</a:t>
            </a:r>
            <a:endParaRPr sz="1850">
              <a:latin typeface="Lucida Sans Unicode"/>
              <a:cs typeface="Lucida Sans Unicode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0" y="0"/>
            <a:ext cx="20104100" cy="11308715"/>
            <a:chOff x="0" y="0"/>
            <a:chExt cx="20104100" cy="11308715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20104100" cy="11308556"/>
            </a:xfrm>
            <a:prstGeom prst="rect">
              <a:avLst/>
            </a:prstGeom>
          </p:spPr>
        </p:pic>
        <p:pic>
          <p:nvPicPr>
            <p:cNvPr id="4" name="object 4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8493447" y="50790"/>
              <a:ext cx="1470232" cy="1456231"/>
            </a:xfrm>
            <a:prstGeom prst="rect">
              <a:avLst/>
            </a:prstGeom>
          </p:spPr>
        </p:pic>
        <p:pic>
          <p:nvPicPr>
            <p:cNvPr id="5" name="object 5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6823582" y="50790"/>
              <a:ext cx="1417908" cy="1456231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seminarfinalppt</dc:title>
  <dcterms:created xsi:type="dcterms:W3CDTF">2025-04-25T04:45:07Z</dcterms:created>
  <dcterms:modified xsi:type="dcterms:W3CDTF">2025-04-25T04:45:07Z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2025-01-18T00:00:00Z</vt:filetime>
  </property>
  <property fmtid="{D5CDD505-2E9C-101B-9397-08002B2CF9AE}" pid="3" name="Creator">
    <vt:lpwstr>Keynote</vt:lpwstr>
  </property>
  <property fmtid="{D5CDD505-2E9C-101B-9397-08002B2CF9AE}" pid="4" name="LastSaved">
    <vt:filetime>2025-04-25T00:00:00Z</vt:filetime>
  </property>
  <property fmtid="{D5CDD505-2E9C-101B-9397-08002B2CF9AE}" pid="5" name="Producer">
    <vt:lpwstr>macOS Version 15.2 (Build 24C101) Quartz PDFContext</vt:lpwstr>
  </property>
</Properties>
</file>